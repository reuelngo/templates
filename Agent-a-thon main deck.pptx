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7"/>
  </p:notesMasterIdLst>
  <p:sldIdLst>
    <p:sldId id="2147483556" r:id="rId5"/>
    <p:sldId id="2147483621" r:id="rId6"/>
    <p:sldId id="2147483184" r:id="rId7"/>
    <p:sldId id="2147483597" r:id="rId8"/>
    <p:sldId id="2147483598" r:id="rId9"/>
    <p:sldId id="2147483599" r:id="rId10"/>
    <p:sldId id="2147483200" r:id="rId11"/>
    <p:sldId id="2147483601" r:id="rId12"/>
    <p:sldId id="2147483600" r:id="rId13"/>
    <p:sldId id="2147483602" r:id="rId14"/>
    <p:sldId id="2147483603" r:id="rId15"/>
    <p:sldId id="21474836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840C4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7648B-5E49-49EA-9A4C-1C10067D1845}" v="47" dt="2026-09-21T02:43:43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1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el Ngo" userId="630da983-9bc0-4db9-b496-b90fbcc97014" providerId="ADAL" clId="{400B5A4D-6D2A-4061-89A2-714331F60740}"/>
    <pc:docChg chg="undo custSel addSld delSld modSld sldOrd">
      <pc:chgData name="Reuel Ngo" userId="630da983-9bc0-4db9-b496-b90fbcc97014" providerId="ADAL" clId="{400B5A4D-6D2A-4061-89A2-714331F60740}" dt="2026-08-30T06:57:19.065" v="53" actId="47"/>
      <pc:docMkLst>
        <pc:docMk/>
      </pc:docMkLst>
      <pc:sldChg chg="modSp mod">
        <pc:chgData name="Reuel Ngo" userId="630da983-9bc0-4db9-b496-b90fbcc97014" providerId="ADAL" clId="{400B5A4D-6D2A-4061-89A2-714331F60740}" dt="2026-08-30T06:56:11.885" v="41" actId="27636"/>
        <pc:sldMkLst>
          <pc:docMk/>
          <pc:sldMk cId="112094256" sldId="2147483556"/>
        </pc:sldMkLst>
        <pc:spChg chg="mod">
          <ac:chgData name="Reuel Ngo" userId="630da983-9bc0-4db9-b496-b90fbcc97014" providerId="ADAL" clId="{400B5A4D-6D2A-4061-89A2-714331F60740}" dt="2026-08-30T06:56:11.885" v="41" actId="27636"/>
          <ac:spMkLst>
            <pc:docMk/>
            <pc:sldMk cId="112094256" sldId="2147483556"/>
            <ac:spMk id="2" creationId="{A553B1CA-C7CA-A291-370B-82B42B993046}"/>
          </ac:spMkLst>
        </pc:spChg>
        <pc:spChg chg="mod">
          <ac:chgData name="Reuel Ngo" userId="630da983-9bc0-4db9-b496-b90fbcc97014" providerId="ADAL" clId="{400B5A4D-6D2A-4061-89A2-714331F60740}" dt="2026-08-30T06:31:06.389" v="38" actId="20577"/>
          <ac:spMkLst>
            <pc:docMk/>
            <pc:sldMk cId="112094256" sldId="2147483556"/>
            <ac:spMk id="3" creationId="{0F60CE25-33DE-FC53-727B-119F9C8C959A}"/>
          </ac:spMkLst>
        </pc:spChg>
      </pc:sldChg>
    </pc:docChg>
  </pc:docChgLst>
  <pc:docChgLst>
    <pc:chgData name="Reuel Ngo" userId="630da983-9bc0-4db9-b496-b90fbcc97014" providerId="ADAL" clId="{09730227-1908-4EA8-BA8E-5A59BE832678}"/>
    <pc:docChg chg="undo custSel addSld delSld modSld sldOrd delMainMaster modMainMaster">
      <pc:chgData name="Reuel Ngo" userId="630da983-9bc0-4db9-b496-b90fbcc97014" providerId="ADAL" clId="{09730227-1908-4EA8-BA8E-5A59BE832678}" dt="2026-09-21T02:52:26.514" v="959" actId="47"/>
      <pc:docMkLst>
        <pc:docMk/>
      </pc:docMkLst>
      <pc:sldChg chg="modSp add del mod setBg">
        <pc:chgData name="Reuel Ngo" userId="630da983-9bc0-4db9-b496-b90fbcc97014" providerId="ADAL" clId="{09730227-1908-4EA8-BA8E-5A59BE832678}" dt="2026-09-20T13:46:02.946" v="299" actId="47"/>
        <pc:sldMkLst>
          <pc:docMk/>
          <pc:sldMk cId="0" sldId="258"/>
        </pc:sldMkLst>
      </pc:sldChg>
      <pc:sldChg chg="modSp add del mod setBg">
        <pc:chgData name="Reuel Ngo" userId="630da983-9bc0-4db9-b496-b90fbcc97014" providerId="ADAL" clId="{09730227-1908-4EA8-BA8E-5A59BE832678}" dt="2026-09-20T13:46:03.138" v="300" actId="47"/>
        <pc:sldMkLst>
          <pc:docMk/>
          <pc:sldMk cId="0" sldId="259"/>
        </pc:sldMkLst>
      </pc:sldChg>
      <pc:sldChg chg="modSp add del mod setBg">
        <pc:chgData name="Reuel Ngo" userId="630da983-9bc0-4db9-b496-b90fbcc97014" providerId="ADAL" clId="{09730227-1908-4EA8-BA8E-5A59BE832678}" dt="2026-09-20T13:46:04.112" v="301" actId="47"/>
        <pc:sldMkLst>
          <pc:docMk/>
          <pc:sldMk cId="0" sldId="260"/>
        </pc:sldMkLst>
      </pc:sldChg>
      <pc:sldChg chg="delSp modSp add del mod ord">
        <pc:chgData name="Reuel Ngo" userId="630da983-9bc0-4db9-b496-b90fbcc97014" providerId="ADAL" clId="{09730227-1908-4EA8-BA8E-5A59BE832678}" dt="2026-09-20T14:41:25.835" v="523" actId="47"/>
        <pc:sldMkLst>
          <pc:docMk/>
          <pc:sldMk cId="3914400974" sldId="264"/>
        </pc:sldMkLst>
        <pc:spChg chg="mod">
          <ac:chgData name="Reuel Ngo" userId="630da983-9bc0-4db9-b496-b90fbcc97014" providerId="ADAL" clId="{09730227-1908-4EA8-BA8E-5A59BE832678}" dt="2026-09-20T13:54:52.697" v="331" actId="14100"/>
          <ac:spMkLst>
            <pc:docMk/>
            <pc:sldMk cId="3914400974" sldId="264"/>
            <ac:spMk id="70" creationId="{DD74F033-6BB8-F11C-41E9-7E2FFE472BD5}"/>
          </ac:spMkLst>
        </pc:spChg>
        <pc:spChg chg="mod">
          <ac:chgData name="Reuel Ngo" userId="630da983-9bc0-4db9-b496-b90fbcc97014" providerId="ADAL" clId="{09730227-1908-4EA8-BA8E-5A59BE832678}" dt="2026-09-20T13:54:52.697" v="331" actId="14100"/>
          <ac:spMkLst>
            <pc:docMk/>
            <pc:sldMk cId="3914400974" sldId="264"/>
            <ac:spMk id="71" creationId="{A2EE5D42-5FE6-69B8-466C-065A269D1214}"/>
          </ac:spMkLst>
        </pc:spChg>
        <pc:spChg chg="mod">
          <ac:chgData name="Reuel Ngo" userId="630da983-9bc0-4db9-b496-b90fbcc97014" providerId="ADAL" clId="{09730227-1908-4EA8-BA8E-5A59BE832678}" dt="2026-09-20T13:54:52.697" v="331" actId="14100"/>
          <ac:spMkLst>
            <pc:docMk/>
            <pc:sldMk cId="3914400974" sldId="264"/>
            <ac:spMk id="72" creationId="{53ADD63A-FB92-26B6-B578-0B644D9E3E55}"/>
          </ac:spMkLst>
        </pc:spChg>
        <pc:spChg chg="del">
          <ac:chgData name="Reuel Ngo" userId="630da983-9bc0-4db9-b496-b90fbcc97014" providerId="ADAL" clId="{09730227-1908-4EA8-BA8E-5A59BE832678}" dt="2026-09-20T13:54:41.416" v="328" actId="478"/>
          <ac:spMkLst>
            <pc:docMk/>
            <pc:sldMk cId="3914400974" sldId="264"/>
            <ac:spMk id="106" creationId="{EAE59AF6-BCE4-A9AA-940C-3B7E5D4A7259}"/>
          </ac:spMkLst>
        </pc:spChg>
        <pc:spChg chg="del">
          <ac:chgData name="Reuel Ngo" userId="630da983-9bc0-4db9-b496-b90fbcc97014" providerId="ADAL" clId="{09730227-1908-4EA8-BA8E-5A59BE832678}" dt="2026-09-20T13:54:41.416" v="328" actId="478"/>
          <ac:spMkLst>
            <pc:docMk/>
            <pc:sldMk cId="3914400974" sldId="264"/>
            <ac:spMk id="107" creationId="{2EE6881C-9A6A-B40F-24EC-8B74FE315ECA}"/>
          </ac:spMkLst>
        </pc:spChg>
        <pc:spChg chg="del">
          <ac:chgData name="Reuel Ngo" userId="630da983-9bc0-4db9-b496-b90fbcc97014" providerId="ADAL" clId="{09730227-1908-4EA8-BA8E-5A59BE832678}" dt="2026-09-20T13:54:41.416" v="328" actId="478"/>
          <ac:spMkLst>
            <pc:docMk/>
            <pc:sldMk cId="3914400974" sldId="264"/>
            <ac:spMk id="108" creationId="{7E31BBBF-AF9D-7C63-3FB2-479CC9DC0051}"/>
          </ac:spMkLst>
        </pc:spChg>
        <pc:picChg chg="mod">
          <ac:chgData name="Reuel Ngo" userId="630da983-9bc0-4db9-b496-b90fbcc97014" providerId="ADAL" clId="{09730227-1908-4EA8-BA8E-5A59BE832678}" dt="2026-09-20T13:54:58.317" v="332" actId="14100"/>
          <ac:picMkLst>
            <pc:docMk/>
            <pc:sldMk cId="3914400974" sldId="264"/>
            <ac:picMk id="65" creationId="{3C4767D1-C1C5-A782-DB97-6711C3613ACC}"/>
          </ac:picMkLst>
        </pc:picChg>
      </pc:sldChg>
      <pc:sldChg chg="delSp modSp del mod modTransition delAnim modShow">
        <pc:chgData name="Reuel Ngo" userId="630da983-9bc0-4db9-b496-b90fbcc97014" providerId="ADAL" clId="{09730227-1908-4EA8-BA8E-5A59BE832678}" dt="2026-09-20T14:31:08.081" v="350" actId="47"/>
        <pc:sldMkLst>
          <pc:docMk/>
          <pc:sldMk cId="2007992429" sldId="284"/>
        </pc:sldMkLst>
      </pc:sldChg>
      <pc:sldChg chg="addSp delSp modSp del mod modShow">
        <pc:chgData name="Reuel Ngo" userId="630da983-9bc0-4db9-b496-b90fbcc97014" providerId="ADAL" clId="{09730227-1908-4EA8-BA8E-5A59BE832678}" dt="2026-09-20T15:25:04.567" v="673" actId="47"/>
        <pc:sldMkLst>
          <pc:docMk/>
          <pc:sldMk cId="3453057732" sldId="292"/>
        </pc:sldMkLst>
        <pc:spChg chg="add mod">
          <ac:chgData name="Reuel Ngo" userId="630da983-9bc0-4db9-b496-b90fbcc97014" providerId="ADAL" clId="{09730227-1908-4EA8-BA8E-5A59BE832678}" dt="2026-09-20T14:29:02.491" v="335" actId="478"/>
          <ac:spMkLst>
            <pc:docMk/>
            <pc:sldMk cId="3453057732" sldId="292"/>
            <ac:spMk id="4" creationId="{C019102F-549D-D92D-5184-43F2079990C7}"/>
          </ac:spMkLst>
        </pc:spChg>
        <pc:spChg chg="del">
          <ac:chgData name="Reuel Ngo" userId="630da983-9bc0-4db9-b496-b90fbcc97014" providerId="ADAL" clId="{09730227-1908-4EA8-BA8E-5A59BE832678}" dt="2026-09-20T14:29:04.954" v="336" actId="478"/>
          <ac:spMkLst>
            <pc:docMk/>
            <pc:sldMk cId="3453057732" sldId="292"/>
            <ac:spMk id="16" creationId="{A96D920A-AECD-65F7-D3D0-FB902E8B119F}"/>
          </ac:spMkLst>
        </pc:spChg>
        <pc:spChg chg="mod">
          <ac:chgData name="Reuel Ngo" userId="630da983-9bc0-4db9-b496-b90fbcc97014" providerId="ADAL" clId="{09730227-1908-4EA8-BA8E-5A59BE832678}" dt="2026-09-20T13:58:50.842" v="334" actId="20577"/>
          <ac:spMkLst>
            <pc:docMk/>
            <pc:sldMk cId="3453057732" sldId="292"/>
            <ac:spMk id="18" creationId="{F4327493-856B-8E0D-71EF-DC750A61683B}"/>
          </ac:spMkLst>
        </pc:spChg>
        <pc:spChg chg="del">
          <ac:chgData name="Reuel Ngo" userId="630da983-9bc0-4db9-b496-b90fbcc97014" providerId="ADAL" clId="{09730227-1908-4EA8-BA8E-5A59BE832678}" dt="2026-09-20T14:29:02.491" v="335" actId="478"/>
          <ac:spMkLst>
            <pc:docMk/>
            <pc:sldMk cId="3453057732" sldId="292"/>
            <ac:spMk id="25" creationId="{3CA48A3E-E625-EDFB-823E-01FB01100817}"/>
          </ac:spMkLst>
        </pc:spChg>
        <pc:picChg chg="add del">
          <ac:chgData name="Reuel Ngo" userId="630da983-9bc0-4db9-b496-b90fbcc97014" providerId="ADAL" clId="{09730227-1908-4EA8-BA8E-5A59BE832678}" dt="2026-09-20T14:42:30.307" v="606" actId="22"/>
          <ac:picMkLst>
            <pc:docMk/>
            <pc:sldMk cId="3453057732" sldId="292"/>
            <ac:picMk id="6" creationId="{D4B5DB43-74E6-235E-21A3-E00E750DA4AA}"/>
          </ac:picMkLst>
        </pc:picChg>
        <pc:picChg chg="add">
          <ac:chgData name="Reuel Ngo" userId="630da983-9bc0-4db9-b496-b90fbcc97014" providerId="ADAL" clId="{09730227-1908-4EA8-BA8E-5A59BE832678}" dt="2026-09-20T14:42:30.711" v="607" actId="22"/>
          <ac:picMkLst>
            <pc:docMk/>
            <pc:sldMk cId="3453057732" sldId="292"/>
            <ac:picMk id="8" creationId="{06276549-B830-D248-C0D6-508793B52694}"/>
          </ac:picMkLst>
        </pc:picChg>
      </pc:sldChg>
      <pc:sldChg chg="addSp delSp modSp del mod">
        <pc:chgData name="Reuel Ngo" userId="630da983-9bc0-4db9-b496-b90fbcc97014" providerId="ADAL" clId="{09730227-1908-4EA8-BA8E-5A59BE832678}" dt="2026-09-20T14:44:52.681" v="650" actId="47"/>
        <pc:sldMkLst>
          <pc:docMk/>
          <pc:sldMk cId="1965208247" sldId="295"/>
        </pc:sldMkLst>
        <pc:spChg chg="del">
          <ac:chgData name="Reuel Ngo" userId="630da983-9bc0-4db9-b496-b90fbcc97014" providerId="ADAL" clId="{09730227-1908-4EA8-BA8E-5A59BE832678}" dt="2026-09-20T14:29:10.475" v="337" actId="478"/>
          <ac:spMkLst>
            <pc:docMk/>
            <pc:sldMk cId="1965208247" sldId="295"/>
            <ac:spMk id="4" creationId="{0ACBB799-AA3D-77F7-33DD-29BE62C646AD}"/>
          </ac:spMkLst>
        </pc:spChg>
        <pc:spChg chg="mod">
          <ac:chgData name="Reuel Ngo" userId="630da983-9bc0-4db9-b496-b90fbcc97014" providerId="ADAL" clId="{09730227-1908-4EA8-BA8E-5A59BE832678}" dt="2026-09-20T14:43:32.774" v="631" actId="113"/>
          <ac:spMkLst>
            <pc:docMk/>
            <pc:sldMk cId="1965208247" sldId="295"/>
            <ac:spMk id="13" creationId="{E01FB0C5-2245-6C69-6470-662DA12B4E9B}"/>
          </ac:spMkLst>
        </pc:spChg>
        <pc:spChg chg="mod">
          <ac:chgData name="Reuel Ngo" userId="630da983-9bc0-4db9-b496-b90fbcc97014" providerId="ADAL" clId="{09730227-1908-4EA8-BA8E-5A59BE832678}" dt="2026-09-20T14:43:40.312" v="634" actId="404"/>
          <ac:spMkLst>
            <pc:docMk/>
            <pc:sldMk cId="1965208247" sldId="295"/>
            <ac:spMk id="18" creationId="{790D913D-E90B-2711-00BF-82D9CE9B7B64}"/>
          </ac:spMkLst>
        </pc:spChg>
        <pc:spChg chg="del">
          <ac:chgData name="Reuel Ngo" userId="630da983-9bc0-4db9-b496-b90fbcc97014" providerId="ADAL" clId="{09730227-1908-4EA8-BA8E-5A59BE832678}" dt="2026-09-20T14:43:42.001" v="635" actId="478"/>
          <ac:spMkLst>
            <pc:docMk/>
            <pc:sldMk cId="1965208247" sldId="295"/>
            <ac:spMk id="19" creationId="{673E758E-0B1D-D7F5-622E-D4F0BD71A12E}"/>
          </ac:spMkLst>
        </pc:spChg>
        <pc:picChg chg="add mod">
          <ac:chgData name="Reuel Ngo" userId="630da983-9bc0-4db9-b496-b90fbcc97014" providerId="ADAL" clId="{09730227-1908-4EA8-BA8E-5A59BE832678}" dt="2026-09-20T14:29:25.036" v="340" actId="1076"/>
          <ac:picMkLst>
            <pc:docMk/>
            <pc:sldMk cId="1965208247" sldId="295"/>
            <ac:picMk id="3" creationId="{533BCB46-CA83-D4AA-FE66-B7FADD946CA5}"/>
          </ac:picMkLst>
        </pc:picChg>
        <pc:picChg chg="add del mod">
          <ac:chgData name="Reuel Ngo" userId="630da983-9bc0-4db9-b496-b90fbcc97014" providerId="ADAL" clId="{09730227-1908-4EA8-BA8E-5A59BE832678}" dt="2026-09-20T14:42:27.791" v="604" actId="21"/>
          <ac:picMkLst>
            <pc:docMk/>
            <pc:sldMk cId="1965208247" sldId="295"/>
            <ac:picMk id="6" creationId="{8093E270-417D-6276-B456-EC06D57C5184}"/>
          </ac:picMkLst>
        </pc:picChg>
        <pc:picChg chg="mod">
          <ac:chgData name="Reuel Ngo" userId="630da983-9bc0-4db9-b496-b90fbcc97014" providerId="ADAL" clId="{09730227-1908-4EA8-BA8E-5A59BE832678}" dt="2026-09-20T14:34:49.930" v="405" actId="26606"/>
          <ac:picMkLst>
            <pc:docMk/>
            <pc:sldMk cId="1965208247" sldId="295"/>
            <ac:picMk id="10" creationId="{9D59E74E-E5C9-FB2D-21F3-FDCEDB8AFD06}"/>
          </ac:picMkLst>
        </pc:picChg>
      </pc:sldChg>
      <pc:sldChg chg="del mod modTransition">
        <pc:chgData name="Reuel Ngo" userId="630da983-9bc0-4db9-b496-b90fbcc97014" providerId="ADAL" clId="{09730227-1908-4EA8-BA8E-5A59BE832678}" dt="2026-09-20T13:46:00.424" v="296" actId="47"/>
        <pc:sldMkLst>
          <pc:docMk/>
          <pc:sldMk cId="4121463904" sldId="299"/>
        </pc:sldMkLst>
      </pc:sldChg>
      <pc:sldChg chg="del mod modTransition">
        <pc:chgData name="Reuel Ngo" userId="630da983-9bc0-4db9-b496-b90fbcc97014" providerId="ADAL" clId="{09730227-1908-4EA8-BA8E-5A59BE832678}" dt="2026-09-20T14:31:10.592" v="353" actId="47"/>
        <pc:sldMkLst>
          <pc:docMk/>
          <pc:sldMk cId="3334513251" sldId="310"/>
        </pc:sldMkLst>
      </pc:sldChg>
      <pc:sldChg chg="modSp del mod modTransition">
        <pc:chgData name="Reuel Ngo" userId="630da983-9bc0-4db9-b496-b90fbcc97014" providerId="ADAL" clId="{09730227-1908-4EA8-BA8E-5A59BE832678}" dt="2026-09-20T13:54:14.447" v="325" actId="47"/>
        <pc:sldMkLst>
          <pc:docMk/>
          <pc:sldMk cId="752238123" sldId="312"/>
        </pc:sldMkLst>
        <pc:spChg chg="mod">
          <ac:chgData name="Reuel Ngo" userId="630da983-9bc0-4db9-b496-b90fbcc97014" providerId="ADAL" clId="{09730227-1908-4EA8-BA8E-5A59BE832678}" dt="2026-09-20T13:45:22.856" v="291" actId="20577"/>
          <ac:spMkLst>
            <pc:docMk/>
            <pc:sldMk cId="752238123" sldId="312"/>
            <ac:spMk id="2" creationId="{3185D967-C5B4-0ADD-EBE1-AAFBE70BB63E}"/>
          </ac:spMkLst>
        </pc:spChg>
      </pc:sldChg>
      <pc:sldChg chg="delSp modSp del mod">
        <pc:chgData name="Reuel Ngo" userId="630da983-9bc0-4db9-b496-b90fbcc97014" providerId="ADAL" clId="{09730227-1908-4EA8-BA8E-5A59BE832678}" dt="2026-09-20T15:47:28.307" v="860" actId="47"/>
        <pc:sldMkLst>
          <pc:docMk/>
          <pc:sldMk cId="2165877990" sldId="1724"/>
        </pc:sldMkLst>
        <pc:spChg chg="mod">
          <ac:chgData name="Reuel Ngo" userId="630da983-9bc0-4db9-b496-b90fbcc97014" providerId="ADAL" clId="{09730227-1908-4EA8-BA8E-5A59BE832678}" dt="2026-09-20T14:30:29.004" v="346" actId="108"/>
          <ac:spMkLst>
            <pc:docMk/>
            <pc:sldMk cId="2165877990" sldId="1724"/>
            <ac:spMk id="66" creationId="{0A44237A-973E-6E3F-B78F-BE918D28ED22}"/>
          </ac:spMkLst>
        </pc:spChg>
        <pc:grpChg chg="del">
          <ac:chgData name="Reuel Ngo" userId="630da983-9bc0-4db9-b496-b90fbcc97014" providerId="ADAL" clId="{09730227-1908-4EA8-BA8E-5A59BE832678}" dt="2026-09-20T15:35:58.668" v="813" actId="478"/>
          <ac:grpSpMkLst>
            <pc:docMk/>
            <pc:sldMk cId="2165877990" sldId="1724"/>
            <ac:grpSpMk id="26" creationId="{50DDD9A7-8F32-AAB8-3222-2034C64396B4}"/>
          </ac:grpSpMkLst>
        </pc:grpChg>
        <pc:grpChg chg="topLvl">
          <ac:chgData name="Reuel Ngo" userId="630da983-9bc0-4db9-b496-b90fbcc97014" providerId="ADAL" clId="{09730227-1908-4EA8-BA8E-5A59BE832678}" dt="2026-09-20T15:35:58.668" v="813" actId="478"/>
          <ac:grpSpMkLst>
            <pc:docMk/>
            <pc:sldMk cId="2165877990" sldId="1724"/>
            <ac:grpSpMk id="27" creationId="{C0320C7B-C462-316C-017F-86108DC6B56B}"/>
          </ac:grpSpMkLst>
        </pc:grpChg>
        <pc:picChg chg="del topLvl">
          <ac:chgData name="Reuel Ngo" userId="630da983-9bc0-4db9-b496-b90fbcc97014" providerId="ADAL" clId="{09730227-1908-4EA8-BA8E-5A59BE832678}" dt="2026-09-20T15:35:58.668" v="813" actId="478"/>
          <ac:picMkLst>
            <pc:docMk/>
            <pc:sldMk cId="2165877990" sldId="1724"/>
            <ac:picMk id="67" creationId="{899EB515-7ED0-052B-270C-5791914A102D}"/>
          </ac:picMkLst>
        </pc:picChg>
        <pc:picChg chg="del">
          <ac:chgData name="Reuel Ngo" userId="630da983-9bc0-4db9-b496-b90fbcc97014" providerId="ADAL" clId="{09730227-1908-4EA8-BA8E-5A59BE832678}" dt="2026-09-20T15:35:58.668" v="813" actId="478"/>
          <ac:picMkLst>
            <pc:docMk/>
            <pc:sldMk cId="2165877990" sldId="1724"/>
            <ac:picMk id="71" creationId="{8AA9B7D4-41E3-2531-40CE-9420B3B2A28C}"/>
          </ac:picMkLst>
        </pc:picChg>
        <pc:picChg chg="del">
          <ac:chgData name="Reuel Ngo" userId="630da983-9bc0-4db9-b496-b90fbcc97014" providerId="ADAL" clId="{09730227-1908-4EA8-BA8E-5A59BE832678}" dt="2026-09-20T15:35:58.668" v="813" actId="478"/>
          <ac:picMkLst>
            <pc:docMk/>
            <pc:sldMk cId="2165877990" sldId="1724"/>
            <ac:picMk id="72" creationId="{ED4F8E70-448B-BE3A-5A27-5F3001E8C70C}"/>
          </ac:picMkLst>
        </pc:picChg>
      </pc:sldChg>
      <pc:sldChg chg="add del ord">
        <pc:chgData name="Reuel Ngo" userId="630da983-9bc0-4db9-b496-b90fbcc97014" providerId="ADAL" clId="{09730227-1908-4EA8-BA8E-5A59BE832678}" dt="2026-09-20T14:42:55.674" v="613" actId="47"/>
        <pc:sldMkLst>
          <pc:docMk/>
          <pc:sldMk cId="3587374147" sldId="2147481359"/>
        </pc:sldMkLst>
      </pc:sldChg>
      <pc:sldChg chg="modSp del mod">
        <pc:chgData name="Reuel Ngo" userId="630da983-9bc0-4db9-b496-b90fbcc97014" providerId="ADAL" clId="{09730227-1908-4EA8-BA8E-5A59BE832678}" dt="2026-09-20T14:31:08.893" v="351" actId="47"/>
        <pc:sldMkLst>
          <pc:docMk/>
          <pc:sldMk cId="984551299" sldId="2147481792"/>
        </pc:sldMkLst>
      </pc:sldChg>
      <pc:sldChg chg="modSp add mod">
        <pc:chgData name="Reuel Ngo" userId="630da983-9bc0-4db9-b496-b90fbcc97014" providerId="ADAL" clId="{09730227-1908-4EA8-BA8E-5A59BE832678}" dt="2026-09-20T14:30:25.045" v="342" actId="113"/>
        <pc:sldMkLst>
          <pc:docMk/>
          <pc:sldMk cId="3892602516" sldId="2147483184"/>
        </pc:sldMkLst>
        <pc:spChg chg="mod">
          <ac:chgData name="Reuel Ngo" userId="630da983-9bc0-4db9-b496-b90fbcc97014" providerId="ADAL" clId="{09730227-1908-4EA8-BA8E-5A59BE832678}" dt="2026-09-20T14:30:25.045" v="342" actId="113"/>
          <ac:spMkLst>
            <pc:docMk/>
            <pc:sldMk cId="3892602516" sldId="2147483184"/>
            <ac:spMk id="15" creationId="{BAAE2A05-E2AC-2FE8-E84D-C236462ECFE8}"/>
          </ac:spMkLst>
        </pc:spChg>
      </pc:sldChg>
      <pc:sldChg chg="modSp add del">
        <pc:chgData name="Reuel Ngo" userId="630da983-9bc0-4db9-b496-b90fbcc97014" providerId="ADAL" clId="{09730227-1908-4EA8-BA8E-5A59BE832678}" dt="2026-09-20T14:41:28.624" v="524" actId="47"/>
        <pc:sldMkLst>
          <pc:docMk/>
          <pc:sldMk cId="3376623146" sldId="2147483186"/>
        </pc:sldMkLst>
        <pc:spChg chg="mod">
          <ac:chgData name="Reuel Ngo" userId="630da983-9bc0-4db9-b496-b90fbcc97014" providerId="ADAL" clId="{09730227-1908-4EA8-BA8E-5A59BE832678}" dt="2026-09-20T14:32:07.847" v="358"/>
          <ac:spMkLst>
            <pc:docMk/>
            <pc:sldMk cId="3376623146" sldId="2147483186"/>
            <ac:spMk id="15" creationId="{BAAE2A05-E2AC-2FE8-E84D-C236462ECFE8}"/>
          </ac:spMkLst>
        </pc:spChg>
      </pc:sldChg>
      <pc:sldChg chg="modSp add mod">
        <pc:chgData name="Reuel Ngo" userId="630da983-9bc0-4db9-b496-b90fbcc97014" providerId="ADAL" clId="{09730227-1908-4EA8-BA8E-5A59BE832678}" dt="2026-09-20T14:43:18.179" v="626" actId="1035"/>
        <pc:sldMkLst>
          <pc:docMk/>
          <pc:sldMk cId="3341310795" sldId="2147483200"/>
        </pc:sldMkLst>
        <pc:spChg chg="mod">
          <ac:chgData name="Reuel Ngo" userId="630da983-9bc0-4db9-b496-b90fbcc97014" providerId="ADAL" clId="{09730227-1908-4EA8-BA8E-5A59BE832678}" dt="2026-09-20T13:48:46.755" v="322" actId="20577"/>
          <ac:spMkLst>
            <pc:docMk/>
            <pc:sldMk cId="3341310795" sldId="2147483200"/>
            <ac:spMk id="2" creationId="{4CEA8C61-C685-5D21-6E31-6154CB944741}"/>
          </ac:spMkLst>
        </pc:spChg>
        <pc:spChg chg="mod">
          <ac:chgData name="Reuel Ngo" userId="630da983-9bc0-4db9-b496-b90fbcc97014" providerId="ADAL" clId="{09730227-1908-4EA8-BA8E-5A59BE832678}" dt="2026-09-20T14:43:18.179" v="626" actId="1035"/>
          <ac:spMkLst>
            <pc:docMk/>
            <pc:sldMk cId="3341310795" sldId="2147483200"/>
            <ac:spMk id="3" creationId="{F96FC0CE-E4CB-A5F0-780A-DE9BF27E24D5}"/>
          </ac:spMkLst>
        </pc:spChg>
      </pc:sldChg>
      <pc:sldChg chg="modSp mod modClrScheme chgLayout">
        <pc:chgData name="Reuel Ngo" userId="630da983-9bc0-4db9-b496-b90fbcc97014" providerId="ADAL" clId="{09730227-1908-4EA8-BA8E-5A59BE832678}" dt="2026-09-20T16:05:31.714" v="922" actId="27636"/>
        <pc:sldMkLst>
          <pc:docMk/>
          <pc:sldMk cId="112094256" sldId="2147483556"/>
        </pc:sldMkLst>
        <pc:spChg chg="mod">
          <ac:chgData name="Reuel Ngo" userId="630da983-9bc0-4db9-b496-b90fbcc97014" providerId="ADAL" clId="{09730227-1908-4EA8-BA8E-5A59BE832678}" dt="2026-09-20T16:05:31.714" v="922" actId="27636"/>
          <ac:spMkLst>
            <pc:docMk/>
            <pc:sldMk cId="112094256" sldId="2147483556"/>
            <ac:spMk id="2" creationId="{A553B1CA-C7CA-A291-370B-82B42B993046}"/>
          </ac:spMkLst>
        </pc:spChg>
        <pc:spChg chg="mod">
          <ac:chgData name="Reuel Ngo" userId="630da983-9bc0-4db9-b496-b90fbcc97014" providerId="ADAL" clId="{09730227-1908-4EA8-BA8E-5A59BE832678}" dt="2026-09-20T16:05:31.685" v="921"/>
          <ac:spMkLst>
            <pc:docMk/>
            <pc:sldMk cId="112094256" sldId="2147483556"/>
            <ac:spMk id="3" creationId="{0F60CE25-33DE-FC53-727B-119F9C8C959A}"/>
          </ac:spMkLst>
        </pc:spChg>
      </pc:sldChg>
      <pc:sldChg chg="del">
        <pc:chgData name="Reuel Ngo" userId="630da983-9bc0-4db9-b496-b90fbcc97014" providerId="ADAL" clId="{09730227-1908-4EA8-BA8E-5A59BE832678}" dt="2026-09-20T14:42:21.872" v="603" actId="47"/>
        <pc:sldMkLst>
          <pc:docMk/>
          <pc:sldMk cId="3374767156" sldId="2147483585"/>
        </pc:sldMkLst>
      </pc:sldChg>
      <pc:sldChg chg="addSp delSp modSp del mod">
        <pc:chgData name="Reuel Ngo" userId="630da983-9bc0-4db9-b496-b90fbcc97014" providerId="ADAL" clId="{09730227-1908-4EA8-BA8E-5A59BE832678}" dt="2026-09-20T14:31:09.721" v="352" actId="47"/>
        <pc:sldMkLst>
          <pc:docMk/>
          <pc:sldMk cId="2562532778" sldId="2147483596"/>
        </pc:sldMkLst>
      </pc:sldChg>
      <pc:sldChg chg="addSp delSp modSp new mod">
        <pc:chgData name="Reuel Ngo" userId="630da983-9bc0-4db9-b496-b90fbcc97014" providerId="ADAL" clId="{09730227-1908-4EA8-BA8E-5A59BE832678}" dt="2026-09-20T14:40:35.146" v="494" actId="478"/>
        <pc:sldMkLst>
          <pc:docMk/>
          <pc:sldMk cId="118310023" sldId="2147483597"/>
        </pc:sldMkLst>
        <pc:spChg chg="mod replId">
          <ac:chgData name="Reuel Ngo" userId="630da983-9bc0-4db9-b496-b90fbcc97014" providerId="ADAL" clId="{09730227-1908-4EA8-BA8E-5A59BE832678}" dt="2026-09-20T14:37:10.520" v="434" actId="26606"/>
          <ac:spMkLst>
            <pc:docMk/>
            <pc:sldMk cId="118310023" sldId="2147483597"/>
            <ac:spMk id="2" creationId="{00000000-0000-0000-0000-000000000000}"/>
          </ac:spMkLst>
        </pc:spChg>
        <pc:spChg chg="del mod">
          <ac:chgData name="Reuel Ngo" userId="630da983-9bc0-4db9-b496-b90fbcc97014" providerId="ADAL" clId="{09730227-1908-4EA8-BA8E-5A59BE832678}" dt="2026-09-20T14:32:50.125" v="359" actId="478"/>
          <ac:spMkLst>
            <pc:docMk/>
            <pc:sldMk cId="118310023" sldId="2147483597"/>
            <ac:spMk id="2" creationId="{9C9240D3-57B5-636E-6E47-4AD2F3476ACE}"/>
          </ac:spMkLst>
        </pc:spChg>
        <pc:spChg chg="add del mod replId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3" creationId="{00000000-0000-0000-0000-000000000000}"/>
          </ac:spMkLst>
        </pc:spChg>
        <pc:spChg chg="del">
          <ac:chgData name="Reuel Ngo" userId="630da983-9bc0-4db9-b496-b90fbcc97014" providerId="ADAL" clId="{09730227-1908-4EA8-BA8E-5A59BE832678}" dt="2026-09-20T14:32:50.125" v="359" actId="478"/>
          <ac:spMkLst>
            <pc:docMk/>
            <pc:sldMk cId="118310023" sldId="2147483597"/>
            <ac:spMk id="3" creationId="{2A54D1E7-A580-864F-CF61-227290884009}"/>
          </ac:spMkLst>
        </pc:spChg>
        <pc:spChg chg="mod replId">
          <ac:chgData name="Reuel Ngo" userId="630da983-9bc0-4db9-b496-b90fbcc97014" providerId="ADAL" clId="{09730227-1908-4EA8-BA8E-5A59BE832678}" dt="2026-09-20T14:37:10.520" v="434" actId="26606"/>
          <ac:spMkLst>
            <pc:docMk/>
            <pc:sldMk cId="118310023" sldId="2147483597"/>
            <ac:spMk id="4" creationId="{00000000-0000-0000-0000-000000000000}"/>
          </ac:spMkLst>
        </pc:spChg>
        <pc:spChg chg="del mod">
          <ac:chgData name="Reuel Ngo" userId="630da983-9bc0-4db9-b496-b90fbcc97014" providerId="ADAL" clId="{09730227-1908-4EA8-BA8E-5A59BE832678}" dt="2026-09-20T14:32:50.125" v="359" actId="478"/>
          <ac:spMkLst>
            <pc:docMk/>
            <pc:sldMk cId="118310023" sldId="2147483597"/>
            <ac:spMk id="4" creationId="{2A2C89C4-8903-F62B-F4B9-B0DCF6A7A39B}"/>
          </ac:spMkLst>
        </pc:spChg>
        <pc:spChg chg="add del mod replId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5" creationId="{00000000-0000-0000-0000-000000000000}"/>
          </ac:spMkLst>
        </pc:spChg>
        <pc:spChg chg="mod replId">
          <ac:chgData name="Reuel Ngo" userId="630da983-9bc0-4db9-b496-b90fbcc97014" providerId="ADAL" clId="{09730227-1908-4EA8-BA8E-5A59BE832678}" dt="2026-09-20T14:37:10.520" v="434" actId="26606"/>
          <ac:spMkLst>
            <pc:docMk/>
            <pc:sldMk cId="118310023" sldId="2147483597"/>
            <ac:spMk id="6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0:55.352" v="349" actId="22"/>
          <ac:spMkLst>
            <pc:docMk/>
            <pc:sldMk cId="118310023" sldId="2147483597"/>
            <ac:spMk id="6" creationId="{28942114-8DAA-2663-D4A0-69460E713DD6}"/>
          </ac:spMkLst>
        </pc:spChg>
        <pc:spChg chg="mod replId">
          <ac:chgData name="Reuel Ngo" userId="630da983-9bc0-4db9-b496-b90fbcc97014" providerId="ADAL" clId="{09730227-1908-4EA8-BA8E-5A59BE832678}" dt="2026-09-20T14:37:10.520" v="434" actId="26606"/>
          <ac:spMkLst>
            <pc:docMk/>
            <pc:sldMk cId="118310023" sldId="2147483597"/>
            <ac:spMk id="7" creationId="{00000000-0000-0000-0000-000000000000}"/>
          </ac:spMkLst>
        </pc:spChg>
        <pc:spChg chg="add mod">
          <ac:chgData name="Reuel Ngo" userId="630da983-9bc0-4db9-b496-b90fbcc97014" providerId="ADAL" clId="{09730227-1908-4EA8-BA8E-5A59BE832678}" dt="2026-09-20T14:34:09.630" v="398" actId="1076"/>
          <ac:spMkLst>
            <pc:docMk/>
            <pc:sldMk cId="118310023" sldId="2147483597"/>
            <ac:spMk id="8" creationId="{C72BD00F-4CDE-F13C-1A4B-1021316E0883}"/>
          </ac:spMkLst>
        </pc:spChg>
        <pc:spChg chg="add del mod">
          <ac:chgData name="Reuel Ngo" userId="630da983-9bc0-4db9-b496-b90fbcc97014" providerId="ADAL" clId="{09730227-1908-4EA8-BA8E-5A59BE832678}" dt="2026-09-20T14:38:37.314" v="493" actId="478"/>
          <ac:spMkLst>
            <pc:docMk/>
            <pc:sldMk cId="118310023" sldId="2147483597"/>
            <ac:spMk id="9" creationId="{00000000-0000-0000-0000-000000000000}"/>
          </ac:spMkLst>
        </pc:spChg>
        <pc:spChg chg="del mod">
          <ac:chgData name="Reuel Ngo" userId="630da983-9bc0-4db9-b496-b90fbcc97014" providerId="ADAL" clId="{09730227-1908-4EA8-BA8E-5A59BE832678}" dt="2026-09-20T14:40:35.146" v="494" actId="478"/>
          <ac:spMkLst>
            <pc:docMk/>
            <pc:sldMk cId="118310023" sldId="2147483597"/>
            <ac:spMk id="10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17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18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19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20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21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23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20T14:37:10.520" v="435" actId="26606"/>
          <ac:spMkLst>
            <pc:docMk/>
            <pc:sldMk cId="118310023" sldId="2147483597"/>
            <ac:spMk id="24" creationId="{00000000-0000-0000-0000-000000000000}"/>
          </ac:spMkLst>
        </pc:spChg>
      </pc:sldChg>
      <pc:sldChg chg="addSp delSp modSp add mod modAnim">
        <pc:chgData name="Reuel Ngo" userId="630da983-9bc0-4db9-b496-b90fbcc97014" providerId="ADAL" clId="{09730227-1908-4EA8-BA8E-5A59BE832678}" dt="2026-09-20T14:41:13.534" v="522" actId="3062"/>
        <pc:sldMkLst>
          <pc:docMk/>
          <pc:sldMk cId="2051562559" sldId="2147483598"/>
        </pc:sldMkLst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2" creationId="{845D0BA7-2992-65C9-AA2B-3EB8021E8EE0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9" creationId="{19EE4E4C-62C4-016A-893C-01FDCAEC62F1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24" creationId="{C2A2D13E-85EF-985B-DEB7-93E75A44EF36}"/>
          </ac:spMkLst>
        </pc:spChg>
        <pc:spChg chg="del">
          <ac:chgData name="Reuel Ngo" userId="630da983-9bc0-4db9-b496-b90fbcc97014" providerId="ADAL" clId="{09730227-1908-4EA8-BA8E-5A59BE832678}" dt="2026-09-20T14:34:27.897" v="401" actId="478"/>
          <ac:spMkLst>
            <pc:docMk/>
            <pc:sldMk cId="2051562559" sldId="2147483598"/>
            <ac:spMk id="30" creationId="{C0FF38E6-83BE-68C3-5C01-A67A95E08771}"/>
          </ac:spMkLst>
        </pc:spChg>
        <pc:spChg chg="add mod">
          <ac:chgData name="Reuel Ngo" userId="630da983-9bc0-4db9-b496-b90fbcc97014" providerId="ADAL" clId="{09730227-1908-4EA8-BA8E-5A59BE832678}" dt="2026-09-20T14:37:14.207" v="436" actId="207"/>
          <ac:spMkLst>
            <pc:docMk/>
            <pc:sldMk cId="2051562559" sldId="2147483598"/>
            <ac:spMk id="31" creationId="{35E10CA7-1766-E6FB-FAAC-2EF48270BA3C}"/>
          </ac:spMkLst>
        </pc:spChg>
        <pc:spChg chg="mod">
          <ac:chgData name="Reuel Ngo" userId="630da983-9bc0-4db9-b496-b90fbcc97014" providerId="ADAL" clId="{09730227-1908-4EA8-BA8E-5A59BE832678}" dt="2026-09-20T14:35:01.249" v="410" actId="115"/>
          <ac:spMkLst>
            <pc:docMk/>
            <pc:sldMk cId="2051562559" sldId="2147483598"/>
            <ac:spMk id="33" creationId="{9ACD347C-0C91-A6F1-2C3B-7743752D4D95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37" creationId="{662699F3-4CA2-D894-5A6D-CAA69BD02812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39" creationId="{E973274A-0151-6D1E-171F-7F582991D13D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46" creationId="{2183FF21-8B86-607C-4061-97CD66136476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52" creationId="{0214A7A4-E6BC-7B7F-88CA-C37F82C7D898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57" creationId="{DE4308B3-4402-BF75-187E-CBC9171FE881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58" creationId="{0C870116-A6B8-042D-5020-8EBDFF1C8BA0}"/>
          </ac:spMkLst>
        </pc:spChg>
        <pc:spChg chg="del">
          <ac:chgData name="Reuel Ngo" userId="630da983-9bc0-4db9-b496-b90fbcc97014" providerId="ADAL" clId="{09730227-1908-4EA8-BA8E-5A59BE832678}" dt="2026-09-20T14:34:24.239" v="400" actId="478"/>
          <ac:spMkLst>
            <pc:docMk/>
            <pc:sldMk cId="2051562559" sldId="2147483598"/>
            <ac:spMk id="59" creationId="{0C702B44-2F30-ED52-1D97-633160F20A38}"/>
          </ac:spMkLst>
        </pc:spChg>
        <pc:spChg chg="mod">
          <ac:chgData name="Reuel Ngo" userId="630da983-9bc0-4db9-b496-b90fbcc97014" providerId="ADAL" clId="{09730227-1908-4EA8-BA8E-5A59BE832678}" dt="2026-09-20T14:40:58.439" v="518" actId="207"/>
          <ac:spMkLst>
            <pc:docMk/>
            <pc:sldMk cId="2051562559" sldId="2147483598"/>
            <ac:spMk id="61" creationId="{A2CAB46D-2EBD-F09C-D161-434FFF77E902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62" creationId="{33E52D81-42D1-9F0A-6AD8-27320E698F49}"/>
          </ac:spMkLst>
        </pc:spChg>
        <pc:spChg chg="mod">
          <ac:chgData name="Reuel Ngo" userId="630da983-9bc0-4db9-b496-b90fbcc97014" providerId="ADAL" clId="{09730227-1908-4EA8-BA8E-5A59BE832678}" dt="2026-09-20T14:38:01.417" v="479" actId="692"/>
          <ac:spMkLst>
            <pc:docMk/>
            <pc:sldMk cId="2051562559" sldId="2147483598"/>
            <ac:spMk id="69" creationId="{C345915D-FF5F-FEF7-90F4-758E4B3D5C35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71" creationId="{F79AFAA5-361B-114B-954A-9E36C921D3AB}"/>
          </ac:spMkLst>
        </pc:spChg>
        <pc:spChg chg="mod">
          <ac:chgData name="Reuel Ngo" userId="630da983-9bc0-4db9-b496-b90fbcc97014" providerId="ADAL" clId="{09730227-1908-4EA8-BA8E-5A59BE832678}" dt="2026-09-20T14:38:15.097" v="480" actId="207"/>
          <ac:spMkLst>
            <pc:docMk/>
            <pc:sldMk cId="2051562559" sldId="2147483598"/>
            <ac:spMk id="73" creationId="{8B1AA185-96A3-8981-FB9C-4E79C8A562BD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77" creationId="{BE29B798-26D9-24D8-BE95-2583E182AF1E}"/>
          </ac:spMkLst>
        </pc:spChg>
        <pc:spChg chg="mod">
          <ac:chgData name="Reuel Ngo" userId="630da983-9bc0-4db9-b496-b90fbcc97014" providerId="ADAL" clId="{09730227-1908-4EA8-BA8E-5A59BE832678}" dt="2026-09-20T14:41:13.534" v="522" actId="3062"/>
          <ac:spMkLst>
            <pc:docMk/>
            <pc:sldMk cId="2051562559" sldId="2147483598"/>
            <ac:spMk id="78" creationId="{8B0D985F-7246-1CA5-F880-D801C77FD563}"/>
          </ac:spMkLst>
        </pc:spChg>
        <pc:spChg chg="mod">
          <ac:chgData name="Reuel Ngo" userId="630da983-9bc0-4db9-b496-b90fbcc97014" providerId="ADAL" clId="{09730227-1908-4EA8-BA8E-5A59BE832678}" dt="2026-09-20T14:41:10.572" v="521" actId="3062"/>
          <ac:spMkLst>
            <pc:docMk/>
            <pc:sldMk cId="2051562559" sldId="2147483598"/>
            <ac:spMk id="79" creationId="{6F6277DE-442F-B6A5-7153-208DCDFF1341}"/>
          </ac:spMkLst>
        </pc:spChg>
        <pc:spChg chg="mod">
          <ac:chgData name="Reuel Ngo" userId="630da983-9bc0-4db9-b496-b90fbcc97014" providerId="ADAL" clId="{09730227-1908-4EA8-BA8E-5A59BE832678}" dt="2026-09-20T14:38:20.417" v="481" actId="207"/>
          <ac:spMkLst>
            <pc:docMk/>
            <pc:sldMk cId="2051562559" sldId="2147483598"/>
            <ac:spMk id="81" creationId="{F21FDF9D-B9FD-BE52-4A20-B8C0996871A5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85" creationId="{668B4FCA-DB17-B155-5B67-1D383AEBAA32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88" creationId="{B590385E-F1DD-B0CA-A131-82F91FA27892}"/>
          </ac:spMkLst>
        </pc:spChg>
        <pc:spChg chg="mod">
          <ac:chgData name="Reuel Ngo" userId="630da983-9bc0-4db9-b496-b90fbcc97014" providerId="ADAL" clId="{09730227-1908-4EA8-BA8E-5A59BE832678}" dt="2026-09-20T14:34:34.847" v="402"/>
          <ac:spMkLst>
            <pc:docMk/>
            <pc:sldMk cId="2051562559" sldId="2147483598"/>
            <ac:spMk id="89" creationId="{ED944517-8B50-267F-7BCA-D432646A79F4}"/>
          </ac:spMkLst>
        </pc:spChg>
        <pc:spChg chg="add del mod">
          <ac:chgData name="Reuel Ngo" userId="630da983-9bc0-4db9-b496-b90fbcc97014" providerId="ADAL" clId="{09730227-1908-4EA8-BA8E-5A59BE832678}" dt="2026-09-20T14:41:02.376" v="519" actId="478"/>
          <ac:spMkLst>
            <pc:docMk/>
            <pc:sldMk cId="2051562559" sldId="2147483598"/>
            <ac:spMk id="93" creationId="{34BFBD3D-DA0A-1492-97BB-3FA18F9F21A0}"/>
          </ac:spMkLst>
        </pc:spChg>
        <pc:picChg chg="del">
          <ac:chgData name="Reuel Ngo" userId="630da983-9bc0-4db9-b496-b90fbcc97014" providerId="ADAL" clId="{09730227-1908-4EA8-BA8E-5A59BE832678}" dt="2026-09-20T14:35:59.101" v="412" actId="478"/>
          <ac:picMkLst>
            <pc:docMk/>
            <pc:sldMk cId="2051562559" sldId="2147483598"/>
            <ac:picMk id="91" creationId="{DE8D9DD3-4CCA-8B96-3EF5-780372AAB476}"/>
          </ac:picMkLst>
        </pc:picChg>
      </pc:sldChg>
      <pc:sldChg chg="modSp add del mod modClrScheme chgLayout">
        <pc:chgData name="Reuel Ngo" userId="630da983-9bc0-4db9-b496-b90fbcc97014" providerId="ADAL" clId="{09730227-1908-4EA8-BA8E-5A59BE832678}" dt="2026-09-20T13:46:04.656" v="302" actId="47"/>
        <pc:sldMkLst>
          <pc:docMk/>
          <pc:sldMk cId="2232864708" sldId="2147483598"/>
        </pc:sldMkLst>
      </pc:sldChg>
      <pc:sldChg chg="add del">
        <pc:chgData name="Reuel Ngo" userId="630da983-9bc0-4db9-b496-b90fbcc97014" providerId="ADAL" clId="{09730227-1908-4EA8-BA8E-5A59BE832678}" dt="2026-09-20T13:46:02.771" v="298" actId="47"/>
        <pc:sldMkLst>
          <pc:docMk/>
          <pc:sldMk cId="1115833885" sldId="2147483599"/>
        </pc:sldMkLst>
      </pc:sldChg>
      <pc:sldChg chg="addSp delSp modSp add mod delAnim">
        <pc:chgData name="Reuel Ngo" userId="630da983-9bc0-4db9-b496-b90fbcc97014" providerId="ADAL" clId="{09730227-1908-4EA8-BA8E-5A59BE832678}" dt="2026-09-20T14:42:04.646" v="602" actId="207"/>
        <pc:sldMkLst>
          <pc:docMk/>
          <pc:sldMk cId="2162622837" sldId="2147483599"/>
        </pc:sldMkLst>
        <pc:spChg chg="add del mod">
          <ac:chgData name="Reuel Ngo" userId="630da983-9bc0-4db9-b496-b90fbcc97014" providerId="ADAL" clId="{09730227-1908-4EA8-BA8E-5A59BE832678}" dt="2026-09-20T14:42:04.646" v="602" actId="207"/>
          <ac:spMkLst>
            <pc:docMk/>
            <pc:sldMk cId="2162622837" sldId="2147483599"/>
            <ac:spMk id="2" creationId="{BCF2C557-9C99-F8C8-9388-4B61F03C5BA5}"/>
          </ac:spMkLst>
        </pc:spChg>
        <pc:spChg chg="add mod">
          <ac:chgData name="Reuel Ngo" userId="630da983-9bc0-4db9-b496-b90fbcc97014" providerId="ADAL" clId="{09730227-1908-4EA8-BA8E-5A59BE832678}" dt="2026-09-20T14:41:45.324" v="528"/>
          <ac:spMkLst>
            <pc:docMk/>
            <pc:sldMk cId="2162622837" sldId="2147483599"/>
            <ac:spMk id="3" creationId="{55B18F7C-E4E9-B825-49BE-CAB57C69200A}"/>
          </ac:spMkLst>
        </pc:spChg>
        <pc:spChg chg="add mod">
          <ac:chgData name="Reuel Ngo" userId="630da983-9bc0-4db9-b496-b90fbcc97014" providerId="ADAL" clId="{09730227-1908-4EA8-BA8E-5A59BE832678}" dt="2026-09-20T14:41:45.324" v="528"/>
          <ac:spMkLst>
            <pc:docMk/>
            <pc:sldMk cId="2162622837" sldId="2147483599"/>
            <ac:spMk id="4" creationId="{423AF5CC-601C-4D85-3547-3B16FFA0C402}"/>
          </ac:spMkLst>
        </pc:spChg>
        <pc:spChg chg="add mod">
          <ac:chgData name="Reuel Ngo" userId="630da983-9bc0-4db9-b496-b90fbcc97014" providerId="ADAL" clId="{09730227-1908-4EA8-BA8E-5A59BE832678}" dt="2026-09-20T14:41:45.324" v="528"/>
          <ac:spMkLst>
            <pc:docMk/>
            <pc:sldMk cId="2162622837" sldId="2147483599"/>
            <ac:spMk id="5" creationId="{1C635D90-3542-D20B-3352-947456CDF14E}"/>
          </ac:spMkLst>
        </pc:spChg>
        <pc:spChg chg="add mod">
          <ac:chgData name="Reuel Ngo" userId="630da983-9bc0-4db9-b496-b90fbcc97014" providerId="ADAL" clId="{09730227-1908-4EA8-BA8E-5A59BE832678}" dt="2026-09-20T14:41:45.324" v="528"/>
          <ac:spMkLst>
            <pc:docMk/>
            <pc:sldMk cId="2162622837" sldId="2147483599"/>
            <ac:spMk id="7" creationId="{972D4C36-672C-26A9-29BC-6197AEFEEEFC}"/>
          </ac:spMkLst>
        </pc:spChg>
        <pc:spChg chg="add mod">
          <ac:chgData name="Reuel Ngo" userId="630da983-9bc0-4db9-b496-b90fbcc97014" providerId="ADAL" clId="{09730227-1908-4EA8-BA8E-5A59BE832678}" dt="2026-09-20T14:41:45.324" v="528"/>
          <ac:spMkLst>
            <pc:docMk/>
            <pc:sldMk cId="2162622837" sldId="2147483599"/>
            <ac:spMk id="9" creationId="{A592754A-CE7C-E944-26CC-A2328F0EFFCF}"/>
          </ac:spMkLst>
        </pc:spChg>
        <pc:spChg chg="del">
          <ac:chgData name="Reuel Ngo" userId="630da983-9bc0-4db9-b496-b90fbcc97014" providerId="ADAL" clId="{09730227-1908-4EA8-BA8E-5A59BE832678}" dt="2026-09-20T14:41:35.191" v="526" actId="478"/>
          <ac:spMkLst>
            <pc:docMk/>
            <pc:sldMk cId="2162622837" sldId="2147483599"/>
            <ac:spMk id="31" creationId="{D1C8FE00-EB6D-F94C-65A4-1CE4EF0CF393}"/>
          </ac:spMkLst>
        </pc:spChg>
        <pc:spChg chg="del">
          <ac:chgData name="Reuel Ngo" userId="630da983-9bc0-4db9-b496-b90fbcc97014" providerId="ADAL" clId="{09730227-1908-4EA8-BA8E-5A59BE832678}" dt="2026-09-20T14:41:35.191" v="526" actId="478"/>
          <ac:spMkLst>
            <pc:docMk/>
            <pc:sldMk cId="2162622837" sldId="2147483599"/>
            <ac:spMk id="33" creationId="{55A45646-C69A-3F16-4699-767A3C01B428}"/>
          </ac:spMkLst>
        </pc:spChg>
        <pc:grpChg chg="del">
          <ac:chgData name="Reuel Ngo" userId="630da983-9bc0-4db9-b496-b90fbcc97014" providerId="ADAL" clId="{09730227-1908-4EA8-BA8E-5A59BE832678}" dt="2026-09-20T14:41:35.191" v="526" actId="478"/>
          <ac:grpSpMkLst>
            <pc:docMk/>
            <pc:sldMk cId="2162622837" sldId="2147483599"/>
            <ac:grpSpMk id="55" creationId="{F7C54647-FAF4-6BE0-B01F-6E69C2784FB1}"/>
          </ac:grpSpMkLst>
        </pc:grpChg>
        <pc:grpChg chg="del">
          <ac:chgData name="Reuel Ngo" userId="630da983-9bc0-4db9-b496-b90fbcc97014" providerId="ADAL" clId="{09730227-1908-4EA8-BA8E-5A59BE832678}" dt="2026-09-20T14:41:35.191" v="526" actId="478"/>
          <ac:grpSpMkLst>
            <pc:docMk/>
            <pc:sldMk cId="2162622837" sldId="2147483599"/>
            <ac:grpSpMk id="67" creationId="{701CD69B-2FC7-518F-3C6A-B116D2EA2A04}"/>
          </ac:grpSpMkLst>
        </pc:grpChg>
        <pc:picChg chg="add mod">
          <ac:chgData name="Reuel Ngo" userId="630da983-9bc0-4db9-b496-b90fbcc97014" providerId="ADAL" clId="{09730227-1908-4EA8-BA8E-5A59BE832678}" dt="2026-09-20T14:41:45.324" v="528"/>
          <ac:picMkLst>
            <pc:docMk/>
            <pc:sldMk cId="2162622837" sldId="2147483599"/>
            <ac:picMk id="6" creationId="{7789D021-BA92-C061-3749-23519A491EDF}"/>
          </ac:picMkLst>
        </pc:picChg>
        <pc:picChg chg="add mod">
          <ac:chgData name="Reuel Ngo" userId="630da983-9bc0-4db9-b496-b90fbcc97014" providerId="ADAL" clId="{09730227-1908-4EA8-BA8E-5A59BE832678}" dt="2026-09-20T14:41:45.324" v="528"/>
          <ac:picMkLst>
            <pc:docMk/>
            <pc:sldMk cId="2162622837" sldId="2147483599"/>
            <ac:picMk id="8" creationId="{BC0328FC-510F-99DB-B197-6BBD036DB570}"/>
          </ac:picMkLst>
        </pc:picChg>
      </pc:sldChg>
      <pc:sldChg chg="addSp delSp modSp add del mod modAnim">
        <pc:chgData name="Reuel Ngo" userId="630da983-9bc0-4db9-b496-b90fbcc97014" providerId="ADAL" clId="{09730227-1908-4EA8-BA8E-5A59BE832678}" dt="2026-09-20T13:46:02.627" v="297" actId="47"/>
        <pc:sldMkLst>
          <pc:docMk/>
          <pc:sldMk cId="2313597702" sldId="2147483600"/>
        </pc:sldMkLst>
      </pc:sldChg>
      <pc:sldChg chg="addSp modSp add mod ord modAnim">
        <pc:chgData name="Reuel Ngo" userId="630da983-9bc0-4db9-b496-b90fbcc97014" providerId="ADAL" clId="{09730227-1908-4EA8-BA8E-5A59BE832678}" dt="2026-09-20T14:48:15.095" v="661" actId="207"/>
        <pc:sldMkLst>
          <pc:docMk/>
          <pc:sldMk cId="2462969097" sldId="2147483600"/>
        </pc:sldMkLst>
        <pc:spChg chg="add mod">
          <ac:chgData name="Reuel Ngo" userId="630da983-9bc0-4db9-b496-b90fbcc97014" providerId="ADAL" clId="{09730227-1908-4EA8-BA8E-5A59BE832678}" dt="2026-09-20T14:42:49.142" v="610"/>
          <ac:spMkLst>
            <pc:docMk/>
            <pc:sldMk cId="2462969097" sldId="2147483600"/>
            <ac:spMk id="2" creationId="{9A9C3B45-5A14-974C-8D77-4E07A9F0D8D8}"/>
          </ac:spMkLst>
        </pc:spChg>
        <pc:spChg chg="mod">
          <ac:chgData name="Reuel Ngo" userId="630da983-9bc0-4db9-b496-b90fbcc97014" providerId="ADAL" clId="{09730227-1908-4EA8-BA8E-5A59BE832678}" dt="2026-09-20T14:42:49.142" v="610"/>
          <ac:spMkLst>
            <pc:docMk/>
            <pc:sldMk cId="2462969097" sldId="2147483600"/>
            <ac:spMk id="4" creationId="{C389CC29-FC5C-A13F-2E0A-EB2F12559A44}"/>
          </ac:spMkLst>
        </pc:spChg>
        <pc:graphicFrameChg chg="add mod modGraphic">
          <ac:chgData name="Reuel Ngo" userId="630da983-9bc0-4db9-b496-b90fbcc97014" providerId="ADAL" clId="{09730227-1908-4EA8-BA8E-5A59BE832678}" dt="2026-09-20T14:48:15.095" v="661" actId="207"/>
          <ac:graphicFrameMkLst>
            <pc:docMk/>
            <pc:sldMk cId="2462969097" sldId="2147483600"/>
            <ac:graphicFrameMk id="6" creationId="{0A460584-F21B-4F2D-3C53-2417DDDEFCBD}"/>
          </ac:graphicFrameMkLst>
        </pc:graphicFrameChg>
        <pc:picChg chg="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5" creationId="{67D63048-5DBA-0A1C-7514-03307531424A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7" creationId="{2E67B261-2199-761D-1132-B11F9AFF0AF1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8" creationId="{7DE8324F-249A-71D7-5CFA-53BA10674571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9" creationId="{897E3456-65D2-0A2C-565C-989DFDF75E21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10" creationId="{B19BAD7C-A1C2-BF42-BD9B-4809F7107CF8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11" creationId="{66C3A2A1-F58A-FDC4-37E4-FFAD985CD5D7}"/>
          </ac:picMkLst>
        </pc:picChg>
        <pc:picChg chg="add mod">
          <ac:chgData name="Reuel Ngo" userId="630da983-9bc0-4db9-b496-b90fbcc97014" providerId="ADAL" clId="{09730227-1908-4EA8-BA8E-5A59BE832678}" dt="2026-09-20T14:42:49.142" v="610"/>
          <ac:picMkLst>
            <pc:docMk/>
            <pc:sldMk cId="2462969097" sldId="2147483600"/>
            <ac:picMk id="12" creationId="{874125FD-B5C1-6314-9608-EC0BA0FC2BC5}"/>
          </ac:picMkLst>
        </pc:picChg>
      </pc:sldChg>
      <pc:sldChg chg="new del">
        <pc:chgData name="Reuel Ngo" userId="630da983-9bc0-4db9-b496-b90fbcc97014" providerId="ADAL" clId="{09730227-1908-4EA8-BA8E-5A59BE832678}" dt="2026-09-20T13:45:30.795" v="294" actId="47"/>
        <pc:sldMkLst>
          <pc:docMk/>
          <pc:sldMk cId="1525301405" sldId="2147483601"/>
        </pc:sldMkLst>
      </pc:sldChg>
      <pc:sldChg chg="addSp delSp modSp add mod delAnim modAnim">
        <pc:chgData name="Reuel Ngo" userId="630da983-9bc0-4db9-b496-b90fbcc97014" providerId="ADAL" clId="{09730227-1908-4EA8-BA8E-5A59BE832678}" dt="2026-09-20T14:44:41.591" v="649" actId="1076"/>
        <pc:sldMkLst>
          <pc:docMk/>
          <pc:sldMk cId="2157691543" sldId="2147483601"/>
        </pc:sldMkLst>
        <pc:spChg chg="add del">
          <ac:chgData name="Reuel Ngo" userId="630da983-9bc0-4db9-b496-b90fbcc97014" providerId="ADAL" clId="{09730227-1908-4EA8-BA8E-5A59BE832678}" dt="2026-09-20T14:44:02.134" v="640" actId="478"/>
          <ac:spMkLst>
            <pc:docMk/>
            <pc:sldMk cId="2157691543" sldId="2147483601"/>
            <ac:spMk id="2" creationId="{36F89773-0E95-5CFA-DEE8-F96C0EC54C9E}"/>
          </ac:spMkLst>
        </pc:spChg>
        <pc:spChg chg="mod">
          <ac:chgData name="Reuel Ngo" userId="630da983-9bc0-4db9-b496-b90fbcc97014" providerId="ADAL" clId="{09730227-1908-4EA8-BA8E-5A59BE832678}" dt="2026-09-20T14:44:41.591" v="649" actId="1076"/>
          <ac:spMkLst>
            <pc:docMk/>
            <pc:sldMk cId="2157691543" sldId="2147483601"/>
            <ac:spMk id="4" creationId="{769C67D8-B9D1-266D-4A5B-6763C9D73E92}"/>
          </ac:spMkLst>
        </pc:spChg>
        <pc:spChg chg="add del mod">
          <ac:chgData name="Reuel Ngo" userId="630da983-9bc0-4db9-b496-b90fbcc97014" providerId="ADAL" clId="{09730227-1908-4EA8-BA8E-5A59BE832678}" dt="2026-09-20T14:44:15.227" v="644" actId="478"/>
          <ac:spMkLst>
            <pc:docMk/>
            <pc:sldMk cId="2157691543" sldId="2147483601"/>
            <ac:spMk id="14" creationId="{110E3B1C-B1E6-1C71-C477-882A6F98D706}"/>
          </ac:spMkLst>
        </pc:spChg>
        <pc:spChg chg="add mod">
          <ac:chgData name="Reuel Ngo" userId="630da983-9bc0-4db9-b496-b90fbcc97014" providerId="ADAL" clId="{09730227-1908-4EA8-BA8E-5A59BE832678}" dt="2026-09-20T14:44:23.710" v="647" actId="14100"/>
          <ac:spMkLst>
            <pc:docMk/>
            <pc:sldMk cId="2157691543" sldId="2147483601"/>
            <ac:spMk id="15" creationId="{994ACB76-2F16-DE6A-C024-8D8F3F2BCBA3}"/>
          </ac:spMkLst>
        </pc:spChg>
        <pc:spChg chg="add mod">
          <ac:chgData name="Reuel Ngo" userId="630da983-9bc0-4db9-b496-b90fbcc97014" providerId="ADAL" clId="{09730227-1908-4EA8-BA8E-5A59BE832678}" dt="2026-09-20T14:44:11.567" v="642"/>
          <ac:spMkLst>
            <pc:docMk/>
            <pc:sldMk cId="2157691543" sldId="2147483601"/>
            <ac:spMk id="17" creationId="{DFB43BFD-F78D-0D97-0937-F9DDD6E0A6A7}"/>
          </ac:spMkLst>
        </pc:spChg>
        <pc:spChg chg="add mod">
          <ac:chgData name="Reuel Ngo" userId="630da983-9bc0-4db9-b496-b90fbcc97014" providerId="ADAL" clId="{09730227-1908-4EA8-BA8E-5A59BE832678}" dt="2026-09-20T14:44:11.567" v="642"/>
          <ac:spMkLst>
            <pc:docMk/>
            <pc:sldMk cId="2157691543" sldId="2147483601"/>
            <ac:spMk id="18" creationId="{A4A288B9-1723-8A8B-670B-5DD79F764BC5}"/>
          </ac:spMkLst>
        </pc:spChg>
        <pc:spChg chg="add mod">
          <ac:chgData name="Reuel Ngo" userId="630da983-9bc0-4db9-b496-b90fbcc97014" providerId="ADAL" clId="{09730227-1908-4EA8-BA8E-5A59BE832678}" dt="2026-09-20T14:44:11.567" v="642"/>
          <ac:spMkLst>
            <pc:docMk/>
            <pc:sldMk cId="2157691543" sldId="2147483601"/>
            <ac:spMk id="19" creationId="{B5CEFCB7-3D71-A3B2-6241-A7A8B2B42B8A}"/>
          </ac:spMkLst>
        </pc:spChg>
        <pc:grpChg chg="add del mod">
          <ac:chgData name="Reuel Ngo" userId="630da983-9bc0-4db9-b496-b90fbcc97014" providerId="ADAL" clId="{09730227-1908-4EA8-BA8E-5A59BE832678}" dt="2026-09-20T14:44:41.591" v="649" actId="1076"/>
          <ac:grpSpMkLst>
            <pc:docMk/>
            <pc:sldMk cId="2157691543" sldId="2147483601"/>
            <ac:grpSpMk id="3" creationId="{74354E79-CA18-DCE0-A63C-DFF0E0B93BE2}"/>
          </ac:grpSpMkLst>
        </pc:grpChg>
        <pc:graphicFrameChg chg="add del">
          <ac:chgData name="Reuel Ngo" userId="630da983-9bc0-4db9-b496-b90fbcc97014" providerId="ADAL" clId="{09730227-1908-4EA8-BA8E-5A59BE832678}" dt="2026-09-20T14:43:59.207" v="639" actId="478"/>
          <ac:graphicFrameMkLst>
            <pc:docMk/>
            <pc:sldMk cId="2157691543" sldId="2147483601"/>
            <ac:graphicFrameMk id="6" creationId="{36F5BDCB-662D-77B4-001D-1B0E8F3869D5}"/>
          </ac:graphicFrameMkLst>
        </pc:graphicFrameChg>
        <pc:picChg chg="mod">
          <ac:chgData name="Reuel Ngo" userId="630da983-9bc0-4db9-b496-b90fbcc97014" providerId="ADAL" clId="{09730227-1908-4EA8-BA8E-5A59BE832678}" dt="2026-09-20T14:44:41.591" v="649" actId="1076"/>
          <ac:picMkLst>
            <pc:docMk/>
            <pc:sldMk cId="2157691543" sldId="2147483601"/>
            <ac:picMk id="5" creationId="{612B6ABA-D19C-15C1-1963-F8A578C8A74E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7" creationId="{E6299212-66EC-4215-B45D-980AAF80A3F5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8" creationId="{FB2E6B2C-F993-5429-7962-A00AEEA571AD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9" creationId="{094BD71D-1B30-5E84-6E85-0D6F4BB6256F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10" creationId="{AF0884CA-F712-EF35-2EF0-F97A39D7B9A6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11" creationId="{86031B24-C32B-F368-15F8-DF3373F25818}"/>
          </ac:picMkLst>
        </pc:picChg>
        <pc:picChg chg="add del">
          <ac:chgData name="Reuel Ngo" userId="630da983-9bc0-4db9-b496-b90fbcc97014" providerId="ADAL" clId="{09730227-1908-4EA8-BA8E-5A59BE832678}" dt="2026-09-20T14:43:59.207" v="639" actId="478"/>
          <ac:picMkLst>
            <pc:docMk/>
            <pc:sldMk cId="2157691543" sldId="2147483601"/>
            <ac:picMk id="12" creationId="{E1859116-9B66-977A-3C66-97A074B2E09B}"/>
          </ac:picMkLst>
        </pc:picChg>
        <pc:picChg chg="add del mod">
          <ac:chgData name="Reuel Ngo" userId="630da983-9bc0-4db9-b496-b90fbcc97014" providerId="ADAL" clId="{09730227-1908-4EA8-BA8E-5A59BE832678}" dt="2026-09-20T14:44:17.025" v="645" actId="478"/>
          <ac:picMkLst>
            <pc:docMk/>
            <pc:sldMk cId="2157691543" sldId="2147483601"/>
            <ac:picMk id="13" creationId="{FB7B96CA-8842-59CC-1B7F-C1C8F8EE0D19}"/>
          </ac:picMkLst>
        </pc:picChg>
        <pc:picChg chg="add del mod">
          <ac:chgData name="Reuel Ngo" userId="630da983-9bc0-4db9-b496-b90fbcc97014" providerId="ADAL" clId="{09730227-1908-4EA8-BA8E-5A59BE832678}" dt="2026-09-20T14:44:19.903" v="646" actId="478"/>
          <ac:picMkLst>
            <pc:docMk/>
            <pc:sldMk cId="2157691543" sldId="2147483601"/>
            <ac:picMk id="16" creationId="{D4B23F95-C9B8-3219-C7F8-2F2BA169B6B7}"/>
          </ac:picMkLst>
        </pc:picChg>
        <pc:picChg chg="add mod ord">
          <ac:chgData name="Reuel Ngo" userId="630da983-9bc0-4db9-b496-b90fbcc97014" providerId="ADAL" clId="{09730227-1908-4EA8-BA8E-5A59BE832678}" dt="2026-09-20T14:44:32.804" v="648" actId="166"/>
          <ac:picMkLst>
            <pc:docMk/>
            <pc:sldMk cId="2157691543" sldId="2147483601"/>
            <ac:picMk id="20" creationId="{029299A5-5FA0-9D5F-7EA8-09F859F62568}"/>
          </ac:picMkLst>
        </pc:picChg>
        <pc:picChg chg="add del mod">
          <ac:chgData name="Reuel Ngo" userId="630da983-9bc0-4db9-b496-b90fbcc97014" providerId="ADAL" clId="{09730227-1908-4EA8-BA8E-5A59BE832678}" dt="2026-09-20T14:44:13.835" v="643" actId="478"/>
          <ac:picMkLst>
            <pc:docMk/>
            <pc:sldMk cId="2157691543" sldId="2147483601"/>
            <ac:picMk id="21" creationId="{4A24E8D5-53B4-8B04-B889-B0524EA742B2}"/>
          </ac:picMkLst>
        </pc:picChg>
      </pc:sldChg>
      <pc:sldChg chg="add del">
        <pc:chgData name="Reuel Ngo" userId="630da983-9bc0-4db9-b496-b90fbcc97014" providerId="ADAL" clId="{09730227-1908-4EA8-BA8E-5A59BE832678}" dt="2026-09-20T14:48:28.397" v="662" actId="47"/>
        <pc:sldMkLst>
          <pc:docMk/>
          <pc:sldMk cId="2845036293" sldId="2147483602"/>
        </pc:sldMkLst>
      </pc:sldChg>
      <pc:sldChg chg="addSp delSp modSp add mod ord">
        <pc:chgData name="Reuel Ngo" userId="630da983-9bc0-4db9-b496-b90fbcc97014" providerId="ADAL" clId="{09730227-1908-4EA8-BA8E-5A59BE832678}" dt="2026-09-20T15:25:06.651" v="675"/>
        <pc:sldMkLst>
          <pc:docMk/>
          <pc:sldMk cId="3898940961" sldId="2147483602"/>
        </pc:sldMkLst>
        <pc:spChg chg="mod">
          <ac:chgData name="Reuel Ngo" userId="630da983-9bc0-4db9-b496-b90fbcc97014" providerId="ADAL" clId="{09730227-1908-4EA8-BA8E-5A59BE832678}" dt="2026-09-20T14:48:44.959" v="665" actId="478"/>
          <ac:spMkLst>
            <pc:docMk/>
            <pc:sldMk cId="3898940961" sldId="2147483602"/>
            <ac:spMk id="4" creationId="{7A2D06EA-9052-8B60-E2ED-89C086099D3C}"/>
          </ac:spMkLst>
        </pc:spChg>
        <pc:spChg chg="mod">
          <ac:chgData name="Reuel Ngo" userId="630da983-9bc0-4db9-b496-b90fbcc97014" providerId="ADAL" clId="{09730227-1908-4EA8-BA8E-5A59BE832678}" dt="2026-09-20T14:48:38.700" v="664"/>
          <ac:spMkLst>
            <pc:docMk/>
            <pc:sldMk cId="3898940961" sldId="2147483602"/>
            <ac:spMk id="18" creationId="{BB353C8F-FF61-BD4F-B8FF-F93A3A5A9548}"/>
          </ac:spMkLst>
        </pc:spChg>
        <pc:spChg chg="mod">
          <ac:chgData name="Reuel Ngo" userId="630da983-9bc0-4db9-b496-b90fbcc97014" providerId="ADAL" clId="{09730227-1908-4EA8-BA8E-5A59BE832678}" dt="2026-09-20T15:24:45.953" v="670"/>
          <ac:spMkLst>
            <pc:docMk/>
            <pc:sldMk cId="3898940961" sldId="2147483602"/>
            <ac:spMk id="19" creationId="{45770FC5-5CC8-6318-18B9-62D6EC73635C}"/>
          </ac:spMkLst>
        </pc:spChg>
        <pc:grpChg chg="del mod">
          <ac:chgData name="Reuel Ngo" userId="630da983-9bc0-4db9-b496-b90fbcc97014" providerId="ADAL" clId="{09730227-1908-4EA8-BA8E-5A59BE832678}" dt="2026-09-20T14:48:44.959" v="665" actId="478"/>
          <ac:grpSpMkLst>
            <pc:docMk/>
            <pc:sldMk cId="3898940961" sldId="2147483602"/>
            <ac:grpSpMk id="3" creationId="{4BE35941-F124-ACA7-CD20-099653097556}"/>
          </ac:grpSpMkLst>
        </pc:grpChg>
        <pc:picChg chg="del">
          <ac:chgData name="Reuel Ngo" userId="630da983-9bc0-4db9-b496-b90fbcc97014" providerId="ADAL" clId="{09730227-1908-4EA8-BA8E-5A59BE832678}" dt="2026-09-20T14:48:44.959" v="665" actId="478"/>
          <ac:picMkLst>
            <pc:docMk/>
            <pc:sldMk cId="3898940961" sldId="2147483602"/>
            <ac:picMk id="5" creationId="{4D186846-875A-186D-AB4D-CF56E69D8CD0}"/>
          </ac:picMkLst>
        </pc:picChg>
        <pc:picChg chg="add mod">
          <ac:chgData name="Reuel Ngo" userId="630da983-9bc0-4db9-b496-b90fbcc97014" providerId="ADAL" clId="{09730227-1908-4EA8-BA8E-5A59BE832678}" dt="2026-09-20T15:24:30.137" v="669" actId="1076"/>
          <ac:picMkLst>
            <pc:docMk/>
            <pc:sldMk cId="3898940961" sldId="2147483602"/>
            <ac:picMk id="6" creationId="{5DD5E258-0A30-95D4-013C-463CC9E9AF55}"/>
          </ac:picMkLst>
        </pc:picChg>
        <pc:picChg chg="add">
          <ac:chgData name="Reuel Ngo" userId="630da983-9bc0-4db9-b496-b90fbcc97014" providerId="ADAL" clId="{09730227-1908-4EA8-BA8E-5A59BE832678}" dt="2026-09-20T15:25:01.480" v="672" actId="22"/>
          <ac:picMkLst>
            <pc:docMk/>
            <pc:sldMk cId="3898940961" sldId="2147483602"/>
            <ac:picMk id="8" creationId="{B7A9BB47-560E-4D1F-73A0-9217A763FB34}"/>
          </ac:picMkLst>
        </pc:picChg>
        <pc:picChg chg="del">
          <ac:chgData name="Reuel Ngo" userId="630da983-9bc0-4db9-b496-b90fbcc97014" providerId="ADAL" clId="{09730227-1908-4EA8-BA8E-5A59BE832678}" dt="2026-09-20T15:25:01.328" v="671" actId="478"/>
          <ac:picMkLst>
            <pc:docMk/>
            <pc:sldMk cId="3898940961" sldId="2147483602"/>
            <ac:picMk id="20" creationId="{E2D909C6-B513-8E25-4DAC-4F80C703A0C4}"/>
          </ac:picMkLst>
        </pc:picChg>
      </pc:sldChg>
      <pc:sldChg chg="addSp delSp modSp add mod">
        <pc:chgData name="Reuel Ngo" userId="630da983-9bc0-4db9-b496-b90fbcc97014" providerId="ADAL" clId="{09730227-1908-4EA8-BA8E-5A59BE832678}" dt="2026-09-20T15:56:09.172" v="920" actId="1076"/>
        <pc:sldMkLst>
          <pc:docMk/>
          <pc:sldMk cId="3421320824" sldId="2147483603"/>
        </pc:sldMkLst>
        <pc:spChg chg="mod">
          <ac:chgData name="Reuel Ngo" userId="630da983-9bc0-4db9-b496-b90fbcc97014" providerId="ADAL" clId="{09730227-1908-4EA8-BA8E-5A59BE832678}" dt="2026-09-20T15:32:47.991" v="803" actId="207"/>
          <ac:spMkLst>
            <pc:docMk/>
            <pc:sldMk cId="3421320824" sldId="2147483603"/>
            <ac:spMk id="2" creationId="{5B40A17B-FB7A-18AC-4B52-7B885A0768CF}"/>
          </ac:spMkLst>
        </pc:spChg>
        <pc:spChg chg="mod">
          <ac:chgData name="Reuel Ngo" userId="630da983-9bc0-4db9-b496-b90fbcc97014" providerId="ADAL" clId="{09730227-1908-4EA8-BA8E-5A59BE832678}" dt="2026-09-20T15:32:55.818" v="807" actId="20577"/>
          <ac:spMkLst>
            <pc:docMk/>
            <pc:sldMk cId="3421320824" sldId="2147483603"/>
            <ac:spMk id="3" creationId="{A64CDDC6-1308-FF18-139E-BF9317A2955C}"/>
          </ac:spMkLst>
        </pc:spChg>
        <pc:spChg chg="del">
          <ac:chgData name="Reuel Ngo" userId="630da983-9bc0-4db9-b496-b90fbcc97014" providerId="ADAL" clId="{09730227-1908-4EA8-BA8E-5A59BE832678}" dt="2026-09-20T15:36:09.724" v="814" actId="478"/>
          <ac:spMkLst>
            <pc:docMk/>
            <pc:sldMk cId="3421320824" sldId="2147483603"/>
            <ac:spMk id="4" creationId="{ABF33F12-6F3C-2257-992C-3618AD219D17}"/>
          </ac:spMkLst>
        </pc:spChg>
        <pc:spChg chg="del">
          <ac:chgData name="Reuel Ngo" userId="630da983-9bc0-4db9-b496-b90fbcc97014" providerId="ADAL" clId="{09730227-1908-4EA8-BA8E-5A59BE832678}" dt="2026-09-20T15:36:09.724" v="814" actId="478"/>
          <ac:spMkLst>
            <pc:docMk/>
            <pc:sldMk cId="3421320824" sldId="2147483603"/>
            <ac:spMk id="5" creationId="{988120D8-F420-D70F-0A05-273C5357E7EF}"/>
          </ac:spMkLst>
        </pc:spChg>
        <pc:spChg chg="del">
          <ac:chgData name="Reuel Ngo" userId="630da983-9bc0-4db9-b496-b90fbcc97014" providerId="ADAL" clId="{09730227-1908-4EA8-BA8E-5A59BE832678}" dt="2026-09-20T15:35:08.400" v="810" actId="478"/>
          <ac:spMkLst>
            <pc:docMk/>
            <pc:sldMk cId="3421320824" sldId="2147483603"/>
            <ac:spMk id="7" creationId="{6B38C729-FD9E-D0B4-D511-698C9A09A76C}"/>
          </ac:spMkLst>
        </pc:spChg>
        <pc:spChg chg="del">
          <ac:chgData name="Reuel Ngo" userId="630da983-9bc0-4db9-b496-b90fbcc97014" providerId="ADAL" clId="{09730227-1908-4EA8-BA8E-5A59BE832678}" dt="2026-09-20T15:35:08.400" v="810" actId="478"/>
          <ac:spMkLst>
            <pc:docMk/>
            <pc:sldMk cId="3421320824" sldId="2147483603"/>
            <ac:spMk id="9" creationId="{C774B849-F41C-7F06-7CCC-9DEA0F44AE76}"/>
          </ac:spMkLst>
        </pc:spChg>
        <pc:spChg chg="add del mod">
          <ac:chgData name="Reuel Ngo" userId="630da983-9bc0-4db9-b496-b90fbcc97014" providerId="ADAL" clId="{09730227-1908-4EA8-BA8E-5A59BE832678}" dt="2026-09-20T15:36:13.642" v="816" actId="478"/>
          <ac:spMkLst>
            <pc:docMk/>
            <pc:sldMk cId="3421320824" sldId="2147483603"/>
            <ac:spMk id="10" creationId="{498F3F1B-8555-A3E4-08C9-9C5DADA0C9F8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12" creationId="{0553A0EF-78CA-6C2A-9FB7-239B30CEFD69}"/>
          </ac:spMkLst>
        </pc:spChg>
        <pc:spChg chg="add del mod">
          <ac:chgData name="Reuel Ngo" userId="630da983-9bc0-4db9-b496-b90fbcc97014" providerId="ADAL" clId="{09730227-1908-4EA8-BA8E-5A59BE832678}" dt="2026-09-20T15:44:25.697" v="858" actId="478"/>
          <ac:spMkLst>
            <pc:docMk/>
            <pc:sldMk cId="3421320824" sldId="2147483603"/>
            <ac:spMk id="14" creationId="{E86E9F3C-9589-601C-894E-D2990EFABF96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34" creationId="{BD0D5EED-8940-E431-93DD-CB468CE4F41B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40" creationId="{0640EF72-EF02-4D87-E430-0908A752CE55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42" creationId="{A1493107-8B71-F25D-29C1-EDAC21763BCB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44" creationId="{BDCA101F-1F5F-5629-9636-DC6B5FE9D3C0}"/>
          </ac:spMkLst>
        </pc:spChg>
        <pc:spChg chg="mod">
          <ac:chgData name="Reuel Ngo" userId="630da983-9bc0-4db9-b496-b90fbcc97014" providerId="ADAL" clId="{09730227-1908-4EA8-BA8E-5A59BE832678}" dt="2026-09-20T15:36:10.617" v="815"/>
          <ac:spMkLst>
            <pc:docMk/>
            <pc:sldMk cId="3421320824" sldId="2147483603"/>
            <ac:spMk id="46" creationId="{E5C57660-771F-8326-8AD7-4D8C9481D433}"/>
          </ac:spMkLst>
        </pc:spChg>
        <pc:spChg chg="add del mod">
          <ac:chgData name="Reuel Ngo" userId="630da983-9bc0-4db9-b496-b90fbcc97014" providerId="ADAL" clId="{09730227-1908-4EA8-BA8E-5A59BE832678}" dt="2026-09-20T15:44:28.212" v="859" actId="478"/>
          <ac:spMkLst>
            <pc:docMk/>
            <pc:sldMk cId="3421320824" sldId="2147483603"/>
            <ac:spMk id="48" creationId="{6D368B1C-CD3B-10E6-97DC-E54273D50C3E}"/>
          </ac:spMkLst>
        </pc:spChg>
        <pc:spChg chg="add mod">
          <ac:chgData name="Reuel Ngo" userId="630da983-9bc0-4db9-b496-b90fbcc97014" providerId="ADAL" clId="{09730227-1908-4EA8-BA8E-5A59BE832678}" dt="2026-09-20T15:56:09.172" v="920" actId="1076"/>
          <ac:spMkLst>
            <pc:docMk/>
            <pc:sldMk cId="3421320824" sldId="2147483603"/>
            <ac:spMk id="52" creationId="{1C1E6803-D39D-20F8-B6A8-F548F82839A8}"/>
          </ac:spMkLst>
        </pc:spChg>
        <pc:spChg chg="del mod topLvl">
          <ac:chgData name="Reuel Ngo" userId="630da983-9bc0-4db9-b496-b90fbcc97014" providerId="ADAL" clId="{09730227-1908-4EA8-BA8E-5A59BE832678}" dt="2026-09-20T15:42:01.149" v="842" actId="478"/>
          <ac:spMkLst>
            <pc:docMk/>
            <pc:sldMk cId="3421320824" sldId="2147483603"/>
            <ac:spMk id="55" creationId="{5CABEBDF-7FE4-9D63-7515-7A50D50E39AE}"/>
          </ac:spMkLst>
        </pc:spChg>
        <pc:grpChg chg="add mod">
          <ac:chgData name="Reuel Ngo" userId="630da983-9bc0-4db9-b496-b90fbcc97014" providerId="ADAL" clId="{09730227-1908-4EA8-BA8E-5A59BE832678}" dt="2026-09-20T15:55:43.672" v="914" actId="1035"/>
          <ac:grpSpMkLst>
            <pc:docMk/>
            <pc:sldMk cId="3421320824" sldId="2147483603"/>
            <ac:grpSpMk id="11" creationId="{9E89A062-CE3D-50D6-35EA-0F69B5BB89FF}"/>
          </ac:grpSpMkLst>
        </pc:grpChg>
        <pc:grpChg chg="add mod">
          <ac:chgData name="Reuel Ngo" userId="630da983-9bc0-4db9-b496-b90fbcc97014" providerId="ADAL" clId="{09730227-1908-4EA8-BA8E-5A59BE832678}" dt="2026-09-20T15:55:43.672" v="914" actId="1035"/>
          <ac:grpSpMkLst>
            <pc:docMk/>
            <pc:sldMk cId="3421320824" sldId="2147483603"/>
            <ac:grpSpMk id="15" creationId="{3116C86B-A01A-0270-CE54-A7B23062F790}"/>
          </ac:grpSpMkLst>
        </pc:grpChg>
        <pc:grpChg chg="add mod">
          <ac:chgData name="Reuel Ngo" userId="630da983-9bc0-4db9-b496-b90fbcc97014" providerId="ADAL" clId="{09730227-1908-4EA8-BA8E-5A59BE832678}" dt="2026-09-20T15:55:43.672" v="914" actId="1035"/>
          <ac:grpSpMkLst>
            <pc:docMk/>
            <pc:sldMk cId="3421320824" sldId="2147483603"/>
            <ac:grpSpMk id="18" creationId="{92499C23-B412-DA65-7D8B-23CE23F1A236}"/>
          </ac:grpSpMkLst>
        </pc:grpChg>
        <pc:grpChg chg="del">
          <ac:chgData name="Reuel Ngo" userId="630da983-9bc0-4db9-b496-b90fbcc97014" providerId="ADAL" clId="{09730227-1908-4EA8-BA8E-5A59BE832678}" dt="2026-09-20T15:40:02.515" v="828" actId="478"/>
          <ac:grpSpMkLst>
            <pc:docMk/>
            <pc:sldMk cId="3421320824" sldId="2147483603"/>
            <ac:grpSpMk id="22" creationId="{DA20A369-1155-647B-7B15-913E45EE5F9C}"/>
          </ac:grpSpMkLst>
        </pc:grpChg>
        <pc:grpChg chg="del">
          <ac:chgData name="Reuel Ngo" userId="630da983-9bc0-4db9-b496-b90fbcc97014" providerId="ADAL" clId="{09730227-1908-4EA8-BA8E-5A59BE832678}" dt="2026-09-20T15:39:38.978" v="819" actId="478"/>
          <ac:grpSpMkLst>
            <pc:docMk/>
            <pc:sldMk cId="3421320824" sldId="2147483603"/>
            <ac:grpSpMk id="23" creationId="{1958979F-3708-7C83-4ECC-A55CD1A770C6}"/>
          </ac:grpSpMkLst>
        </pc:grpChg>
        <pc:grpChg chg="add mod">
          <ac:chgData name="Reuel Ngo" userId="630da983-9bc0-4db9-b496-b90fbcc97014" providerId="ADAL" clId="{09730227-1908-4EA8-BA8E-5A59BE832678}" dt="2026-09-20T15:55:43.672" v="914" actId="1035"/>
          <ac:grpSpMkLst>
            <pc:docMk/>
            <pc:sldMk cId="3421320824" sldId="2147483603"/>
            <ac:grpSpMk id="49" creationId="{6EBF51C1-DA2C-4375-F6A4-9B618DA01E73}"/>
          </ac:grpSpMkLst>
        </pc:grpChg>
        <pc:grpChg chg="del">
          <ac:chgData name="Reuel Ngo" userId="630da983-9bc0-4db9-b496-b90fbcc97014" providerId="ADAL" clId="{09730227-1908-4EA8-BA8E-5A59BE832678}" dt="2026-09-20T15:40:21.661" v="836" actId="478"/>
          <ac:grpSpMkLst>
            <pc:docMk/>
            <pc:sldMk cId="3421320824" sldId="2147483603"/>
            <ac:grpSpMk id="53" creationId="{F6D966A2-BB9B-77A9-EDE6-62CE4C561839}"/>
          </ac:grpSpMkLst>
        </pc:grpChg>
        <pc:picChg chg="add mod">
          <ac:chgData name="Reuel Ngo" userId="630da983-9bc0-4db9-b496-b90fbcc97014" providerId="ADAL" clId="{09730227-1908-4EA8-BA8E-5A59BE832678}" dt="2026-09-20T15:55:43.672" v="914" actId="1035"/>
          <ac:picMkLst>
            <pc:docMk/>
            <pc:sldMk cId="3421320824" sldId="2147483603"/>
            <ac:picMk id="5" creationId="{7664CEBE-9A96-E044-5EE8-6F255694DF13}"/>
          </ac:picMkLst>
        </pc:picChg>
        <pc:picChg chg="del">
          <ac:chgData name="Reuel Ngo" userId="630da983-9bc0-4db9-b496-b90fbcc97014" providerId="ADAL" clId="{09730227-1908-4EA8-BA8E-5A59BE832678}" dt="2026-09-20T15:33:46.168" v="808" actId="478"/>
          <ac:picMkLst>
            <pc:docMk/>
            <pc:sldMk cId="3421320824" sldId="2147483603"/>
            <ac:picMk id="6" creationId="{4D9F158B-1B0D-D093-072F-3D73C0017AD6}"/>
          </ac:picMkLst>
        </pc:picChg>
        <pc:picChg chg="add mod">
          <ac:chgData name="Reuel Ngo" userId="630da983-9bc0-4db9-b496-b90fbcc97014" providerId="ADAL" clId="{09730227-1908-4EA8-BA8E-5A59BE832678}" dt="2026-09-20T15:55:43.672" v="914" actId="1035"/>
          <ac:picMkLst>
            <pc:docMk/>
            <pc:sldMk cId="3421320824" sldId="2147483603"/>
            <ac:picMk id="7" creationId="{DD4AB05B-2588-4C3E-40BA-336057927041}"/>
          </ac:picMkLst>
        </pc:picChg>
        <pc:picChg chg="del">
          <ac:chgData name="Reuel Ngo" userId="630da983-9bc0-4db9-b496-b90fbcc97014" providerId="ADAL" clId="{09730227-1908-4EA8-BA8E-5A59BE832678}" dt="2026-09-20T15:33:46.694" v="809" actId="478"/>
          <ac:picMkLst>
            <pc:docMk/>
            <pc:sldMk cId="3421320824" sldId="2147483603"/>
            <ac:picMk id="8" creationId="{377ED45F-7053-6769-F1AD-E379F10DB512}"/>
          </ac:picMkLst>
        </pc:picChg>
        <pc:picChg chg="add mod">
          <ac:chgData name="Reuel Ngo" userId="630da983-9bc0-4db9-b496-b90fbcc97014" providerId="ADAL" clId="{09730227-1908-4EA8-BA8E-5A59BE832678}" dt="2026-09-20T15:55:43.672" v="914" actId="1035"/>
          <ac:picMkLst>
            <pc:docMk/>
            <pc:sldMk cId="3421320824" sldId="2147483603"/>
            <ac:picMk id="8" creationId="{7A8908A0-ADBF-87C7-043C-59E8333DA9B2}"/>
          </ac:picMkLst>
        </pc:picChg>
        <pc:picChg chg="add del mod">
          <ac:chgData name="Reuel Ngo" userId="630da983-9bc0-4db9-b496-b90fbcc97014" providerId="ADAL" clId="{09730227-1908-4EA8-BA8E-5A59BE832678}" dt="2026-09-20T15:50:58.096" v="873" actId="21"/>
          <ac:picMkLst>
            <pc:docMk/>
            <pc:sldMk cId="3421320824" sldId="2147483603"/>
            <ac:picMk id="10" creationId="{22D5EFB5-18A1-1868-54D9-EC77A5AB6270}"/>
          </ac:picMkLst>
        </pc:picChg>
        <pc:picChg chg="del">
          <ac:chgData name="Reuel Ngo" userId="630da983-9bc0-4db9-b496-b90fbcc97014" providerId="ADAL" clId="{09730227-1908-4EA8-BA8E-5A59BE832678}" dt="2026-09-20T15:39:38.978" v="819" actId="478"/>
          <ac:picMkLst>
            <pc:docMk/>
            <pc:sldMk cId="3421320824" sldId="2147483603"/>
            <ac:picMk id="39" creationId="{ACA1D6A5-D7BE-B878-46F5-2E150BABD92D}"/>
          </ac:picMkLst>
        </pc:picChg>
        <pc:picChg chg="del">
          <ac:chgData name="Reuel Ngo" userId="630da983-9bc0-4db9-b496-b90fbcc97014" providerId="ADAL" clId="{09730227-1908-4EA8-BA8E-5A59BE832678}" dt="2026-09-20T15:40:02.515" v="828" actId="478"/>
          <ac:picMkLst>
            <pc:docMk/>
            <pc:sldMk cId="3421320824" sldId="2147483603"/>
            <ac:picMk id="41" creationId="{C508659A-B73E-9B09-EB23-F62228DB0800}"/>
          </ac:picMkLst>
        </pc:picChg>
        <pc:picChg chg="del">
          <ac:chgData name="Reuel Ngo" userId="630da983-9bc0-4db9-b496-b90fbcc97014" providerId="ADAL" clId="{09730227-1908-4EA8-BA8E-5A59BE832678}" dt="2026-09-20T15:36:16.587" v="817" actId="478"/>
          <ac:picMkLst>
            <pc:docMk/>
            <pc:sldMk cId="3421320824" sldId="2147483603"/>
            <ac:picMk id="52" creationId="{91C626FE-BFD3-0248-61E1-1C27CA0A3697}"/>
          </ac:picMkLst>
        </pc:picChg>
        <pc:picChg chg="del topLvl">
          <ac:chgData name="Reuel Ngo" userId="630da983-9bc0-4db9-b496-b90fbcc97014" providerId="ADAL" clId="{09730227-1908-4EA8-BA8E-5A59BE832678}" dt="2026-09-20T15:40:21.661" v="836" actId="478"/>
          <ac:picMkLst>
            <pc:docMk/>
            <pc:sldMk cId="3421320824" sldId="2147483603"/>
            <ac:picMk id="54" creationId="{B1705650-3D8A-A6C0-44F5-517B1EF56FF8}"/>
          </ac:picMkLst>
        </pc:picChg>
      </pc:sldChg>
      <pc:sldChg chg="add del">
        <pc:chgData name="Reuel Ngo" userId="630da983-9bc0-4db9-b496-b90fbcc97014" providerId="ADAL" clId="{09730227-1908-4EA8-BA8E-5A59BE832678}" dt="2026-09-20T15:35:09.778" v="812"/>
        <pc:sldMkLst>
          <pc:docMk/>
          <pc:sldMk cId="2592278325" sldId="2147483620"/>
        </pc:sldMkLst>
      </pc:sldChg>
      <pc:sldChg chg="add ord">
        <pc:chgData name="Reuel Ngo" userId="630da983-9bc0-4db9-b496-b90fbcc97014" providerId="ADAL" clId="{09730227-1908-4EA8-BA8E-5A59BE832678}" dt="2026-09-20T15:30:59.166" v="685"/>
        <pc:sldMkLst>
          <pc:docMk/>
          <pc:sldMk cId="0" sldId="2147483621"/>
        </pc:sldMkLst>
      </pc:sldChg>
      <pc:sldChg chg="modSp new add del mod ord">
        <pc:chgData name="Reuel Ngo" userId="630da983-9bc0-4db9-b496-b90fbcc97014" providerId="ADAL" clId="{09730227-1908-4EA8-BA8E-5A59BE832678}" dt="2026-09-20T16:10:52.573" v="948" actId="47"/>
        <pc:sldMkLst>
          <pc:docMk/>
          <pc:sldMk cId="237325102" sldId="2147483622"/>
        </pc:sldMkLst>
        <pc:spChg chg="mod">
          <ac:chgData name="Reuel Ngo" userId="630da983-9bc0-4db9-b496-b90fbcc97014" providerId="ADAL" clId="{09730227-1908-4EA8-BA8E-5A59BE832678}" dt="2026-09-20T16:10:48.699" v="946" actId="20577"/>
          <ac:spMkLst>
            <pc:docMk/>
            <pc:sldMk cId="237325102" sldId="2147483622"/>
            <ac:spMk id="2" creationId="{5927A63D-F617-B2A8-175E-BB0916D7167F}"/>
          </ac:spMkLst>
        </pc:spChg>
      </pc:sldChg>
      <pc:sldChg chg="modSp add del mod">
        <pc:chgData name="Reuel Ngo" userId="630da983-9bc0-4db9-b496-b90fbcc97014" providerId="ADAL" clId="{09730227-1908-4EA8-BA8E-5A59BE832678}" dt="2026-09-21T02:43:45.321" v="956" actId="47"/>
        <pc:sldMkLst>
          <pc:docMk/>
          <pc:sldMk cId="2403883766" sldId="2147483623"/>
        </pc:sldMkLst>
        <pc:spChg chg="mod">
          <ac:chgData name="Reuel Ngo" userId="630da983-9bc0-4db9-b496-b90fbcc97014" providerId="ADAL" clId="{09730227-1908-4EA8-BA8E-5A59BE832678}" dt="2026-09-21T02:43:37.272" v="954" actId="20577"/>
          <ac:spMkLst>
            <pc:docMk/>
            <pc:sldMk cId="2403883766" sldId="2147483623"/>
            <ac:spMk id="3" creationId="{981DA1DA-DE6F-490D-0032-87DF28BF01C8}"/>
          </ac:spMkLst>
        </pc:spChg>
      </pc:sldChg>
      <pc:sldChg chg="addSp modSp add del mod">
        <pc:chgData name="Reuel Ngo" userId="630da983-9bc0-4db9-b496-b90fbcc97014" providerId="ADAL" clId="{09730227-1908-4EA8-BA8E-5A59BE832678}" dt="2026-09-21T02:52:26.514" v="959" actId="47"/>
        <pc:sldMkLst>
          <pc:docMk/>
          <pc:sldMk cId="2125741495" sldId="2147483624"/>
        </pc:sldMkLst>
        <pc:spChg chg="mod">
          <ac:chgData name="Reuel Ngo" userId="630da983-9bc0-4db9-b496-b90fbcc97014" providerId="ADAL" clId="{09730227-1908-4EA8-BA8E-5A59BE832678}" dt="2026-09-21T02:45:16.228" v="957" actId="26606"/>
          <ac:spMkLst>
            <pc:docMk/>
            <pc:sldMk cId="2125741495" sldId="2147483624"/>
            <ac:spMk id="8" creationId="{52213D6A-9B09-76F3-81F3-BE2A9A3FFA45}"/>
          </ac:spMkLst>
        </pc:spChg>
        <pc:spChg chg="add">
          <ac:chgData name="Reuel Ngo" userId="630da983-9bc0-4db9-b496-b90fbcc97014" providerId="ADAL" clId="{09730227-1908-4EA8-BA8E-5A59BE832678}" dt="2026-09-21T02:45:16.228" v="957" actId="26606"/>
          <ac:spMkLst>
            <pc:docMk/>
            <pc:sldMk cId="2125741495" sldId="2147483624"/>
            <ac:spMk id="900" creationId="{52213D6A-9B09-76F3-81F3-BE2A9A3FFA45}"/>
          </ac:spMkLst>
        </pc:spChg>
      </pc:sldChg>
      <pc:sldMasterChg chg="addSldLayout delSldLayout modSldLayout">
        <pc:chgData name="Reuel Ngo" userId="630da983-9bc0-4db9-b496-b90fbcc97014" providerId="ADAL" clId="{09730227-1908-4EA8-BA8E-5A59BE832678}" dt="2026-09-20T14:44:52.681" v="650" actId="47"/>
        <pc:sldMasterMkLst>
          <pc:docMk/>
          <pc:sldMasterMk cId="2745112312" sldId="2147483648"/>
        </pc:sldMasterMkLst>
        <pc:sldLayoutChg chg="del">
          <pc:chgData name="Reuel Ngo" userId="630da983-9bc0-4db9-b496-b90fbcc97014" providerId="ADAL" clId="{09730227-1908-4EA8-BA8E-5A59BE832678}" dt="2026-09-20T13:54:14.447" v="325" actId="47"/>
          <pc:sldLayoutMkLst>
            <pc:docMk/>
            <pc:sldMasterMk cId="2745112312" sldId="2147483648"/>
            <pc:sldLayoutMk cId="1181399087" sldId="2147483661"/>
          </pc:sldLayoutMkLst>
        </pc:sldLayoutChg>
        <pc:sldLayoutChg chg="del">
          <pc:chgData name="Reuel Ngo" userId="630da983-9bc0-4db9-b496-b90fbcc97014" providerId="ADAL" clId="{09730227-1908-4EA8-BA8E-5A59BE832678}" dt="2026-09-20T14:44:52.681" v="650" actId="47"/>
          <pc:sldLayoutMkLst>
            <pc:docMk/>
            <pc:sldMasterMk cId="2745112312" sldId="2147483648"/>
            <pc:sldLayoutMk cId="3283055060" sldId="2147483684"/>
          </pc:sldLayoutMkLst>
        </pc:sldLayoutChg>
        <pc:sldLayoutChg chg="del">
          <pc:chgData name="Reuel Ngo" userId="630da983-9bc0-4db9-b496-b90fbcc97014" providerId="ADAL" clId="{09730227-1908-4EA8-BA8E-5A59BE832678}" dt="2026-09-20T14:42:55.674" v="613" actId="47"/>
          <pc:sldLayoutMkLst>
            <pc:docMk/>
            <pc:sldMasterMk cId="2745112312" sldId="2147483648"/>
            <pc:sldLayoutMk cId="1556369189" sldId="2147483685"/>
          </pc:sldLayoutMkLst>
        </pc:sldLayoutChg>
      </pc:sldMasterChg>
      <pc:sldMasterChg chg="del addSldLayout delSldLayout modSldLayout">
        <pc:chgData name="Reuel Ngo" userId="630da983-9bc0-4db9-b496-b90fbcc97014" providerId="ADAL" clId="{09730227-1908-4EA8-BA8E-5A59BE832678}" dt="2026-09-20T14:31:10.592" v="353" actId="47"/>
        <pc:sldMasterMkLst>
          <pc:docMk/>
          <pc:sldMasterMk cId="4145694923" sldId="2147483662"/>
        </pc:sldMasterMkLst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601848889" sldId="2147483663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434178666" sldId="2147483664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1717140274" sldId="2147483665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3173327226" sldId="2147483666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2901437226" sldId="2147483667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635358748" sldId="2147483668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2580985937" sldId="2147483669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1094771765" sldId="2147483670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384841345" sldId="2147483671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3645310645" sldId="2147483672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1860963296" sldId="2147483673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3751028091" sldId="2147483674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256963014" sldId="2147483676"/>
          </pc:sldLayoutMkLst>
        </pc:sldLayoutChg>
        <pc:sldLayoutChg chg="del">
          <pc:chgData name="Reuel Ngo" userId="630da983-9bc0-4db9-b496-b90fbcc97014" providerId="ADAL" clId="{09730227-1908-4EA8-BA8E-5A59BE832678}" dt="2026-09-20T14:31:08.893" v="351" actId="47"/>
          <pc:sldLayoutMkLst>
            <pc:docMk/>
            <pc:sldMasterMk cId="4145694923" sldId="2147483662"/>
            <pc:sldLayoutMk cId="1612270508" sldId="2147483677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83369714" sldId="2147483678"/>
          </pc:sldLayoutMkLst>
        </pc:sldLayoutChg>
        <pc:sldLayoutChg chg="del">
          <pc:chgData name="Reuel Ngo" userId="630da983-9bc0-4db9-b496-b90fbcc97014" providerId="ADAL" clId="{09730227-1908-4EA8-BA8E-5A59BE832678}" dt="2026-09-20T14:31:10.592" v="353" actId="47"/>
          <pc:sldLayoutMkLst>
            <pc:docMk/>
            <pc:sldMasterMk cId="4145694923" sldId="2147483662"/>
            <pc:sldLayoutMk cId="605124027" sldId="2147483679"/>
          </pc:sldLayoutMkLst>
        </pc:sldLayoutChg>
        <pc:sldLayoutChg chg="add del">
          <pc:chgData name="Reuel Ngo" userId="630da983-9bc0-4db9-b496-b90fbcc97014" providerId="ADAL" clId="{09730227-1908-4EA8-BA8E-5A59BE832678}" dt="2026-09-20T13:46:04.656" v="302" actId="47"/>
          <pc:sldLayoutMkLst>
            <pc:docMk/>
            <pc:sldMasterMk cId="4145694923" sldId="2147483662"/>
            <pc:sldLayoutMk cId="567069446" sldId="2147483680"/>
          </pc:sldLayoutMkLst>
        </pc:sldLayoutChg>
      </pc:sldMasterChg>
      <pc:sldMasterChg chg="del delSldLayout">
        <pc:chgData name="Reuel Ngo" userId="630da983-9bc0-4db9-b496-b90fbcc97014" providerId="ADAL" clId="{09730227-1908-4EA8-BA8E-5A59BE832678}" dt="2026-09-20T14:41:28.624" v="524" actId="47"/>
        <pc:sldMasterMkLst>
          <pc:docMk/>
          <pc:sldMasterMk cId="3348293813" sldId="2147483682"/>
        </pc:sldMasterMkLst>
        <pc:sldLayoutChg chg="del">
          <pc:chgData name="Reuel Ngo" userId="630da983-9bc0-4db9-b496-b90fbcc97014" providerId="ADAL" clId="{09730227-1908-4EA8-BA8E-5A59BE832678}" dt="2026-09-20T14:41:25.835" v="523" actId="47"/>
          <pc:sldLayoutMkLst>
            <pc:docMk/>
            <pc:sldMasterMk cId="3348293813" sldId="2147483682"/>
            <pc:sldLayoutMk cId="1250797232" sldId="2147483683"/>
          </pc:sldLayoutMkLst>
        </pc:sldLayoutChg>
        <pc:sldLayoutChg chg="del">
          <pc:chgData name="Reuel Ngo" userId="630da983-9bc0-4db9-b496-b90fbcc97014" providerId="ADAL" clId="{09730227-1908-4EA8-BA8E-5A59BE832678}" dt="2026-09-20T14:41:28.624" v="524" actId="47"/>
          <pc:sldLayoutMkLst>
            <pc:docMk/>
            <pc:sldMasterMk cId="3348293813" sldId="2147483682"/>
            <pc:sldLayoutMk cId="1837331482" sldId="2147483690"/>
          </pc:sldLayoutMkLst>
        </pc:sldLayoutChg>
      </pc:sldMasterChg>
      <pc:sldMasterChg chg="delSldLayout modSldLayout">
        <pc:chgData name="Reuel Ngo" userId="630da983-9bc0-4db9-b496-b90fbcc97014" providerId="ADAL" clId="{09730227-1908-4EA8-BA8E-5A59BE832678}" dt="2026-09-20T16:05:50.953" v="929" actId="478"/>
        <pc:sldMasterMkLst>
          <pc:docMk/>
          <pc:sldMasterMk cId="2347780" sldId="2147483686"/>
        </pc:sldMasterMkLst>
        <pc:sldLayoutChg chg="del">
          <pc:chgData name="Reuel Ngo" userId="630da983-9bc0-4db9-b496-b90fbcc97014" providerId="ADAL" clId="{09730227-1908-4EA8-BA8E-5A59BE832678}" dt="2026-09-20T14:35:07.670" v="411" actId="47"/>
          <pc:sldLayoutMkLst>
            <pc:docMk/>
            <pc:sldMasterMk cId="2347780" sldId="2147483686"/>
            <pc:sldLayoutMk cId="19491758" sldId="2147483687"/>
          </pc:sldLayoutMkLst>
        </pc:sldLayoutChg>
        <pc:sldLayoutChg chg="del">
          <pc:chgData name="Reuel Ngo" userId="630da983-9bc0-4db9-b496-b90fbcc97014" providerId="ADAL" clId="{09730227-1908-4EA8-BA8E-5A59BE832678}" dt="2026-09-20T14:42:21.872" v="603" actId="47"/>
          <pc:sldLayoutMkLst>
            <pc:docMk/>
            <pc:sldMasterMk cId="2347780" sldId="2147483686"/>
            <pc:sldLayoutMk cId="617272623" sldId="2147483688"/>
          </pc:sldLayoutMkLst>
        </pc:sldLayoutChg>
        <pc:sldLayoutChg chg="del">
          <pc:chgData name="Reuel Ngo" userId="630da983-9bc0-4db9-b496-b90fbcc97014" providerId="ADAL" clId="{09730227-1908-4EA8-BA8E-5A59BE832678}" dt="2026-09-20T15:25:04.567" v="673" actId="47"/>
          <pc:sldLayoutMkLst>
            <pc:docMk/>
            <pc:sldMasterMk cId="2347780" sldId="2147483686"/>
            <pc:sldLayoutMk cId="3022247272" sldId="2147483689"/>
          </pc:sldLayoutMkLst>
        </pc:sldLayoutChg>
        <pc:sldLayoutChg chg="addSp delSp modSp mod">
          <pc:chgData name="Reuel Ngo" userId="630da983-9bc0-4db9-b496-b90fbcc97014" providerId="ADAL" clId="{09730227-1908-4EA8-BA8E-5A59BE832678}" dt="2026-09-20T16:05:50.953" v="929" actId="478"/>
          <pc:sldLayoutMkLst>
            <pc:docMk/>
            <pc:sldMasterMk cId="2347780" sldId="2147483686"/>
            <pc:sldLayoutMk cId="2972213721" sldId="2147483693"/>
          </pc:sldLayoutMkLst>
          <pc:grpChg chg="del">
            <ac:chgData name="Reuel Ngo" userId="630da983-9bc0-4db9-b496-b90fbcc97014" providerId="ADAL" clId="{09730227-1908-4EA8-BA8E-5A59BE832678}" dt="2026-09-20T16:05:48.409" v="927" actId="478"/>
            <ac:grpSpMkLst>
              <pc:docMk/>
              <pc:sldMasterMk cId="2347780" sldId="2147483686"/>
              <pc:sldLayoutMk cId="2972213721" sldId="2147483693"/>
              <ac:grpSpMk id="21" creationId="{037336DD-6FD2-AC91-853A-9012BE0B454C}"/>
            </ac:grpSpMkLst>
          </pc:grpChg>
          <pc:grpChg chg="del mod">
            <ac:chgData name="Reuel Ngo" userId="630da983-9bc0-4db9-b496-b90fbcc97014" providerId="ADAL" clId="{09730227-1908-4EA8-BA8E-5A59BE832678}" dt="2026-09-20T16:05:46.567" v="926" actId="478"/>
            <ac:grpSpMkLst>
              <pc:docMk/>
              <pc:sldMasterMk cId="2347780" sldId="2147483686"/>
              <pc:sldLayoutMk cId="2972213721" sldId="2147483693"/>
              <ac:grpSpMk id="22" creationId="{2E529C11-304F-8DA6-9BE6-0296BEF97247}"/>
            </ac:grpSpMkLst>
          </pc:grpChg>
          <pc:picChg chg="del mod">
            <ac:chgData name="Reuel Ngo" userId="630da983-9bc0-4db9-b496-b90fbcc97014" providerId="ADAL" clId="{09730227-1908-4EA8-BA8E-5A59BE832678}" dt="2026-09-20T16:05:46.116" v="925" actId="478"/>
            <ac:picMkLst>
              <pc:docMk/>
              <pc:sldMasterMk cId="2347780" sldId="2147483686"/>
              <pc:sldLayoutMk cId="2972213721" sldId="2147483693"/>
              <ac:picMk id="12" creationId="{3B9AB260-7484-CABF-4A1B-D6DFEAF38ED6}"/>
            </ac:picMkLst>
          </pc:picChg>
          <pc:picChg chg="topLvl">
            <ac:chgData name="Reuel Ngo" userId="630da983-9bc0-4db9-b496-b90fbcc97014" providerId="ADAL" clId="{09730227-1908-4EA8-BA8E-5A59BE832678}" dt="2026-09-20T16:05:48.409" v="927" actId="478"/>
            <ac:picMkLst>
              <pc:docMk/>
              <pc:sldMasterMk cId="2347780" sldId="2147483686"/>
              <pc:sldLayoutMk cId="2972213721" sldId="2147483693"/>
              <ac:picMk id="19" creationId="{A5FD826E-9408-A466-1873-497F6AF1E6E2}"/>
            </ac:picMkLst>
          </pc:picChg>
          <pc:picChg chg="del topLvl">
            <ac:chgData name="Reuel Ngo" userId="630da983-9bc0-4db9-b496-b90fbcc97014" providerId="ADAL" clId="{09730227-1908-4EA8-BA8E-5A59BE832678}" dt="2026-09-20T16:05:48.409" v="927" actId="478"/>
            <ac:picMkLst>
              <pc:docMk/>
              <pc:sldMasterMk cId="2347780" sldId="2147483686"/>
              <pc:sldLayoutMk cId="2972213721" sldId="2147483693"/>
              <ac:picMk id="20" creationId="{B9518BFE-3B50-00C7-BD38-1536E3487201}"/>
            </ac:picMkLst>
          </pc:picChg>
          <pc:picChg chg="add del">
            <ac:chgData name="Reuel Ngo" userId="630da983-9bc0-4db9-b496-b90fbcc97014" providerId="ADAL" clId="{09730227-1908-4EA8-BA8E-5A59BE832678}" dt="2026-09-20T16:05:50.953" v="929" actId="478"/>
            <ac:picMkLst>
              <pc:docMk/>
              <pc:sldMasterMk cId="2347780" sldId="2147483686"/>
              <pc:sldLayoutMk cId="2972213721" sldId="2147483693"/>
              <ac:picMk id="28" creationId="{C10FCC9C-CA48-911E-6BF1-72FD9346DED1}"/>
            </ac:picMkLst>
          </pc:picChg>
        </pc:sldLayoutChg>
        <pc:sldLayoutChg chg="del">
          <pc:chgData name="Reuel Ngo" userId="630da983-9bc0-4db9-b496-b90fbcc97014" providerId="ADAL" clId="{09730227-1908-4EA8-BA8E-5A59BE832678}" dt="2026-09-20T15:47:28.307" v="860" actId="47"/>
          <pc:sldLayoutMkLst>
            <pc:docMk/>
            <pc:sldMasterMk cId="2347780" sldId="2147483686"/>
            <pc:sldLayoutMk cId="4258571969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C98F7-DB5B-4907-A2D9-20876A51E04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A861D-D931-44E1-9D86-203E511FF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9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70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E89B-06EF-7B9B-132D-5B0B03C1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D6DE-2EB6-8D87-D214-26BB4E62F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08ED9-A6D9-8CE3-A411-5EC640F2A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52466C1-E530-CE38-322A-8E3899D17D3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32AA7-8861-8ED8-3FBA-A816C36C5B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F35836-E614-571D-2D5E-85A8AD78C9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48CBB-DF5F-8420-1258-FE00A449C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303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3A0A-60F5-1336-7916-CDA2CB3A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CA47C-E051-E42F-ACDA-C93180D2C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AE117-CEF1-739E-33C6-70C81D3DE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BBEC175-274E-38C7-1AB3-A15305A1BF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2A03A-18C4-D4DC-FEE2-A1D7F7E5ED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BE2403-7F07-FC83-6473-426969DEDDF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CDF41-E2E6-E9AB-76C7-62629C75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487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E8E9-192F-79C7-2EFD-A45C7C81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1E484-B78E-BA32-BE08-C14A02C81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7312A-1F00-4032-EAB3-5BB7367EF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15B6360-6923-D92F-6696-CEDD0A6B343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15685-196F-AEC0-DF91-C6D7D2AAFF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939576-75FA-F5B1-F55D-DED0AC6CA8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36D4E-CC19-2D27-0D02-C8B95A4C8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622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CAAB0-3088-9F34-958D-B90C9431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B9D05-ADD2-86C5-8E9A-EBF1446F3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F938F-4CB9-59C5-4378-4D64E0EAD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C577CBF-72C8-8E34-AAD1-1CD5C96EBE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9D4A-98EB-B3F4-AA3E-9465EED573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0D88EB-F1A6-965D-15C3-8ACE3B418C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28047-432C-A5BF-EA63-D0D06A00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30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481E0-B0D7-3D4F-BBCD-BA706AAB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F3447-CBF3-F37E-F9CD-EFC38DDCF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2CC9C-13D2-8BAB-9F74-8A2ECC714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D9431F7-C40E-C3E5-09DB-56576591D01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E70F-42B6-A8FB-0FC9-DEB4716A06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14AF70-FE0B-571B-CFA7-572B248BB65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46FA3-18B5-6A69-EB54-339DF8BDA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704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7C5AE-0138-EC4B-09F3-019C8DF6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1AB33-5029-6D5F-2F52-BD62783C7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370B8-868D-80A7-8C80-708B00D66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23D0045-2162-488B-C014-24D3078C1BB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12A65-26BB-5F4A-254C-AF8BD4E97B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83211" marR="0" lvl="0" indent="0" algn="l" defTabSz="93283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82C0DD-1632-4549-3C5A-A74551E2022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0082-733C-7745-B6B2-DEBD02307451}" type="datetime8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2026-09-21 10:43 AM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E1133-D3CB-A2E4-429E-5BAAB72F9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097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18B7EF-51F4-0AF3-B6B2-14F3663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0311"/>
            <a:ext cx="11018520" cy="430887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AC98D00-037E-AA9F-9072-F66D12F7D7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7" y="316933"/>
            <a:ext cx="3536997" cy="338554"/>
          </a:xfrm>
        </p:spPr>
        <p:txBody>
          <a:bodyPr anchor="t"/>
          <a:lstStyle>
            <a:lvl1pPr marL="0" indent="0" algn="l" defTabSz="914367" rtl="0" eaLnBrk="1" latinLnBrk="0" hangingPunct="1">
              <a:spcBef>
                <a:spcPts val="0"/>
              </a:spcBef>
              <a:buNone/>
              <a:defRPr lang="en-US" sz="16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58507D-BE25-A676-EF32-EE4249E5B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518" y="1039270"/>
            <a:ext cx="11018520" cy="27699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4983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9AE6E55-B066-2B29-EC93-C675DE1D1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3298"/>
          <a:stretch/>
        </p:blipFill>
        <p:spPr>
          <a:xfrm>
            <a:off x="5208749" y="0"/>
            <a:ext cx="6983251" cy="6858000"/>
          </a:xfrm>
          <a:prstGeom prst="rect">
            <a:avLst/>
          </a:prstGeom>
        </p:spPr>
      </p:pic>
      <p:pic>
        <p:nvPicPr>
          <p:cNvPr id="19" name="Picture 18" descr="A yellow and orange wavy paper&#10;&#10;Description automatically generated">
            <a:extLst>
              <a:ext uri="{FF2B5EF4-FFF2-40B4-BE49-F238E27FC236}">
                <a16:creationId xmlns:a16="http://schemas.microsoft.com/office/drawing/2014/main" id="{A5FD826E-9408-A466-1873-497F6AF1E6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750" y="0"/>
            <a:ext cx="3576250" cy="4167221"/>
          </a:xfrm>
          <a:custGeom>
            <a:avLst/>
            <a:gdLst>
              <a:gd name="connsiteX0" fmla="*/ 0 w 7137944"/>
              <a:gd name="connsiteY0" fmla="*/ 0 h 8317594"/>
              <a:gd name="connsiteX1" fmla="*/ 7137944 w 7137944"/>
              <a:gd name="connsiteY1" fmla="*/ 0 h 8317594"/>
              <a:gd name="connsiteX2" fmla="*/ 7137944 w 7137944"/>
              <a:gd name="connsiteY2" fmla="*/ 8317594 h 8317594"/>
              <a:gd name="connsiteX3" fmla="*/ 0 w 7137944"/>
              <a:gd name="connsiteY3" fmla="*/ 8317594 h 831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7944" h="8317594">
                <a:moveTo>
                  <a:pt x="0" y="0"/>
                </a:moveTo>
                <a:lnTo>
                  <a:pt x="7137944" y="0"/>
                </a:lnTo>
                <a:lnTo>
                  <a:pt x="7137944" y="8317594"/>
                </a:lnTo>
                <a:lnTo>
                  <a:pt x="0" y="8317594"/>
                </a:lnTo>
                <a:close/>
              </a:path>
            </a:pathLst>
          </a:custGeom>
        </p:spPr>
      </p:pic>
      <p:pic>
        <p:nvPicPr>
          <p:cNvPr id="27" name="Picture 26" descr="A logo on a black background&#10;&#10;Description automatically generated">
            <a:extLst>
              <a:ext uri="{FF2B5EF4-FFF2-40B4-BE49-F238E27FC236}">
                <a16:creationId xmlns:a16="http://schemas.microsoft.com/office/drawing/2014/main" id="{28516A6F-16C5-CC18-A4D4-ACFAB51725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6" y="295487"/>
            <a:ext cx="2284865" cy="1024094"/>
          </a:xfrm>
          <a:prstGeom prst="rect">
            <a:avLst/>
          </a:prstGeom>
        </p:spPr>
      </p:pic>
      <p:sp useBgFill="1"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7E887F-B8CD-3D8D-4714-A3D957BAB74A}"/>
              </a:ext>
            </a:extLst>
          </p:cNvPr>
          <p:cNvSpPr/>
          <p:nvPr userDrawn="1"/>
        </p:nvSpPr>
        <p:spPr bwMode="auto">
          <a:xfrm>
            <a:off x="312616" y="2250831"/>
            <a:ext cx="8190523" cy="2922954"/>
          </a:xfrm>
          <a:prstGeom prst="roundRect">
            <a:avLst>
              <a:gd name="adj" fmla="val 3867"/>
            </a:avLst>
          </a:prstGeom>
          <a:ln w="158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B6D726-581C-C515-C483-0865B370FEA9}"/>
              </a:ext>
            </a:extLst>
          </p:cNvPr>
          <p:cNvSpPr/>
          <p:nvPr userDrawn="1"/>
        </p:nvSpPr>
        <p:spPr bwMode="auto">
          <a:xfrm>
            <a:off x="312616" y="4003040"/>
            <a:ext cx="8190523" cy="11176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CFB22F-8FFF-334C-C82A-19B40CFBC414}"/>
              </a:ext>
            </a:extLst>
          </p:cNvPr>
          <p:cNvSpPr/>
          <p:nvPr userDrawn="1"/>
        </p:nvSpPr>
        <p:spPr bwMode="auto">
          <a:xfrm>
            <a:off x="312616" y="2250831"/>
            <a:ext cx="8190523" cy="2922954"/>
          </a:xfrm>
          <a:prstGeom prst="roundRect">
            <a:avLst>
              <a:gd name="adj" fmla="val 3867"/>
            </a:avLst>
          </a:prstGeom>
          <a:noFill/>
          <a:ln w="15875">
            <a:gradFill>
              <a:gsLst>
                <a:gs pos="0">
                  <a:schemeClr val="bg1"/>
                </a:gs>
                <a:gs pos="97203">
                  <a:schemeClr val="bg1"/>
                </a:gs>
                <a:gs pos="6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F5546D9-C99A-1C04-0655-66F5341180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656" y="2697203"/>
            <a:ext cx="7595719" cy="1130466"/>
          </a:xfrm>
          <a:prstGeom prst="rect">
            <a:avLst/>
          </a:prstGeom>
          <a:noFill/>
        </p:spPr>
        <p:txBody>
          <a:bodyPr lIns="0" rIns="0" anchor="b" anchorCtr="0"/>
          <a:lstStyle>
            <a:lvl1pPr marL="0" algn="l" defTabSz="373183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None/>
              <a:defRPr lang="en-US" sz="4800" b="0" kern="1200" cap="none" spc="-21" baseline="0" dirty="0">
                <a:ln w="3175">
                  <a:noFill/>
                </a:ln>
                <a:solidFill>
                  <a:schemeClr val="bg1"/>
                </a:solidFill>
                <a:effectLst>
                  <a:outerShdw blurRad="127000" dist="101600" dir="2700000" algn="tl">
                    <a:srgbClr val="000000">
                      <a:alpha val="26000"/>
                    </a:srgbClr>
                  </a:outerShdw>
                </a:effectLst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81E0289-C04C-A66A-220E-548AB1810A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863" y="4157892"/>
            <a:ext cx="7595719" cy="775832"/>
          </a:xfrm>
          <a:prstGeom prst="rect">
            <a:avLst/>
          </a:prstGeom>
          <a:noFill/>
        </p:spPr>
        <p:txBody>
          <a:bodyPr lIns="0" rIns="0" anchor="t" anchorCtr="0"/>
          <a:lstStyle>
            <a:lvl1pPr marL="0" algn="l" defTabSz="373183" rtl="0" eaLnBrk="1" latinLnBrk="0" hangingPunct="1">
              <a:lnSpc>
                <a:spcPct val="150000"/>
              </a:lnSpc>
              <a:spcBef>
                <a:spcPts val="0"/>
              </a:spcBef>
              <a:buSzPct val="90000"/>
              <a:buNone/>
              <a:defRPr lang="en-US" sz="2133" b="0" kern="1200" cap="none" spc="-21" baseline="0" dirty="0">
                <a:ln w="3175">
                  <a:noFill/>
                </a:ln>
                <a:solidFill>
                  <a:schemeClr val="bg1"/>
                </a:solidFill>
                <a:effectLst>
                  <a:outerShdw blurRad="127000" dist="101600" dir="2700000" algn="tl">
                    <a:srgbClr val="000000">
                      <a:alpha val="26000"/>
                    </a:srgbClr>
                  </a:outerShdw>
                </a:effectLst>
                <a:latin typeface="Segoe Sans Display Light" pitchFamily="2" charset="0"/>
                <a:ea typeface="+mn-ea"/>
                <a:cs typeface="Segoe Sans Display Light" pitchFamily="2" charset="0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add subtitle/ Speaker name</a:t>
            </a:r>
          </a:p>
        </p:txBody>
      </p:sp>
      <p:pic>
        <p:nvPicPr>
          <p:cNvPr id="28" name="Picture 27" descr="A close up of a sphere&#10;&#10;Description automatically generated">
            <a:extLst>
              <a:ext uri="{FF2B5EF4-FFF2-40B4-BE49-F238E27FC236}">
                <a16:creationId xmlns:a16="http://schemas.microsoft.com/office/drawing/2014/main" id="{C10FCC9C-CA48-911E-6BF1-72FD9346DED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561478" y="1917700"/>
            <a:ext cx="561582" cy="56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137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0EA2969-34DD-DAA8-1D7E-246D83F08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6" y="510988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816" y="246888"/>
            <a:ext cx="11018838" cy="246221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2019300"/>
            <a:ext cx="11025188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167E468-CDA1-75E9-AB86-FAD0C1101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5040" y="6356350"/>
            <a:ext cx="7813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F93FC27-A1D1-4A1D-8E2D-C92B07A037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6630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18B7EF-51F4-0AF3-B6B2-14F3663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0311"/>
            <a:ext cx="11018520" cy="430887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AC98D00-037E-AA9F-9072-F66D12F7D7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7" y="316933"/>
            <a:ext cx="3536997" cy="338554"/>
          </a:xfrm>
        </p:spPr>
        <p:txBody>
          <a:bodyPr anchor="t"/>
          <a:lstStyle>
            <a:lvl1pPr marL="0" indent="0" algn="l" defTabSz="914367" rtl="0" eaLnBrk="1" latinLnBrk="0" hangingPunct="1">
              <a:spcBef>
                <a:spcPts val="0"/>
              </a:spcBef>
              <a:buNone/>
              <a:defRPr lang="en-US" sz="16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58507D-BE25-A676-EF32-EE4249E5B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518" y="1039270"/>
            <a:ext cx="11018520" cy="27699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5938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844368"/>
            <a:ext cx="12379568" cy="3302698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CEAEC18-8489-693F-78F7-AC580E3166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CE6E8CE-8F11-3F60-9DA8-1FD661975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49" y="3033223"/>
            <a:ext cx="11025188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b="0" cap="none" spc="-5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01958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3" r:id="rId2"/>
    <p:sldLayoutId id="2147483694" r:id="rId3"/>
    <p:sldLayoutId id="2147483681" r:id="rId4"/>
    <p:sldLayoutId id="2147483695" r:id="rId5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sv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org&amp;utm_campaign=index&amp;utm_content=thumbnai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2.png"/><Relationship Id="rId7" Type="http://schemas.openxmlformats.org/officeDocument/2006/relationships/image" Target="../media/image22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3.pn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17.png"/><Relationship Id="rId9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A46E-F061-0334-0FC7-FDF2517E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53B1CA-C7CA-A291-370B-82B42B993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dirty="0" err="1">
                <a:latin typeface="Segoe UI Semibold"/>
                <a:cs typeface="Segoe UI Semibold"/>
              </a:rPr>
              <a:t>GovTech</a:t>
            </a:r>
            <a:r>
              <a:rPr lang="en-US" dirty="0">
                <a:latin typeface="Segoe UI Semibold"/>
                <a:cs typeface="Segoe UI Semibold"/>
              </a:rPr>
              <a:t> M365 Copilot</a:t>
            </a:r>
            <a:br>
              <a:rPr lang="en-US" dirty="0">
                <a:latin typeface="Segoe UI Semibold"/>
                <a:cs typeface="Segoe UI Semibold"/>
              </a:rPr>
            </a:br>
            <a:r>
              <a:rPr lang="en-US" dirty="0">
                <a:latin typeface="Segoe UI Semibold"/>
                <a:cs typeface="Segoe UI Semibold"/>
              </a:rPr>
              <a:t>Agent-a-thon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0CE25-33DE-FC53-727B-119F9C8C95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Reuel Ngo</a:t>
            </a:r>
          </a:p>
        </p:txBody>
      </p:sp>
      <p:sp>
        <p:nvSpPr>
          <p:cNvPr id="4" name="AutoShape 6" descr="Dŵr Cymru Welsh Water Logo">
            <a:extLst>
              <a:ext uri="{FF2B5EF4-FFF2-40B4-BE49-F238E27FC236}">
                <a16:creationId xmlns:a16="http://schemas.microsoft.com/office/drawing/2014/main" id="{8A43F54A-8191-9733-DC60-A3F1656AAA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AutoShape 2" descr="SOUTHERN WATER'S APPLEY SEWER WORKS COULD CONTINUE UNTIL MARCH 2022 ...">
            <a:extLst>
              <a:ext uri="{FF2B5EF4-FFF2-40B4-BE49-F238E27FC236}">
                <a16:creationId xmlns:a16="http://schemas.microsoft.com/office/drawing/2014/main" id="{ED55737B-5C50-3AAB-EDB2-A0857BD867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942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272CF4-2ECD-1DA0-B1D0-4EBF1496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8100" y="1556016"/>
            <a:ext cx="11285281" cy="4661029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-50" normalizeH="0" baseline="0" noProof="0" dirty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</a:rPr>
              <a:t>Facilitators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649224" y="1783080"/>
            <a:ext cx="2015337" cy="1861535"/>
            <a:chOff x="4352544" y="2051844"/>
            <a:chExt cx="3474720" cy="3209528"/>
          </a:xfrm>
        </p:grpSpPr>
        <p:grpSp>
          <p:nvGrpSpPr>
            <p:cNvPr id="2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4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1]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2865729" y="1783080"/>
            <a:ext cx="2015337" cy="1861535"/>
            <a:chOff x="4352544" y="2051844"/>
            <a:chExt cx="3474720" cy="3209528"/>
          </a:xfrm>
        </p:grpSpPr>
        <p:grpSp>
          <p:nvGrpSpPr>
            <p:cNvPr id="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10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2]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11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13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5082234" y="1783080"/>
            <a:ext cx="2015337" cy="1861535"/>
            <a:chOff x="4352544" y="2051844"/>
            <a:chExt cx="3474720" cy="3209528"/>
          </a:xfrm>
        </p:grpSpPr>
        <p:grpSp>
          <p:nvGrpSpPr>
            <p:cNvPr id="14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15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3]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16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1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7298739" y="1783080"/>
            <a:ext cx="2015337" cy="1861535"/>
            <a:chOff x="4352544" y="2051844"/>
            <a:chExt cx="3474720" cy="3209528"/>
          </a:xfrm>
        </p:grpSpPr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24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4]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25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9515244" y="1783080"/>
            <a:ext cx="2015337" cy="1861535"/>
            <a:chOff x="4352544" y="2051844"/>
            <a:chExt cx="3474720" cy="3209528"/>
          </a:xfrm>
        </p:grpSpPr>
        <p:grpSp>
          <p:nvGrpSpPr>
            <p:cNvPr id="2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0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5]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1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33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649224" y="3886200"/>
            <a:ext cx="2015337" cy="1861535"/>
            <a:chOff x="4352544" y="2051844"/>
            <a:chExt cx="3474720" cy="3209528"/>
          </a:xfrm>
        </p:grpSpPr>
        <p:grpSp>
          <p:nvGrpSpPr>
            <p:cNvPr id="34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5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6]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6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3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2865729" y="3886200"/>
            <a:ext cx="2015337" cy="1861535"/>
            <a:chOff x="4352544" y="2051844"/>
            <a:chExt cx="3474720" cy="3209528"/>
          </a:xfrm>
        </p:grpSpPr>
        <p:grpSp>
          <p:nvGrpSpPr>
            <p:cNvPr id="3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40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7]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41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43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5082234" y="3886200"/>
            <a:ext cx="2015337" cy="1861535"/>
            <a:chOff x="4352544" y="2051844"/>
            <a:chExt cx="3474720" cy="3209528"/>
          </a:xfrm>
        </p:grpSpPr>
        <p:grpSp>
          <p:nvGrpSpPr>
            <p:cNvPr id="44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45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8]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46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7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4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7298739" y="3886200"/>
            <a:ext cx="2015337" cy="1861535"/>
            <a:chOff x="4352544" y="2051844"/>
            <a:chExt cx="3474720" cy="3209528"/>
          </a:xfrm>
        </p:grpSpPr>
        <p:grpSp>
          <p:nvGrpSpPr>
            <p:cNvPr id="4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50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9]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51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2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53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9515244" y="3886200"/>
            <a:ext cx="2015337" cy="1861535"/>
            <a:chOff x="4352544" y="2051844"/>
            <a:chExt cx="3474720" cy="320952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[Facilitator 10]</a:t>
                </a:r>
                <a:endParaRPr lang="en-GB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23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>
            <a:extLst>
              <a:ext uri="{FF2B5EF4-FFF2-40B4-BE49-F238E27FC236}">
                <a16:creationId xmlns:a16="http://schemas.microsoft.com/office/drawing/2014/main" id="{BAAE2A05-E2AC-2FE8-E84D-C236462E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11292"/>
            <a:ext cx="11018520" cy="430887"/>
          </a:xfrm>
        </p:spPr>
        <p:txBody>
          <a:bodyPr>
            <a:noAutofit/>
          </a:bodyPr>
          <a:lstStyle/>
          <a:p>
            <a:r>
              <a:rPr lang="en-US" sz="3200" dirty="0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Welcome to the Agent-a-thon</a:t>
            </a:r>
            <a:endParaRPr lang="en-US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F142C0-EF6C-AA5B-9CC8-633DDC7A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8264" y="1278604"/>
            <a:ext cx="5578620" cy="5235610"/>
          </a:xfrm>
          <a:prstGeom prst="roundRect">
            <a:avLst>
              <a:gd name="adj" fmla="val 3648"/>
            </a:avLst>
          </a:prstGeom>
          <a:solidFill>
            <a:schemeClr val="bg1">
              <a:alpha val="50000"/>
            </a:scheme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8016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BAAE47-DFCB-E619-1450-D8CF8496F7FB}"/>
              </a:ext>
            </a:extLst>
          </p:cNvPr>
          <p:cNvSpPr txBox="1"/>
          <p:nvPr/>
        </p:nvSpPr>
        <p:spPr>
          <a:xfrm>
            <a:off x="851885" y="1507653"/>
            <a:ext cx="5109436" cy="2117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Team, </a:t>
            </a:r>
          </a:p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  <a:p>
            <a:pPr lvl="0" defTabSz="91410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Welcome to the Agent-a-thon. </a:t>
            </a:r>
            <a:r>
              <a:rPr lang="en-US" sz="1400" dirty="0">
                <a:solidFill>
                  <a:srgbClr val="080808"/>
                </a:solidFill>
                <a:latin typeface="Segoe UI Semibold"/>
                <a:cs typeface="Segoe UI" panose="020B0502040204020203" pitchFamily="34" charset="0"/>
              </a:rPr>
              <a:t>Today you’ll design end-to-end processes using multiple agents to </a:t>
            </a:r>
            <a:r>
              <a:rPr lang="en-SG" sz="1400" dirty="0">
                <a:solidFill>
                  <a:srgbClr val="080808"/>
                </a:solidFill>
                <a:latin typeface="Segoe UI Semibold"/>
                <a:cs typeface="Segoe UI" panose="020B0502040204020203" pitchFamily="34" charset="0"/>
              </a:rPr>
              <a:t>streamline business operations and deliver meaningful business outcomes.</a:t>
            </a:r>
          </a:p>
          <a:p>
            <a:pPr lvl="0" defTabSz="91410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dirty="0">
              <a:solidFill>
                <a:srgbClr val="080808"/>
              </a:solidFill>
              <a:latin typeface="Segoe UI Semibold"/>
              <a:cs typeface="Segoe UI" panose="020B0502040204020203" pitchFamily="34" charset="0"/>
            </a:endParaRPr>
          </a:p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Time is short, so make it count. </a:t>
            </a:r>
            <a:r>
              <a:rPr lang="en-US" sz="1400" dirty="0">
                <a:solidFill>
                  <a:srgbClr val="080808"/>
                </a:solidFill>
                <a:latin typeface="Segoe UI Semibold"/>
                <a:cs typeface="Segoe UI" panose="020B0502040204020203" pitchFamily="34" charset="0"/>
              </a:rPr>
              <a:t>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our experts are here to help!</a:t>
            </a:r>
          </a:p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Here are the timings for the day.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6DB80B6-AE04-916C-7C48-AA411C1B3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489333" y="1278604"/>
            <a:ext cx="5231290" cy="5235610"/>
          </a:xfrm>
          <a:prstGeom prst="roundRect">
            <a:avLst>
              <a:gd name="adj" fmla="val 3648"/>
            </a:avLst>
          </a:prstGeom>
          <a:solidFill>
            <a:srgbClr val="230046">
              <a:alpha val="80000"/>
            </a:srgb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8016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0C548E-147B-CE4B-3F35-CBD6CC999AB9}"/>
              </a:ext>
            </a:extLst>
          </p:cNvPr>
          <p:cNvSpPr txBox="1"/>
          <p:nvPr/>
        </p:nvSpPr>
        <p:spPr>
          <a:xfrm>
            <a:off x="6768227" y="1507653"/>
            <a:ext cx="4673501" cy="49121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Top Tips</a:t>
            </a:r>
          </a:p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Watch the time. It’s easy to get caught up producing slides and not have a well-defined presentation.</a:t>
            </a:r>
          </a:p>
          <a:p>
            <a:pPr marL="342900" lvl="0" indent="-342900" defTabSz="914102" fontAlgn="base">
              <a:spcBef>
                <a:spcPct val="0"/>
              </a:spcBef>
              <a:spcAft>
                <a:spcPts val="1200"/>
              </a:spcAft>
              <a:buFontTx/>
              <a:buAutoNum type="arabicPeriod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You are designing an end-to-end process using </a:t>
            </a:r>
            <a:r>
              <a:rPr lang="en-US" sz="1400" dirty="0">
                <a:solidFill>
                  <a:srgbClr val="FFFFFF"/>
                </a:solidFill>
                <a:latin typeface="Segoe UI Semibold"/>
                <a:cs typeface="Segoe UI"/>
              </a:rPr>
              <a:t>multiple agents – describe the input and </a:t>
            </a:r>
            <a:r>
              <a:rPr lang="en-SG" sz="1400" dirty="0">
                <a:solidFill>
                  <a:srgbClr val="FFFFFF"/>
                </a:solidFill>
                <a:latin typeface="Segoe UI Semibold"/>
                <a:cs typeface="Segoe UI"/>
              </a:rPr>
              <a:t>output of each agent, explain how the outputs feed into the next step. Focus on the approach rather than the exact prompts</a:t>
            </a:r>
          </a:p>
          <a:p>
            <a:pPr marL="342900" lvl="0" indent="-342900" defTabSz="914102" fontAlgn="base">
              <a:spcBef>
                <a:spcPct val="0"/>
              </a:spcBef>
              <a:spcAft>
                <a:spcPts val="1200"/>
              </a:spcAft>
              <a:buFontTx/>
              <a:buAutoNum type="arabicPeriod"/>
              <a:defRPr/>
            </a:pPr>
            <a:r>
              <a:rPr lang="en-US" sz="1400" dirty="0">
                <a:solidFill>
                  <a:srgbClr val="FFFFFF"/>
                </a:solidFill>
                <a:latin typeface="Segoe UI Semibold"/>
                <a:cs typeface="Segoe UI"/>
              </a:rPr>
              <a:t>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very use case must involve at least 1 agent, you can use Copilot Chat and/or Copilot in the O365 apps, e.g. Copilot in Outlook.</a:t>
            </a:r>
          </a:p>
          <a:p>
            <a:pPr marL="342900" marR="0" lvl="0" indent="-34290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Keep your workflows and agents within the tool capabilities. This is the art of the possible NOT the impossible.</a:t>
            </a:r>
          </a:p>
          <a:p>
            <a:pPr marL="342900" marR="0" lvl="0" indent="-34290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Judges want the most impactful Workflows &amp; Agents — a workflow saving 10 minutes used 20 times a week beats one saving 2 hours once.</a:t>
            </a:r>
          </a:p>
          <a:p>
            <a:pPr marL="342900" marR="0" lvl="0" indent="-34290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Send your slides across on time!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8531E1-A4C3-E51A-89A9-527FB3741654}"/>
              </a:ext>
            </a:extLst>
          </p:cNvPr>
          <p:cNvGraphicFramePr>
            <a:graphicFrameLocks noGrp="1"/>
          </p:cNvGraphicFramePr>
          <p:nvPr/>
        </p:nvGraphicFramePr>
        <p:xfrm>
          <a:off x="1138323" y="4069080"/>
          <a:ext cx="4822998" cy="1960815"/>
        </p:xfrm>
        <a:graphic>
          <a:graphicData uri="http://schemas.openxmlformats.org/drawingml/2006/table">
            <a:tbl>
              <a:tblPr/>
              <a:tblGrid>
                <a:gridCol w="1476808">
                  <a:extLst>
                    <a:ext uri="{9D8B030D-6E8A-4147-A177-3AD203B41FA5}">
                      <a16:colId xmlns:a16="http://schemas.microsoft.com/office/drawing/2014/main" val="788874500"/>
                    </a:ext>
                  </a:extLst>
                </a:gridCol>
                <a:gridCol w="3346190">
                  <a:extLst>
                    <a:ext uri="{9D8B030D-6E8A-4147-A177-3AD203B41FA5}">
                      <a16:colId xmlns:a16="http://schemas.microsoft.com/office/drawing/2014/main" val="2628795654"/>
                    </a:ext>
                  </a:extLst>
                </a:gridCol>
              </a:tblGrid>
              <a:tr h="356666"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09:00 – 09:20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Welcome + </a:t>
                      </a:r>
                      <a:r>
                        <a:rPr lang="en-GB" sz="1200" dirty="0" err="1">
                          <a:effectLst/>
                        </a:rPr>
                        <a:t>Kickoff</a:t>
                      </a:r>
                      <a:endParaRPr lang="en-GB" sz="1200" dirty="0">
                        <a:effectLst/>
                      </a:endParaRP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15521"/>
                  </a:ext>
                </a:extLst>
              </a:tr>
              <a:tr h="356666"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09:20 – 10:00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1B3A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 in M365 Copilot + Judging Criteria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052339"/>
                  </a:ext>
                </a:extLst>
              </a:tr>
              <a:tr h="356666"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10:00 - 11:30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Hack Session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37748"/>
                  </a:ext>
                </a:extLst>
              </a:tr>
              <a:tr h="513681"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11:30 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‼️ Ensure presentations are submitted in the Teams channel for your area.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349590"/>
                  </a:ext>
                </a:extLst>
              </a:tr>
              <a:tr h="377136"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11:30 - 12:45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sz="1200" dirty="0">
                          <a:effectLst/>
                        </a:rPr>
                        <a:t>Pitching, Judging and awards</a:t>
                      </a:r>
                    </a:p>
                  </a:txBody>
                  <a:tcPr marL="19433" marR="19433" marT="9716" marB="9716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546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6025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12">
            <a:extLst>
              <a:ext uri="{FF2B5EF4-FFF2-40B4-BE49-F238E27FC236}">
                <a16:creationId xmlns:a16="http://schemas.microsoft.com/office/drawing/2014/main" id="{C72BD00F-4CDE-F13C-1A4B-1021316E0883}"/>
              </a:ext>
            </a:extLst>
          </p:cNvPr>
          <p:cNvSpPr/>
          <p:nvPr/>
        </p:nvSpPr>
        <p:spPr bwMode="auto">
          <a:xfrm>
            <a:off x="3538728" y="2651760"/>
            <a:ext cx="5120640" cy="15544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Why Agents?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429000"/>
            <a:ext cx="2624328" cy="0"/>
          </a:xfrm>
          <a:prstGeom prst="line">
            <a:avLst/>
          </a:prstGeom>
          <a:ln w="28575">
            <a:solidFill>
              <a:srgbClr val="8E44C0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87968" y="3429000"/>
            <a:ext cx="2615184" cy="0"/>
          </a:xfrm>
          <a:prstGeom prst="line">
            <a:avLst/>
          </a:prstGeom>
          <a:ln w="28575">
            <a:solidFill>
              <a:srgbClr val="8E44C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3017520"/>
            <a:ext cx="1938528" cy="0"/>
          </a:xfrm>
          <a:prstGeom prst="line">
            <a:avLst/>
          </a:prstGeom>
          <a:ln w="15875">
            <a:solidFill>
              <a:srgbClr val="8E44C0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87968" y="3017520"/>
            <a:ext cx="1929384" cy="0"/>
          </a:xfrm>
          <a:prstGeom prst="line">
            <a:avLst/>
          </a:prstGeom>
          <a:ln w="15875">
            <a:solidFill>
              <a:srgbClr val="8E44C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3840480"/>
            <a:ext cx="1938528" cy="0"/>
          </a:xfrm>
          <a:prstGeom prst="line">
            <a:avLst/>
          </a:prstGeom>
          <a:ln w="15875">
            <a:solidFill>
              <a:srgbClr val="8E44C0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87968" y="3840480"/>
            <a:ext cx="1929384" cy="0"/>
          </a:xfrm>
          <a:prstGeom prst="line">
            <a:avLst/>
          </a:prstGeom>
          <a:ln w="15875">
            <a:solidFill>
              <a:srgbClr val="8E44C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100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12FF-4D71-2D60-3A86-859E0BD6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7">
            <a:extLst>
              <a:ext uri="{FF2B5EF4-FFF2-40B4-BE49-F238E27FC236}">
                <a16:creationId xmlns:a16="http://schemas.microsoft.com/office/drawing/2014/main" id="{35E10CA7-1766-E6FB-FAAC-2EF48270BA3C}"/>
              </a:ext>
            </a:extLst>
          </p:cNvPr>
          <p:cNvSpPr txBox="1">
            <a:spLocks/>
          </p:cNvSpPr>
          <p:nvPr/>
        </p:nvSpPr>
        <p:spPr>
          <a:xfrm>
            <a:off x="0" y="457200"/>
            <a:ext cx="121920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algn="ctr" defTabSz="914400">
              <a:lnSpc>
                <a:spcPct val="90000"/>
              </a:lnSpc>
            </a:pPr>
            <a:r>
              <a:rPr lang="en-SG" dirty="0"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a typeface="+mj-ea"/>
                <a:cs typeface="+mn-cs"/>
              </a:rPr>
              <a:t>What are agents?</a:t>
            </a:r>
          </a:p>
        </p:txBody>
      </p:sp>
      <p:sp>
        <p:nvSpPr>
          <p:cNvPr id="33" name="Title 7">
            <a:extLst>
              <a:ext uri="{FF2B5EF4-FFF2-40B4-BE49-F238E27FC236}">
                <a16:creationId xmlns:a16="http://schemas.microsoft.com/office/drawing/2014/main" id="{9ACD347C-0C91-A6F1-2C3B-7743752D4D95}"/>
              </a:ext>
            </a:extLst>
          </p:cNvPr>
          <p:cNvSpPr txBox="1">
            <a:spLocks/>
          </p:cNvSpPr>
          <p:nvPr/>
        </p:nvSpPr>
        <p:spPr>
          <a:xfrm>
            <a:off x="587375" y="1048051"/>
            <a:ext cx="1101725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cap="none" spc="-50" baseline="0" dirty="0">
                <a:ln w="3175">
                  <a:noFill/>
                </a:ln>
                <a:gradFill flip="none" rotWithShape="1">
                  <a:gsLst>
                    <a:gs pos="0">
                      <a:srgbClr val="FF5C39"/>
                    </a:gs>
                    <a:gs pos="25000">
                      <a:srgbClr val="F4364C"/>
                    </a:gs>
                    <a:gs pos="75000">
                      <a:srgbClr val="0078D4"/>
                    </a:gs>
                    <a:gs pos="50000">
                      <a:srgbClr val="C03BC4"/>
                    </a:gs>
                    <a:gs pos="100000">
                      <a:srgbClr val="14938C"/>
                    </a:gs>
                  </a:gsLst>
                  <a:lin ang="0" scaled="1"/>
                  <a:tileRect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j-lt"/>
                <a:cs typeface="Segoe UI" pitchFamily="34" charset="0"/>
              </a:rPr>
              <a:t>AI designed to perform a task</a:t>
            </a:r>
            <a:endParaRPr kumimoji="0" lang="en-US" sz="3600" i="0" strike="noStrike" kern="1200" cap="none" spc="-50" normalizeH="0" baseline="0" noProof="0" dirty="0">
              <a:ln w="3175">
                <a:noFill/>
              </a:ln>
              <a:gradFill flip="none" rotWithShape="1">
                <a:gsLst>
                  <a:gs pos="0">
                    <a:srgbClr val="FF5C39"/>
                  </a:gs>
                  <a:gs pos="25000">
                    <a:srgbClr val="F4364C"/>
                  </a:gs>
                  <a:gs pos="50000">
                    <a:srgbClr val="C03BC4"/>
                  </a:gs>
                  <a:gs pos="75000">
                    <a:srgbClr val="0078D4"/>
                  </a:gs>
                  <a:gs pos="100000">
                    <a:srgbClr val="14938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UI" panose="020B0502040204020203" pitchFamily="34" charset="0"/>
              <a:ea typeface="+mj-lt"/>
              <a:cs typeface="Segoe UI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3FF7061-5DB9-0D64-ADA6-32EF6E578F02}"/>
              </a:ext>
            </a:extLst>
          </p:cNvPr>
          <p:cNvGrpSpPr/>
          <p:nvPr/>
        </p:nvGrpSpPr>
        <p:grpSpPr>
          <a:xfrm>
            <a:off x="171450" y="1687547"/>
            <a:ext cx="11846451" cy="698294"/>
            <a:chOff x="171450" y="1687547"/>
            <a:chExt cx="11846451" cy="698294"/>
          </a:xfrm>
        </p:grpSpPr>
        <p:sp>
          <p:nvSpPr>
            <p:cNvPr id="61" name="Graphic 197">
              <a:extLst>
                <a:ext uri="{FF2B5EF4-FFF2-40B4-BE49-F238E27FC236}">
                  <a16:creationId xmlns:a16="http://schemas.microsoft.com/office/drawing/2014/main" id="{A2CAB46D-2EBD-F09C-D161-434FFF77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71450" y="1687547"/>
              <a:ext cx="11846451" cy="698294"/>
            </a:xfrm>
            <a:custGeom>
              <a:avLst/>
              <a:gdLst>
                <a:gd name="connsiteX0" fmla="*/ 18288 w 11846451"/>
                <a:gd name="connsiteY0" fmla="*/ 304176 h 698294"/>
                <a:gd name="connsiteX1" fmla="*/ 315665 w 11846451"/>
                <a:gd name="connsiteY1" fmla="*/ 6796 h 698294"/>
                <a:gd name="connsiteX2" fmla="*/ 352278 w 11846451"/>
                <a:gd name="connsiteY2" fmla="*/ 6796 h 698294"/>
                <a:gd name="connsiteX3" fmla="*/ 359861 w 11846451"/>
                <a:gd name="connsiteY3" fmla="*/ 25103 h 698294"/>
                <a:gd name="connsiteX4" fmla="*/ 359861 w 11846451"/>
                <a:gd name="connsiteY4" fmla="*/ 92978 h 698294"/>
                <a:gd name="connsiteX5" fmla="*/ 422364 w 11846451"/>
                <a:gd name="connsiteY5" fmla="*/ 155481 h 698294"/>
                <a:gd name="connsiteX6" fmla="*/ 11412665 w 11846451"/>
                <a:gd name="connsiteY6" fmla="*/ 155481 h 698294"/>
                <a:gd name="connsiteX7" fmla="*/ 11494580 w 11846451"/>
                <a:gd name="connsiteY7" fmla="*/ 73585 h 698294"/>
                <a:gd name="connsiteX8" fmla="*/ 11494580 w 11846451"/>
                <a:gd name="connsiteY8" fmla="*/ 44496 h 698294"/>
                <a:gd name="connsiteX9" fmla="*/ 11528489 w 11846451"/>
                <a:gd name="connsiteY9" fmla="*/ 10577 h 698294"/>
                <a:gd name="connsiteX10" fmla="*/ 11552491 w 11846451"/>
                <a:gd name="connsiteY10" fmla="*/ 20512 h 698294"/>
                <a:gd name="connsiteX11" fmla="*/ 11822431 w 11846451"/>
                <a:gd name="connsiteY11" fmla="*/ 290460 h 698294"/>
                <a:gd name="connsiteX12" fmla="*/ 11822431 w 11846451"/>
                <a:gd name="connsiteY12" fmla="*/ 406284 h 698294"/>
                <a:gd name="connsiteX13" fmla="*/ 11552491 w 11846451"/>
                <a:gd name="connsiteY13" fmla="*/ 676213 h 698294"/>
                <a:gd name="connsiteX14" fmla="*/ 11504486 w 11846451"/>
                <a:gd name="connsiteY14" fmla="*/ 676213 h 698294"/>
                <a:gd name="connsiteX15" fmla="*/ 11494580 w 11846451"/>
                <a:gd name="connsiteY15" fmla="*/ 652229 h 698294"/>
                <a:gd name="connsiteX16" fmla="*/ 11494580 w 11846451"/>
                <a:gd name="connsiteY16" fmla="*/ 623140 h 698294"/>
                <a:gd name="connsiteX17" fmla="*/ 11412665 w 11846451"/>
                <a:gd name="connsiteY17" fmla="*/ 541244 h 698294"/>
                <a:gd name="connsiteX18" fmla="*/ 422364 w 11846451"/>
                <a:gd name="connsiteY18" fmla="*/ 541244 h 698294"/>
                <a:gd name="connsiteX19" fmla="*/ 359861 w 11846451"/>
                <a:gd name="connsiteY19" fmla="*/ 603747 h 698294"/>
                <a:gd name="connsiteX20" fmla="*/ 359861 w 11846451"/>
                <a:gd name="connsiteY20" fmla="*/ 671622 h 698294"/>
                <a:gd name="connsiteX21" fmla="*/ 333970 w 11846451"/>
                <a:gd name="connsiteY21" fmla="*/ 697511 h 698294"/>
                <a:gd name="connsiteX22" fmla="*/ 315664 w 11846451"/>
                <a:gd name="connsiteY22" fmla="*/ 689929 h 698294"/>
                <a:gd name="connsiteX23" fmla="*/ 18289 w 11846451"/>
                <a:gd name="connsiteY23" fmla="*/ 392568 h 698294"/>
                <a:gd name="connsiteX24" fmla="*/ 18288 w 11846451"/>
                <a:gd name="connsiteY24" fmla="*/ 304176 h 698294"/>
                <a:gd name="connsiteX25" fmla="*/ 18288 w 11846451"/>
                <a:gd name="connsiteY25" fmla="*/ 304176 h 69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846451" h="698294">
                  <a:moveTo>
                    <a:pt x="18288" y="304176"/>
                  </a:moveTo>
                  <a:lnTo>
                    <a:pt x="315665" y="6796"/>
                  </a:lnTo>
                  <a:cubicBezTo>
                    <a:pt x="325774" y="-3310"/>
                    <a:pt x="342167" y="-3310"/>
                    <a:pt x="352278" y="6796"/>
                  </a:cubicBezTo>
                  <a:cubicBezTo>
                    <a:pt x="357133" y="11654"/>
                    <a:pt x="359861" y="18235"/>
                    <a:pt x="359861" y="25103"/>
                  </a:cubicBezTo>
                  <a:lnTo>
                    <a:pt x="359861" y="92978"/>
                  </a:lnTo>
                  <a:cubicBezTo>
                    <a:pt x="359861" y="127497"/>
                    <a:pt x="387844" y="155481"/>
                    <a:pt x="422364" y="155481"/>
                  </a:cubicBezTo>
                  <a:lnTo>
                    <a:pt x="11412665" y="155481"/>
                  </a:lnTo>
                  <a:cubicBezTo>
                    <a:pt x="11457909" y="155481"/>
                    <a:pt x="11494580" y="118819"/>
                    <a:pt x="11494580" y="73585"/>
                  </a:cubicBezTo>
                  <a:lnTo>
                    <a:pt x="11494580" y="44496"/>
                  </a:lnTo>
                  <a:cubicBezTo>
                    <a:pt x="11494580" y="25760"/>
                    <a:pt x="11509724" y="10577"/>
                    <a:pt x="11528489" y="10577"/>
                  </a:cubicBezTo>
                  <a:cubicBezTo>
                    <a:pt x="11537538" y="10577"/>
                    <a:pt x="11546110" y="14149"/>
                    <a:pt x="11552491" y="20512"/>
                  </a:cubicBezTo>
                  <a:lnTo>
                    <a:pt x="11822431" y="290460"/>
                  </a:lnTo>
                  <a:cubicBezTo>
                    <a:pt x="11854435" y="322445"/>
                    <a:pt x="11854435" y="374299"/>
                    <a:pt x="11822431" y="406284"/>
                  </a:cubicBezTo>
                  <a:lnTo>
                    <a:pt x="11552491" y="676213"/>
                  </a:lnTo>
                  <a:cubicBezTo>
                    <a:pt x="11539252" y="689462"/>
                    <a:pt x="11517726" y="689462"/>
                    <a:pt x="11504486" y="676213"/>
                  </a:cubicBezTo>
                  <a:cubicBezTo>
                    <a:pt x="11498199" y="669850"/>
                    <a:pt x="11494580" y="661221"/>
                    <a:pt x="11494580" y="652229"/>
                  </a:cubicBezTo>
                  <a:lnTo>
                    <a:pt x="11494580" y="623140"/>
                  </a:lnTo>
                  <a:cubicBezTo>
                    <a:pt x="11494580" y="577905"/>
                    <a:pt x="11457909" y="541244"/>
                    <a:pt x="11412665" y="541244"/>
                  </a:cubicBezTo>
                  <a:lnTo>
                    <a:pt x="422364" y="541244"/>
                  </a:lnTo>
                  <a:cubicBezTo>
                    <a:pt x="387844" y="541244"/>
                    <a:pt x="359861" y="569228"/>
                    <a:pt x="359861" y="603747"/>
                  </a:cubicBezTo>
                  <a:lnTo>
                    <a:pt x="359861" y="671622"/>
                  </a:lnTo>
                  <a:cubicBezTo>
                    <a:pt x="359861" y="685919"/>
                    <a:pt x="348269" y="697511"/>
                    <a:pt x="333970" y="697511"/>
                  </a:cubicBezTo>
                  <a:cubicBezTo>
                    <a:pt x="327104" y="697511"/>
                    <a:pt x="320519" y="694787"/>
                    <a:pt x="315664" y="689929"/>
                  </a:cubicBezTo>
                  <a:lnTo>
                    <a:pt x="18289" y="392568"/>
                  </a:lnTo>
                  <a:cubicBezTo>
                    <a:pt x="-6119" y="368155"/>
                    <a:pt x="-6120" y="328589"/>
                    <a:pt x="18288" y="304176"/>
                  </a:cubicBezTo>
                  <a:cubicBezTo>
                    <a:pt x="18288" y="304176"/>
                    <a:pt x="18288" y="304176"/>
                    <a:pt x="18288" y="30417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840C4"/>
                </a:gs>
                <a:gs pos="77000">
                  <a:srgbClr val="605ACC"/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2" name="Title 7">
              <a:extLst>
                <a:ext uri="{FF2B5EF4-FFF2-40B4-BE49-F238E27FC236}">
                  <a16:creationId xmlns:a16="http://schemas.microsoft.com/office/drawing/2014/main" id="{33E52D81-42D1-9F0A-6AD8-27320E698F49}"/>
                </a:ext>
              </a:extLst>
            </p:cNvPr>
            <p:cNvSpPr txBox="1">
              <a:spLocks/>
            </p:cNvSpPr>
            <p:nvPr/>
          </p:nvSpPr>
          <p:spPr>
            <a:xfrm>
              <a:off x="587375" y="1882806"/>
              <a:ext cx="11017250" cy="30777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000" b="0" kern="1200" cap="none" spc="-50" baseline="0" dirty="0">
                  <a:ln w="3175">
                    <a:noFill/>
                  </a:ln>
                  <a:gradFill flip="none" rotWithShape="1">
                    <a:gsLst>
                      <a:gs pos="0">
                        <a:srgbClr val="FF5C39"/>
                      </a:gs>
                      <a:gs pos="25000">
                        <a:srgbClr val="F4364C"/>
                      </a:gs>
                      <a:gs pos="75000">
                        <a:srgbClr val="0078D4"/>
                      </a:gs>
                      <a:gs pos="50000">
                        <a:srgbClr val="C03BC4"/>
                      </a:gs>
                      <a:gs pos="100000">
                        <a:srgbClr val="14938C"/>
                      </a:gs>
                    </a:gsLst>
                    <a:lin ang="0" scaled="1"/>
                    <a:tileRect/>
                  </a:gra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ea typeface="+mn-ea"/>
                  <a:cs typeface="Segoe UI"/>
                </a:rPr>
                <a:t>Tasks can vary in level of complexity and capabilities depending on your need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1EE289-FB23-747F-41D8-9241CF14DD3E}"/>
              </a:ext>
            </a:extLst>
          </p:cNvPr>
          <p:cNvGrpSpPr/>
          <p:nvPr/>
        </p:nvGrpSpPr>
        <p:grpSpPr>
          <a:xfrm>
            <a:off x="587374" y="2347804"/>
            <a:ext cx="11017254" cy="3316149"/>
            <a:chOff x="587374" y="2347804"/>
            <a:chExt cx="11017254" cy="3316149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3A6BD54-566A-85C5-F652-2941EDEBA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alphaModFix amt="45000"/>
            </a:blip>
            <a:srcRect l="7533" t="35613" r="65955" b="15124"/>
            <a:stretch/>
          </p:blipFill>
          <p:spPr>
            <a:xfrm>
              <a:off x="587374" y="2347804"/>
              <a:ext cx="11017254" cy="3316149"/>
            </a:xfrm>
            <a:prstGeom prst="roundRect">
              <a:avLst>
                <a:gd name="adj" fmla="val 4731"/>
              </a:avLst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>
              <a:outerShdw blurRad="63500" dist="127000" dir="2700000" algn="tl" rotWithShape="0">
                <a:srgbClr val="454142">
                  <a:alpha val="20000"/>
                </a:srgbClr>
              </a:outerShdw>
            </a:effectLst>
          </p:spPr>
        </p:pic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C345915D-FF5F-FEF7-90F4-758E4B3D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14" y="2744483"/>
              <a:ext cx="10682172" cy="460605"/>
            </a:xfrm>
            <a:prstGeom prst="roundRect">
              <a:avLst>
                <a:gd name="adj" fmla="val 12430"/>
              </a:avLst>
            </a:prstGeom>
            <a:noFill/>
            <a:ln w="12700">
              <a:gradFill flip="none" rotWithShape="1">
                <a:gsLst>
                  <a:gs pos="50000">
                    <a:srgbClr val="C03BC4"/>
                  </a:gs>
                  <a:gs pos="75000">
                    <a:srgbClr val="0078D4"/>
                  </a:gs>
                </a:gsLst>
                <a:lin ang="0" scaled="1"/>
                <a:tileRect/>
              </a:gra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ACFF3F3-E830-1A06-B782-BFF87739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838683" y="3677255"/>
              <a:ext cx="3448992" cy="1724352"/>
            </a:xfrm>
            <a:prstGeom prst="roundRect">
              <a:avLst>
                <a:gd name="adj" fmla="val 4700"/>
              </a:avLst>
            </a:prstGeom>
            <a:solidFill>
              <a:schemeClr val="bg1"/>
            </a:solidFill>
            <a:ln w="1905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24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79AFAA5-361B-114B-954A-9E36C921D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4371503" y="3677255"/>
              <a:ext cx="3448992" cy="1724352"/>
            </a:xfrm>
            <a:prstGeom prst="roundRect">
              <a:avLst>
                <a:gd name="adj" fmla="val 4700"/>
              </a:avLst>
            </a:prstGeom>
            <a:solidFill>
              <a:schemeClr val="bg1"/>
            </a:solidFill>
            <a:ln w="1905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74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50" normalizeH="0" baseline="0">
                  <a:ln w="3175">
                    <a:noFill/>
                  </a:ln>
                  <a:gradFill flip="none" rotWithShape="1">
                    <a:gsLst>
                      <a:gs pos="0">
                        <a:srgbClr val="FF5C39"/>
                      </a:gs>
                      <a:gs pos="25000">
                        <a:srgbClr val="F4364C"/>
                      </a:gs>
                      <a:gs pos="75000">
                        <a:srgbClr val="0078D4"/>
                      </a:gs>
                      <a:gs pos="50000">
                        <a:srgbClr val="C03BC4"/>
                      </a:gs>
                      <a:gs pos="100000">
                        <a:srgbClr val="14938C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+mj-lt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A33B5A-0A87-B642-28E9-DDBAF0C5A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7904325" y="3677256"/>
              <a:ext cx="3448992" cy="1724352"/>
            </a:xfrm>
            <a:prstGeom prst="roundRect">
              <a:avLst>
                <a:gd name="adj" fmla="val 4700"/>
              </a:avLst>
            </a:prstGeom>
            <a:solidFill>
              <a:schemeClr val="bg1"/>
            </a:solidFill>
            <a:ln w="1905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74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-50" normalizeH="0" baseline="0">
                  <a:ln w="3175">
                    <a:noFill/>
                  </a:ln>
                  <a:gradFill flip="none" rotWithShape="1">
                    <a:gsLst>
                      <a:gs pos="0">
                        <a:srgbClr val="FF5C39"/>
                      </a:gs>
                      <a:gs pos="25000">
                        <a:srgbClr val="F4364C"/>
                      </a:gs>
                      <a:gs pos="75000">
                        <a:srgbClr val="0078D4"/>
                      </a:gs>
                      <a:gs pos="50000">
                        <a:srgbClr val="C03BC4"/>
                      </a:gs>
                      <a:gs pos="100000">
                        <a:srgbClr val="14938C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+mj-lt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8B1AA185-96A3-8981-FB9C-4E79C8A56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193966" y="3602854"/>
              <a:ext cx="738426" cy="6780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206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4" name="Rectangle: Top Corners Rounded 73">
              <a:extLst>
                <a:ext uri="{FF2B5EF4-FFF2-40B4-BE49-F238E27FC236}">
                  <a16:creationId xmlns:a16="http://schemas.microsoft.com/office/drawing/2014/main" id="{1D44ED54-003D-A74F-0D74-E4FD7479D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26786" y="3602854"/>
              <a:ext cx="738426" cy="6780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03BC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35174933-1EB7-3206-0D14-3786A2A6A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9259608" y="3602854"/>
              <a:ext cx="738426" cy="6780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78D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6" name="Freeform: Shape 33">
              <a:extLst>
                <a:ext uri="{FF2B5EF4-FFF2-40B4-BE49-F238E27FC236}">
                  <a16:creationId xmlns:a16="http://schemas.microsoft.com/office/drawing/2014/main" id="{45AAB7B3-04B2-FBAA-37E6-D058F2E06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429" y="2546215"/>
              <a:ext cx="857140" cy="857140"/>
            </a:xfrm>
            <a:custGeom>
              <a:avLst/>
              <a:gdLst>
                <a:gd name="connsiteX0" fmla="*/ 685801 w 1371600"/>
                <a:gd name="connsiteY0" fmla="*/ 0 h 1371600"/>
                <a:gd name="connsiteX1" fmla="*/ 1357668 w 1371600"/>
                <a:gd name="connsiteY1" fmla="*/ 547587 h 1371600"/>
                <a:gd name="connsiteX2" fmla="*/ 1371302 w 1371600"/>
                <a:gd name="connsiteY2" fmla="*/ 682827 h 1371600"/>
                <a:gd name="connsiteX3" fmla="*/ 1371301 w 1371600"/>
                <a:gd name="connsiteY3" fmla="*/ 682827 h 1371600"/>
                <a:gd name="connsiteX4" fmla="*/ 1371600 w 1371600"/>
                <a:gd name="connsiteY4" fmla="*/ 685800 h 1371600"/>
                <a:gd name="connsiteX5" fmla="*/ 685800 w 1371600"/>
                <a:gd name="connsiteY5" fmla="*/ 1371600 h 1371600"/>
                <a:gd name="connsiteX6" fmla="*/ 0 w 1371600"/>
                <a:gd name="connsiteY6" fmla="*/ 685800 h 1371600"/>
                <a:gd name="connsiteX7" fmla="*/ 300 w 1371600"/>
                <a:gd name="connsiteY7" fmla="*/ 682827 h 1371600"/>
                <a:gd name="connsiteX8" fmla="*/ 301 w 1371600"/>
                <a:gd name="connsiteY8" fmla="*/ 682827 h 1371600"/>
                <a:gd name="connsiteX9" fmla="*/ 13934 w 1371600"/>
                <a:gd name="connsiteY9" fmla="*/ 547587 h 1371600"/>
                <a:gd name="connsiteX10" fmla="*/ 685801 w 1371600"/>
                <a:gd name="connsiteY10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1600" h="1371600">
                  <a:moveTo>
                    <a:pt x="685801" y="0"/>
                  </a:moveTo>
                  <a:cubicBezTo>
                    <a:pt x="1017214" y="0"/>
                    <a:pt x="1293720" y="235080"/>
                    <a:pt x="1357668" y="547587"/>
                  </a:cubicBezTo>
                  <a:lnTo>
                    <a:pt x="1371302" y="682827"/>
                  </a:lnTo>
                  <a:lnTo>
                    <a:pt x="1371301" y="682827"/>
                  </a:lnTo>
                  <a:lnTo>
                    <a:pt x="1371600" y="685800"/>
                  </a:lnTo>
                  <a:cubicBezTo>
                    <a:pt x="1371600" y="1064557"/>
                    <a:pt x="1064557" y="1371600"/>
                    <a:pt x="685800" y="1371600"/>
                  </a:cubicBezTo>
                  <a:cubicBezTo>
                    <a:pt x="307043" y="1371600"/>
                    <a:pt x="0" y="1064557"/>
                    <a:pt x="0" y="685800"/>
                  </a:cubicBezTo>
                  <a:lnTo>
                    <a:pt x="300" y="682827"/>
                  </a:lnTo>
                  <a:lnTo>
                    <a:pt x="301" y="682827"/>
                  </a:lnTo>
                  <a:lnTo>
                    <a:pt x="13934" y="547587"/>
                  </a:lnTo>
                  <a:cubicBezTo>
                    <a:pt x="77883" y="235080"/>
                    <a:pt x="354389" y="0"/>
                    <a:pt x="6858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635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7" name="Rectangle 76" descr="arrow showing a that retrieval, task and autonomous undergoes a flow from core to advanced">
              <a:extLst>
                <a:ext uri="{FF2B5EF4-FFF2-40B4-BE49-F238E27FC236}">
                  <a16:creationId xmlns:a16="http://schemas.microsoft.com/office/drawing/2014/main" id="{BE29B798-26D9-24D8-BE95-2583E182AF1E}"/>
                </a:ext>
              </a:extLst>
            </p:cNvPr>
            <p:cNvSpPr/>
            <p:nvPr/>
          </p:nvSpPr>
          <p:spPr bwMode="auto">
            <a:xfrm>
              <a:off x="6007589" y="2574534"/>
              <a:ext cx="174171" cy="12386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B0D985F-7246-1CA5-F880-D801C77FD563}"/>
                </a:ext>
              </a:extLst>
            </p:cNvPr>
            <p:cNvSpPr txBox="1">
              <a:spLocks/>
            </p:cNvSpPr>
            <p:nvPr/>
          </p:nvSpPr>
          <p:spPr>
            <a:xfrm>
              <a:off x="838683" y="2851675"/>
              <a:ext cx="727567" cy="24622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en-US"/>
              </a:defPPr>
              <a:lvl1pPr defTabSz="932742">
                <a:lnSpc>
                  <a:spcPct val="100000"/>
                </a:lnSpc>
                <a:spcBef>
                  <a:spcPct val="0"/>
                </a:spcBef>
                <a:buNone/>
                <a:defRPr sz="2000" b="0" cap="none" spc="-50" baseline="0">
                  <a:ln w="3175">
                    <a:noFill/>
                  </a:ln>
                  <a:effectLst/>
                  <a:latin typeface="+mj-lt"/>
                  <a:cs typeface="Segoe UI" pitchFamily="34" charset="0"/>
                </a:defRPr>
              </a:lvl1pPr>
            </a:lstStyle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i="0" u="none" strike="noStrike" kern="1200" spc="0" normalizeH="0" baseline="0" noProof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Simple</a:t>
              </a:r>
              <a:endParaRPr kumimoji="0" lang="en-US" sz="1600" b="0" i="0" u="none" strike="noStrike" kern="1200" cap="none" spc="0" normalizeH="0" baseline="0" noProof="0" dirty="0">
                <a:ln w="3175">
                  <a:noFill/>
                </a:ln>
                <a:solidFill>
                  <a:srgbClr val="FF5C39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F6277DE-442F-B6A5-7153-208DCDFF1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>
              <a:spLocks/>
            </p:cNvSpPr>
            <p:nvPr/>
          </p:nvSpPr>
          <p:spPr>
            <a:xfrm>
              <a:off x="10363252" y="2851675"/>
              <a:ext cx="990066" cy="24622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en-US"/>
              </a:defPPr>
              <a:lvl1pPr defTabSz="932742">
                <a:lnSpc>
                  <a:spcPct val="100000"/>
                </a:lnSpc>
                <a:spcBef>
                  <a:spcPct val="0"/>
                </a:spcBef>
                <a:buNone/>
                <a:defRPr sz="2000" b="0" cap="none" spc="-50" baseline="0">
                  <a:ln w="3175">
                    <a:noFill/>
                  </a:ln>
                  <a:effectLst/>
                  <a:latin typeface="+mj-lt"/>
                  <a:cs typeface="Segoe UI" pitchFamily="34" charset="0"/>
                </a:defRPr>
              </a:lvl1pPr>
            </a:lstStyle>
            <a:p>
              <a:pPr marL="0" marR="0" lvl="0" indent="0" algn="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i="0" u="none" strike="noStrike" kern="1200" spc="0" normalizeH="0" baseline="0" noProof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Segoe UI Semibold"/>
                  <a:ea typeface="+mn-ea"/>
                  <a:cs typeface="Segoe UI" pitchFamily="34" charset="0"/>
                </a:rPr>
                <a:t>Advanced</a:t>
              </a:r>
              <a:endParaRPr kumimoji="0" lang="en-US" sz="1600" b="0" i="0" u="none" strike="noStrike" kern="1200" cap="none" spc="0" normalizeH="0" baseline="0" noProof="0" dirty="0">
                <a:ln w="3175"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A9CD712-4F15-3870-2569-2D2E4FBA0344}"/>
                </a:ext>
              </a:extLst>
            </p:cNvPr>
            <p:cNvGrpSpPr/>
            <p:nvPr/>
          </p:nvGrpSpPr>
          <p:grpSpPr>
            <a:xfrm>
              <a:off x="2102644" y="2546215"/>
              <a:ext cx="857140" cy="857140"/>
              <a:chOff x="2102644" y="2546215"/>
              <a:chExt cx="857140" cy="857140"/>
            </a:xfrm>
          </p:grpSpPr>
          <p:sp>
            <p:nvSpPr>
              <p:cNvPr id="89" name="Freeform: Shape 33">
                <a:extLst>
                  <a:ext uri="{FF2B5EF4-FFF2-40B4-BE49-F238E27FC236}">
                    <a16:creationId xmlns:a16="http://schemas.microsoft.com/office/drawing/2014/main" id="{ED944517-8B50-267F-7BCA-D432646A7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44" y="2546215"/>
                <a:ext cx="857140" cy="857140"/>
              </a:xfrm>
              <a:custGeom>
                <a:avLst/>
                <a:gdLst>
                  <a:gd name="connsiteX0" fmla="*/ 685801 w 1371600"/>
                  <a:gd name="connsiteY0" fmla="*/ 0 h 1371600"/>
                  <a:gd name="connsiteX1" fmla="*/ 1357668 w 1371600"/>
                  <a:gd name="connsiteY1" fmla="*/ 547587 h 1371600"/>
                  <a:gd name="connsiteX2" fmla="*/ 1371302 w 1371600"/>
                  <a:gd name="connsiteY2" fmla="*/ 682827 h 1371600"/>
                  <a:gd name="connsiteX3" fmla="*/ 1371301 w 1371600"/>
                  <a:gd name="connsiteY3" fmla="*/ 682827 h 1371600"/>
                  <a:gd name="connsiteX4" fmla="*/ 1371600 w 1371600"/>
                  <a:gd name="connsiteY4" fmla="*/ 685800 h 1371600"/>
                  <a:gd name="connsiteX5" fmla="*/ 685800 w 1371600"/>
                  <a:gd name="connsiteY5" fmla="*/ 1371600 h 1371600"/>
                  <a:gd name="connsiteX6" fmla="*/ 0 w 1371600"/>
                  <a:gd name="connsiteY6" fmla="*/ 685800 h 1371600"/>
                  <a:gd name="connsiteX7" fmla="*/ 300 w 1371600"/>
                  <a:gd name="connsiteY7" fmla="*/ 682827 h 1371600"/>
                  <a:gd name="connsiteX8" fmla="*/ 301 w 1371600"/>
                  <a:gd name="connsiteY8" fmla="*/ 682827 h 1371600"/>
                  <a:gd name="connsiteX9" fmla="*/ 13934 w 1371600"/>
                  <a:gd name="connsiteY9" fmla="*/ 547587 h 1371600"/>
                  <a:gd name="connsiteX10" fmla="*/ 685801 w 1371600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1600" h="1371600">
                    <a:moveTo>
                      <a:pt x="685801" y="0"/>
                    </a:moveTo>
                    <a:cubicBezTo>
                      <a:pt x="1017214" y="0"/>
                      <a:pt x="1293720" y="235080"/>
                      <a:pt x="1357668" y="547587"/>
                    </a:cubicBezTo>
                    <a:lnTo>
                      <a:pt x="1371302" y="682827"/>
                    </a:lnTo>
                    <a:lnTo>
                      <a:pt x="1371301" y="682827"/>
                    </a:lnTo>
                    <a:lnTo>
                      <a:pt x="1371600" y="685800"/>
                    </a:lnTo>
                    <a:cubicBezTo>
                      <a:pt x="1371600" y="1064557"/>
                      <a:pt x="1064557" y="1371600"/>
                      <a:pt x="685800" y="1371600"/>
                    </a:cubicBezTo>
                    <a:cubicBezTo>
                      <a:pt x="307043" y="1371600"/>
                      <a:pt x="0" y="1064557"/>
                      <a:pt x="0" y="685800"/>
                    </a:cubicBezTo>
                    <a:lnTo>
                      <a:pt x="300" y="682827"/>
                    </a:lnTo>
                    <a:lnTo>
                      <a:pt x="301" y="682827"/>
                    </a:lnTo>
                    <a:lnTo>
                      <a:pt x="13934" y="547587"/>
                    </a:lnTo>
                    <a:cubicBezTo>
                      <a:pt x="77883" y="235080"/>
                      <a:pt x="354389" y="0"/>
                      <a:pt x="6858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>
                <a:outerShdw blurRad="63500" sx="103000" sy="103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0" name="Graphic 21" descr="Icon of a computer chip">
                <a:extLst>
                  <a:ext uri="{FF2B5EF4-FFF2-40B4-BE49-F238E27FC236}">
                    <a16:creationId xmlns:a16="http://schemas.microsoft.com/office/drawing/2014/main" id="{31204294-73E7-1049-B388-C37AE2FDB2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31134" y="2774698"/>
                <a:ext cx="400160" cy="400174"/>
              </a:xfrm>
              <a:custGeom>
                <a:avLst/>
                <a:gdLst>
                  <a:gd name="connsiteX0" fmla="*/ 126206 w 190500"/>
                  <a:gd name="connsiteY0" fmla="*/ 0 h 190500"/>
                  <a:gd name="connsiteX1" fmla="*/ 133283 w 190500"/>
                  <a:gd name="connsiteY1" fmla="*/ 6172 h 190500"/>
                  <a:gd name="connsiteX2" fmla="*/ 133350 w 190500"/>
                  <a:gd name="connsiteY2" fmla="*/ 7144 h 190500"/>
                  <a:gd name="connsiteX3" fmla="*/ 133350 w 190500"/>
                  <a:gd name="connsiteY3" fmla="*/ 29289 h 190500"/>
                  <a:gd name="connsiteX4" fmla="*/ 161220 w 190500"/>
                  <a:gd name="connsiteY4" fmla="*/ 57198 h 190500"/>
                  <a:gd name="connsiteX5" fmla="*/ 183356 w 190500"/>
                  <a:gd name="connsiteY5" fmla="*/ 57198 h 190500"/>
                  <a:gd name="connsiteX6" fmla="*/ 190498 w 190500"/>
                  <a:gd name="connsiteY6" fmla="*/ 64344 h 190500"/>
                  <a:gd name="connsiteX7" fmla="*/ 184328 w 190500"/>
                  <a:gd name="connsiteY7" fmla="*/ 71418 h 190500"/>
                  <a:gd name="connsiteX8" fmla="*/ 183356 w 190500"/>
                  <a:gd name="connsiteY8" fmla="*/ 71485 h 190500"/>
                  <a:gd name="connsiteX9" fmla="*/ 161925 w 190500"/>
                  <a:gd name="connsiteY9" fmla="*/ 71476 h 190500"/>
                  <a:gd name="connsiteX10" fmla="*/ 161925 w 190500"/>
                  <a:gd name="connsiteY10" fmla="*/ 88144 h 190500"/>
                  <a:gd name="connsiteX11" fmla="*/ 183356 w 190500"/>
                  <a:gd name="connsiteY11" fmla="*/ 88144 h 190500"/>
                  <a:gd name="connsiteX12" fmla="*/ 190433 w 190500"/>
                  <a:gd name="connsiteY12" fmla="*/ 94336 h 190500"/>
                  <a:gd name="connsiteX13" fmla="*/ 190500 w 190500"/>
                  <a:gd name="connsiteY13" fmla="*/ 95288 h 190500"/>
                  <a:gd name="connsiteX14" fmla="*/ 184328 w 190500"/>
                  <a:gd name="connsiteY14" fmla="*/ 102375 h 190500"/>
                  <a:gd name="connsiteX15" fmla="*/ 183356 w 190500"/>
                  <a:gd name="connsiteY15" fmla="*/ 102441 h 190500"/>
                  <a:gd name="connsiteX16" fmla="*/ 161925 w 190500"/>
                  <a:gd name="connsiteY16" fmla="*/ 102432 h 190500"/>
                  <a:gd name="connsiteX17" fmla="*/ 161925 w 190500"/>
                  <a:gd name="connsiteY17" fmla="*/ 119101 h 190500"/>
                  <a:gd name="connsiteX18" fmla="*/ 183356 w 190500"/>
                  <a:gd name="connsiteY18" fmla="*/ 119101 h 190500"/>
                  <a:gd name="connsiteX19" fmla="*/ 190433 w 190500"/>
                  <a:gd name="connsiteY19" fmla="*/ 125292 h 190500"/>
                  <a:gd name="connsiteX20" fmla="*/ 190500 w 190500"/>
                  <a:gd name="connsiteY20" fmla="*/ 126244 h 190500"/>
                  <a:gd name="connsiteX21" fmla="*/ 184328 w 190500"/>
                  <a:gd name="connsiteY21" fmla="*/ 133331 h 190500"/>
                  <a:gd name="connsiteX22" fmla="*/ 183356 w 190500"/>
                  <a:gd name="connsiteY22" fmla="*/ 133398 h 190500"/>
                  <a:gd name="connsiteX23" fmla="*/ 161201 w 190500"/>
                  <a:gd name="connsiteY23" fmla="*/ 133398 h 190500"/>
                  <a:gd name="connsiteX24" fmla="*/ 133350 w 190500"/>
                  <a:gd name="connsiteY24" fmla="*/ 161211 h 190500"/>
                  <a:gd name="connsiteX25" fmla="*/ 133350 w 190500"/>
                  <a:gd name="connsiteY25" fmla="*/ 183356 h 190500"/>
                  <a:gd name="connsiteX26" fmla="*/ 126204 w 190500"/>
                  <a:gd name="connsiteY26" fmla="*/ 190498 h 190500"/>
                  <a:gd name="connsiteX27" fmla="*/ 119129 w 190500"/>
                  <a:gd name="connsiteY27" fmla="*/ 184328 h 190500"/>
                  <a:gd name="connsiteX28" fmla="*/ 119063 w 190500"/>
                  <a:gd name="connsiteY28" fmla="*/ 183356 h 190500"/>
                  <a:gd name="connsiteX29" fmla="*/ 119063 w 190500"/>
                  <a:gd name="connsiteY29" fmla="*/ 161915 h 190500"/>
                  <a:gd name="connsiteX30" fmla="*/ 102384 w 190500"/>
                  <a:gd name="connsiteY30" fmla="*/ 161915 h 190500"/>
                  <a:gd name="connsiteX31" fmla="*/ 102394 w 190500"/>
                  <a:gd name="connsiteY31" fmla="*/ 183356 h 190500"/>
                  <a:gd name="connsiteX32" fmla="*/ 96222 w 190500"/>
                  <a:gd name="connsiteY32" fmla="*/ 190433 h 190500"/>
                  <a:gd name="connsiteX33" fmla="*/ 95250 w 190500"/>
                  <a:gd name="connsiteY33" fmla="*/ 190500 h 190500"/>
                  <a:gd name="connsiteX34" fmla="*/ 88173 w 190500"/>
                  <a:gd name="connsiteY34" fmla="*/ 184328 h 190500"/>
                  <a:gd name="connsiteX35" fmla="*/ 88106 w 190500"/>
                  <a:gd name="connsiteY35" fmla="*/ 183356 h 190500"/>
                  <a:gd name="connsiteX36" fmla="*/ 88097 w 190500"/>
                  <a:gd name="connsiteY36" fmla="*/ 161915 h 190500"/>
                  <a:gd name="connsiteX37" fmla="*/ 71438 w 190500"/>
                  <a:gd name="connsiteY37" fmla="*/ 161915 h 190500"/>
                  <a:gd name="connsiteX38" fmla="*/ 71438 w 190500"/>
                  <a:gd name="connsiteY38" fmla="*/ 183356 h 190500"/>
                  <a:gd name="connsiteX39" fmla="*/ 65265 w 190500"/>
                  <a:gd name="connsiteY39" fmla="*/ 190433 h 190500"/>
                  <a:gd name="connsiteX40" fmla="*/ 64294 w 190500"/>
                  <a:gd name="connsiteY40" fmla="*/ 190500 h 190500"/>
                  <a:gd name="connsiteX41" fmla="*/ 57217 w 190500"/>
                  <a:gd name="connsiteY41" fmla="*/ 184328 h 190500"/>
                  <a:gd name="connsiteX42" fmla="*/ 57150 w 190500"/>
                  <a:gd name="connsiteY42" fmla="*/ 183356 h 190500"/>
                  <a:gd name="connsiteX43" fmla="*/ 57150 w 190500"/>
                  <a:gd name="connsiteY43" fmla="*/ 161211 h 190500"/>
                  <a:gd name="connsiteX44" fmla="*/ 29289 w 190500"/>
                  <a:gd name="connsiteY44" fmla="*/ 133350 h 190500"/>
                  <a:gd name="connsiteX45" fmla="*/ 7144 w 190500"/>
                  <a:gd name="connsiteY45" fmla="*/ 133350 h 190500"/>
                  <a:gd name="connsiteX46" fmla="*/ 2 w 190500"/>
                  <a:gd name="connsiteY46" fmla="*/ 126204 h 190500"/>
                  <a:gd name="connsiteX47" fmla="*/ 6172 w 190500"/>
                  <a:gd name="connsiteY47" fmla="*/ 119129 h 190500"/>
                  <a:gd name="connsiteX48" fmla="*/ 7144 w 190500"/>
                  <a:gd name="connsiteY48" fmla="*/ 119063 h 190500"/>
                  <a:gd name="connsiteX49" fmla="*/ 28575 w 190500"/>
                  <a:gd name="connsiteY49" fmla="*/ 119053 h 190500"/>
                  <a:gd name="connsiteX50" fmla="*/ 28575 w 190500"/>
                  <a:gd name="connsiteY50" fmla="*/ 102384 h 190500"/>
                  <a:gd name="connsiteX51" fmla="*/ 7144 w 190500"/>
                  <a:gd name="connsiteY51" fmla="*/ 102394 h 190500"/>
                  <a:gd name="connsiteX52" fmla="*/ 67 w 190500"/>
                  <a:gd name="connsiteY52" fmla="*/ 96222 h 190500"/>
                  <a:gd name="connsiteX53" fmla="*/ 0 w 190500"/>
                  <a:gd name="connsiteY53" fmla="*/ 95250 h 190500"/>
                  <a:gd name="connsiteX54" fmla="*/ 6172 w 190500"/>
                  <a:gd name="connsiteY54" fmla="*/ 88173 h 190500"/>
                  <a:gd name="connsiteX55" fmla="*/ 7144 w 190500"/>
                  <a:gd name="connsiteY55" fmla="*/ 88106 h 190500"/>
                  <a:gd name="connsiteX56" fmla="*/ 28575 w 190500"/>
                  <a:gd name="connsiteY56" fmla="*/ 88097 h 190500"/>
                  <a:gd name="connsiteX57" fmla="*/ 28575 w 190500"/>
                  <a:gd name="connsiteY57" fmla="*/ 71428 h 190500"/>
                  <a:gd name="connsiteX58" fmla="*/ 7144 w 190500"/>
                  <a:gd name="connsiteY58" fmla="*/ 71438 h 190500"/>
                  <a:gd name="connsiteX59" fmla="*/ 67 w 190500"/>
                  <a:gd name="connsiteY59" fmla="*/ 65265 h 190500"/>
                  <a:gd name="connsiteX60" fmla="*/ 0 w 190500"/>
                  <a:gd name="connsiteY60" fmla="*/ 64294 h 190500"/>
                  <a:gd name="connsiteX61" fmla="*/ 6172 w 190500"/>
                  <a:gd name="connsiteY61" fmla="*/ 57217 h 190500"/>
                  <a:gd name="connsiteX62" fmla="*/ 7144 w 190500"/>
                  <a:gd name="connsiteY62" fmla="*/ 57150 h 190500"/>
                  <a:gd name="connsiteX63" fmla="*/ 29289 w 190500"/>
                  <a:gd name="connsiteY63" fmla="*/ 57140 h 190500"/>
                  <a:gd name="connsiteX64" fmla="*/ 57150 w 190500"/>
                  <a:gd name="connsiteY64" fmla="*/ 29289 h 190500"/>
                  <a:gd name="connsiteX65" fmla="*/ 57150 w 190500"/>
                  <a:gd name="connsiteY65" fmla="*/ 7144 h 190500"/>
                  <a:gd name="connsiteX66" fmla="*/ 64296 w 190500"/>
                  <a:gd name="connsiteY66" fmla="*/ 2 h 190500"/>
                  <a:gd name="connsiteX67" fmla="*/ 71371 w 190500"/>
                  <a:gd name="connsiteY67" fmla="*/ 6172 h 190500"/>
                  <a:gd name="connsiteX68" fmla="*/ 71438 w 190500"/>
                  <a:gd name="connsiteY68" fmla="*/ 7144 h 190500"/>
                  <a:gd name="connsiteX69" fmla="*/ 71438 w 190500"/>
                  <a:gd name="connsiteY69" fmla="*/ 28565 h 190500"/>
                  <a:gd name="connsiteX70" fmla="*/ 88097 w 190500"/>
                  <a:gd name="connsiteY70" fmla="*/ 28565 h 190500"/>
                  <a:gd name="connsiteX71" fmla="*/ 88106 w 190500"/>
                  <a:gd name="connsiteY71" fmla="*/ 7144 h 190500"/>
                  <a:gd name="connsiteX72" fmla="*/ 94278 w 190500"/>
                  <a:gd name="connsiteY72" fmla="*/ 67 h 190500"/>
                  <a:gd name="connsiteX73" fmla="*/ 95250 w 190500"/>
                  <a:gd name="connsiteY73" fmla="*/ 0 h 190500"/>
                  <a:gd name="connsiteX74" fmla="*/ 102327 w 190500"/>
                  <a:gd name="connsiteY74" fmla="*/ 6172 h 190500"/>
                  <a:gd name="connsiteX75" fmla="*/ 102394 w 190500"/>
                  <a:gd name="connsiteY75" fmla="*/ 7144 h 190500"/>
                  <a:gd name="connsiteX76" fmla="*/ 102384 w 190500"/>
                  <a:gd name="connsiteY76" fmla="*/ 28565 h 190500"/>
                  <a:gd name="connsiteX77" fmla="*/ 119063 w 190500"/>
                  <a:gd name="connsiteY77" fmla="*/ 28565 h 190500"/>
                  <a:gd name="connsiteX78" fmla="*/ 119063 w 190500"/>
                  <a:gd name="connsiteY78" fmla="*/ 7144 h 190500"/>
                  <a:gd name="connsiteX79" fmla="*/ 124301 w 190500"/>
                  <a:gd name="connsiteY79" fmla="*/ 257 h 190500"/>
                  <a:gd name="connsiteX80" fmla="*/ 125235 w 190500"/>
                  <a:gd name="connsiteY80" fmla="*/ 67 h 190500"/>
                  <a:gd name="connsiteX81" fmla="*/ 126206 w 190500"/>
                  <a:gd name="connsiteY81" fmla="*/ 0 h 190500"/>
                  <a:gd name="connsiteX82" fmla="*/ 95298 w 190500"/>
                  <a:gd name="connsiteY82" fmla="*/ 66723 h 190500"/>
                  <a:gd name="connsiteX83" fmla="*/ 66723 w 190500"/>
                  <a:gd name="connsiteY83" fmla="*/ 95298 h 190500"/>
                  <a:gd name="connsiteX84" fmla="*/ 95298 w 190500"/>
                  <a:gd name="connsiteY84" fmla="*/ 123873 h 190500"/>
                  <a:gd name="connsiteX85" fmla="*/ 123873 w 190500"/>
                  <a:gd name="connsiteY85" fmla="*/ 95298 h 190500"/>
                  <a:gd name="connsiteX86" fmla="*/ 95298 w 190500"/>
                  <a:gd name="connsiteY86" fmla="*/ 66723 h 190500"/>
                  <a:gd name="connsiteX87" fmla="*/ 95298 w 190500"/>
                  <a:gd name="connsiteY87" fmla="*/ 81010 h 190500"/>
                  <a:gd name="connsiteX88" fmla="*/ 109585 w 190500"/>
                  <a:gd name="connsiteY88" fmla="*/ 95298 h 190500"/>
                  <a:gd name="connsiteX89" fmla="*/ 95298 w 190500"/>
                  <a:gd name="connsiteY89" fmla="*/ 109585 h 190500"/>
                  <a:gd name="connsiteX90" fmla="*/ 81010 w 190500"/>
                  <a:gd name="connsiteY90" fmla="*/ 95298 h 190500"/>
                  <a:gd name="connsiteX91" fmla="*/ 95298 w 190500"/>
                  <a:gd name="connsiteY91" fmla="*/ 8101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190500" h="190500">
                    <a:moveTo>
                      <a:pt x="126206" y="0"/>
                    </a:moveTo>
                    <a:cubicBezTo>
                      <a:pt x="129776" y="0"/>
                      <a:pt x="132798" y="2636"/>
                      <a:pt x="133283" y="6172"/>
                    </a:cubicBezTo>
                    <a:lnTo>
                      <a:pt x="133350" y="7144"/>
                    </a:lnTo>
                    <a:lnTo>
                      <a:pt x="133350" y="29289"/>
                    </a:lnTo>
                    <a:cubicBezTo>
                      <a:pt x="147395" y="32164"/>
                      <a:pt x="158365" y="43149"/>
                      <a:pt x="161220" y="57198"/>
                    </a:cubicBezTo>
                    <a:lnTo>
                      <a:pt x="183356" y="57198"/>
                    </a:lnTo>
                    <a:cubicBezTo>
                      <a:pt x="187302" y="57199"/>
                      <a:pt x="190499" y="60398"/>
                      <a:pt x="190498" y="64344"/>
                    </a:cubicBezTo>
                    <a:cubicBezTo>
                      <a:pt x="190497" y="67912"/>
                      <a:pt x="187863" y="70932"/>
                      <a:pt x="184328" y="71418"/>
                    </a:cubicBezTo>
                    <a:lnTo>
                      <a:pt x="183356" y="71485"/>
                    </a:lnTo>
                    <a:lnTo>
                      <a:pt x="161925" y="71476"/>
                    </a:lnTo>
                    <a:lnTo>
                      <a:pt x="161925" y="88144"/>
                    </a:lnTo>
                    <a:lnTo>
                      <a:pt x="183356" y="88144"/>
                    </a:lnTo>
                    <a:cubicBezTo>
                      <a:pt x="186933" y="88146"/>
                      <a:pt x="189956" y="90791"/>
                      <a:pt x="190433" y="94336"/>
                    </a:cubicBezTo>
                    <a:lnTo>
                      <a:pt x="190500" y="95288"/>
                    </a:lnTo>
                    <a:cubicBezTo>
                      <a:pt x="190505" y="98862"/>
                      <a:pt x="187868" y="101889"/>
                      <a:pt x="184328" y="102375"/>
                    </a:cubicBezTo>
                    <a:lnTo>
                      <a:pt x="183356" y="102441"/>
                    </a:lnTo>
                    <a:lnTo>
                      <a:pt x="161925" y="102432"/>
                    </a:lnTo>
                    <a:lnTo>
                      <a:pt x="161925" y="119101"/>
                    </a:lnTo>
                    <a:lnTo>
                      <a:pt x="183356" y="119101"/>
                    </a:lnTo>
                    <a:cubicBezTo>
                      <a:pt x="186933" y="119103"/>
                      <a:pt x="189956" y="121748"/>
                      <a:pt x="190433" y="125292"/>
                    </a:cubicBezTo>
                    <a:lnTo>
                      <a:pt x="190500" y="126244"/>
                    </a:lnTo>
                    <a:cubicBezTo>
                      <a:pt x="190505" y="129818"/>
                      <a:pt x="187868" y="132845"/>
                      <a:pt x="184328" y="133331"/>
                    </a:cubicBezTo>
                    <a:lnTo>
                      <a:pt x="183356" y="133398"/>
                    </a:lnTo>
                    <a:lnTo>
                      <a:pt x="161201" y="133398"/>
                    </a:lnTo>
                    <a:cubicBezTo>
                      <a:pt x="158312" y="147402"/>
                      <a:pt x="147359" y="158341"/>
                      <a:pt x="133350" y="161211"/>
                    </a:cubicBezTo>
                    <a:lnTo>
                      <a:pt x="133350" y="183356"/>
                    </a:lnTo>
                    <a:cubicBezTo>
                      <a:pt x="133349" y="187302"/>
                      <a:pt x="130150" y="190499"/>
                      <a:pt x="126204" y="190498"/>
                    </a:cubicBezTo>
                    <a:cubicBezTo>
                      <a:pt x="122635" y="190497"/>
                      <a:pt x="119616" y="187863"/>
                      <a:pt x="119129" y="184328"/>
                    </a:cubicBezTo>
                    <a:lnTo>
                      <a:pt x="119063" y="183356"/>
                    </a:lnTo>
                    <a:lnTo>
                      <a:pt x="119063" y="161915"/>
                    </a:lnTo>
                    <a:lnTo>
                      <a:pt x="102384" y="161915"/>
                    </a:lnTo>
                    <a:lnTo>
                      <a:pt x="102394" y="183356"/>
                    </a:lnTo>
                    <a:cubicBezTo>
                      <a:pt x="102394" y="186926"/>
                      <a:pt x="99758" y="189948"/>
                      <a:pt x="96222" y="190433"/>
                    </a:cubicBezTo>
                    <a:lnTo>
                      <a:pt x="95250" y="190500"/>
                    </a:lnTo>
                    <a:cubicBezTo>
                      <a:pt x="91680" y="190500"/>
                      <a:pt x="88659" y="187864"/>
                      <a:pt x="88173" y="184328"/>
                    </a:cubicBezTo>
                    <a:lnTo>
                      <a:pt x="88106" y="183356"/>
                    </a:lnTo>
                    <a:lnTo>
                      <a:pt x="88097" y="161915"/>
                    </a:lnTo>
                    <a:lnTo>
                      <a:pt x="71438" y="161915"/>
                    </a:lnTo>
                    <a:lnTo>
                      <a:pt x="71438" y="183356"/>
                    </a:lnTo>
                    <a:cubicBezTo>
                      <a:pt x="71437" y="186926"/>
                      <a:pt x="68802" y="189948"/>
                      <a:pt x="65265" y="190433"/>
                    </a:cubicBezTo>
                    <a:lnTo>
                      <a:pt x="64294" y="190500"/>
                    </a:lnTo>
                    <a:cubicBezTo>
                      <a:pt x="60724" y="190500"/>
                      <a:pt x="57702" y="187864"/>
                      <a:pt x="57217" y="184328"/>
                    </a:cubicBezTo>
                    <a:lnTo>
                      <a:pt x="57150" y="183356"/>
                    </a:lnTo>
                    <a:lnTo>
                      <a:pt x="57150" y="161211"/>
                    </a:lnTo>
                    <a:cubicBezTo>
                      <a:pt x="43123" y="158340"/>
                      <a:pt x="32160" y="147377"/>
                      <a:pt x="29289" y="133350"/>
                    </a:cubicBezTo>
                    <a:lnTo>
                      <a:pt x="7144" y="133350"/>
                    </a:lnTo>
                    <a:cubicBezTo>
                      <a:pt x="3198" y="133349"/>
                      <a:pt x="1" y="130150"/>
                      <a:pt x="2" y="126204"/>
                    </a:cubicBezTo>
                    <a:cubicBezTo>
                      <a:pt x="3" y="122635"/>
                      <a:pt x="2637" y="119616"/>
                      <a:pt x="6172" y="119129"/>
                    </a:cubicBezTo>
                    <a:lnTo>
                      <a:pt x="7144" y="119063"/>
                    </a:lnTo>
                    <a:lnTo>
                      <a:pt x="28575" y="119053"/>
                    </a:lnTo>
                    <a:lnTo>
                      <a:pt x="28575" y="102384"/>
                    </a:lnTo>
                    <a:lnTo>
                      <a:pt x="7144" y="102394"/>
                    </a:lnTo>
                    <a:cubicBezTo>
                      <a:pt x="3574" y="102394"/>
                      <a:pt x="552" y="99758"/>
                      <a:pt x="67" y="96222"/>
                    </a:cubicBezTo>
                    <a:lnTo>
                      <a:pt x="0" y="95250"/>
                    </a:lnTo>
                    <a:cubicBezTo>
                      <a:pt x="0" y="91680"/>
                      <a:pt x="2636" y="88659"/>
                      <a:pt x="6172" y="88173"/>
                    </a:cubicBezTo>
                    <a:lnTo>
                      <a:pt x="7144" y="88106"/>
                    </a:lnTo>
                    <a:lnTo>
                      <a:pt x="28575" y="88097"/>
                    </a:lnTo>
                    <a:lnTo>
                      <a:pt x="28575" y="71428"/>
                    </a:lnTo>
                    <a:lnTo>
                      <a:pt x="7144" y="71438"/>
                    </a:lnTo>
                    <a:cubicBezTo>
                      <a:pt x="3574" y="71437"/>
                      <a:pt x="552" y="68802"/>
                      <a:pt x="67" y="65265"/>
                    </a:cubicBezTo>
                    <a:lnTo>
                      <a:pt x="0" y="64294"/>
                    </a:lnTo>
                    <a:cubicBezTo>
                      <a:pt x="0" y="60724"/>
                      <a:pt x="2636" y="57702"/>
                      <a:pt x="6172" y="57217"/>
                    </a:cubicBezTo>
                    <a:lnTo>
                      <a:pt x="7144" y="57150"/>
                    </a:lnTo>
                    <a:lnTo>
                      <a:pt x="29289" y="57140"/>
                    </a:lnTo>
                    <a:cubicBezTo>
                      <a:pt x="32164" y="43117"/>
                      <a:pt x="43125" y="32159"/>
                      <a:pt x="57150" y="29289"/>
                    </a:cubicBezTo>
                    <a:lnTo>
                      <a:pt x="57150" y="7144"/>
                    </a:lnTo>
                    <a:cubicBezTo>
                      <a:pt x="57151" y="3198"/>
                      <a:pt x="60351" y="1"/>
                      <a:pt x="64296" y="2"/>
                    </a:cubicBezTo>
                    <a:cubicBezTo>
                      <a:pt x="67864" y="3"/>
                      <a:pt x="70884" y="2637"/>
                      <a:pt x="71371" y="6172"/>
                    </a:cubicBezTo>
                    <a:lnTo>
                      <a:pt x="71438" y="7144"/>
                    </a:lnTo>
                    <a:lnTo>
                      <a:pt x="71438" y="28565"/>
                    </a:lnTo>
                    <a:lnTo>
                      <a:pt x="88097" y="28565"/>
                    </a:lnTo>
                    <a:lnTo>
                      <a:pt x="88106" y="7144"/>
                    </a:lnTo>
                    <a:cubicBezTo>
                      <a:pt x="88106" y="3574"/>
                      <a:pt x="90742" y="552"/>
                      <a:pt x="94278" y="67"/>
                    </a:cubicBezTo>
                    <a:lnTo>
                      <a:pt x="95250" y="0"/>
                    </a:lnTo>
                    <a:cubicBezTo>
                      <a:pt x="98820" y="0"/>
                      <a:pt x="101841" y="2636"/>
                      <a:pt x="102327" y="6172"/>
                    </a:cubicBezTo>
                    <a:lnTo>
                      <a:pt x="102394" y="7144"/>
                    </a:lnTo>
                    <a:lnTo>
                      <a:pt x="102384" y="28565"/>
                    </a:lnTo>
                    <a:lnTo>
                      <a:pt x="119063" y="28565"/>
                    </a:lnTo>
                    <a:lnTo>
                      <a:pt x="119063" y="7144"/>
                    </a:lnTo>
                    <a:cubicBezTo>
                      <a:pt x="119062" y="3931"/>
                      <a:pt x="121206" y="1114"/>
                      <a:pt x="124301" y="257"/>
                    </a:cubicBezTo>
                    <a:lnTo>
                      <a:pt x="125235" y="67"/>
                    </a:lnTo>
                    <a:lnTo>
                      <a:pt x="126206" y="0"/>
                    </a:lnTo>
                    <a:close/>
                    <a:moveTo>
                      <a:pt x="95298" y="66723"/>
                    </a:moveTo>
                    <a:cubicBezTo>
                      <a:pt x="79516" y="66723"/>
                      <a:pt x="66723" y="79516"/>
                      <a:pt x="66723" y="95298"/>
                    </a:cubicBezTo>
                    <a:cubicBezTo>
                      <a:pt x="66723" y="111080"/>
                      <a:pt x="79516" y="123873"/>
                      <a:pt x="95298" y="123873"/>
                    </a:cubicBezTo>
                    <a:cubicBezTo>
                      <a:pt x="111080" y="123873"/>
                      <a:pt x="123873" y="111080"/>
                      <a:pt x="123873" y="95298"/>
                    </a:cubicBezTo>
                    <a:cubicBezTo>
                      <a:pt x="123873" y="79516"/>
                      <a:pt x="111080" y="66723"/>
                      <a:pt x="95298" y="66723"/>
                    </a:cubicBezTo>
                    <a:close/>
                    <a:moveTo>
                      <a:pt x="95298" y="81010"/>
                    </a:moveTo>
                    <a:cubicBezTo>
                      <a:pt x="103188" y="81010"/>
                      <a:pt x="109585" y="87407"/>
                      <a:pt x="109585" y="95298"/>
                    </a:cubicBezTo>
                    <a:cubicBezTo>
                      <a:pt x="109585" y="103188"/>
                      <a:pt x="103188" y="109585"/>
                      <a:pt x="95298" y="109585"/>
                    </a:cubicBezTo>
                    <a:cubicBezTo>
                      <a:pt x="87407" y="109585"/>
                      <a:pt x="81010" y="103188"/>
                      <a:pt x="81010" y="95298"/>
                    </a:cubicBezTo>
                    <a:cubicBezTo>
                      <a:pt x="81010" y="87407"/>
                      <a:pt x="87407" y="81010"/>
                      <a:pt x="95298" y="81010"/>
                    </a:cubicBezTo>
                    <a:close/>
                  </a:path>
                </a:pathLst>
              </a:custGeom>
              <a:gradFill flip="none" rotWithShape="1">
                <a:gsLst>
                  <a:gs pos="75000">
                    <a:srgbClr val="0078D4"/>
                  </a:gs>
                  <a:gs pos="50000">
                    <a:srgbClr val="C03BC4"/>
                  </a:gs>
                  <a:gs pos="100000">
                    <a:srgbClr val="14938C"/>
                  </a:gs>
                  <a:gs pos="25000">
                    <a:srgbClr val="F4364C"/>
                  </a:gs>
                  <a:gs pos="0">
                    <a:srgbClr val="FF5C39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+mn-ea"/>
                  <a:cs typeface="Segoe UI Semibold" panose="020B0502040204020203" pitchFamily="34" charset="0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21FDF9D-B9FD-BE52-4A20-B8C0996871A5}"/>
                </a:ext>
              </a:extLst>
            </p:cNvPr>
            <p:cNvSpPr txBox="1">
              <a:spLocks/>
            </p:cNvSpPr>
            <p:nvPr/>
          </p:nvSpPr>
          <p:spPr>
            <a:xfrm>
              <a:off x="922513" y="3745062"/>
              <a:ext cx="3281332" cy="11464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Generation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Generate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summaries, images, audio, and more with an AI model and inputs.</a:t>
              </a:r>
            </a:p>
          </p:txBody>
        </p:sp>
        <p:sp>
          <p:nvSpPr>
            <p:cNvPr id="82" name="Graphic 52" descr="Icon of three layers stacked on top of the other">
              <a:extLst>
                <a:ext uri="{FF2B5EF4-FFF2-40B4-BE49-F238E27FC236}">
                  <a16:creationId xmlns:a16="http://schemas.microsoft.com/office/drawing/2014/main" id="{D46ACC0B-D726-8F4B-7C7D-3F6031B6FF00}"/>
                </a:ext>
              </a:extLst>
            </p:cNvPr>
            <p:cNvSpPr>
              <a:spLocks/>
            </p:cNvSpPr>
            <p:nvPr/>
          </p:nvSpPr>
          <p:spPr>
            <a:xfrm>
              <a:off x="5905393" y="2774033"/>
              <a:ext cx="381212" cy="401504"/>
            </a:xfrm>
            <a:custGeom>
              <a:avLst/>
              <a:gdLst>
                <a:gd name="connsiteX0" fmla="*/ 92561 w 158693"/>
                <a:gd name="connsiteY0" fmla="*/ 4001 h 167136"/>
                <a:gd name="connsiteX1" fmla="*/ 153187 w 158693"/>
                <a:gd name="connsiteY1" fmla="*/ 44415 h 167136"/>
                <a:gd name="connsiteX2" fmla="*/ 155828 w 158693"/>
                <a:gd name="connsiteY2" fmla="*/ 57625 h 167136"/>
                <a:gd name="connsiteX3" fmla="*/ 153187 w 158693"/>
                <a:gd name="connsiteY3" fmla="*/ 60265 h 167136"/>
                <a:gd name="connsiteX4" fmla="*/ 92561 w 158693"/>
                <a:gd name="connsiteY4" fmla="*/ 100689 h 167136"/>
                <a:gd name="connsiteX5" fmla="*/ 66138 w 158693"/>
                <a:gd name="connsiteY5" fmla="*/ 100689 h 167136"/>
                <a:gd name="connsiteX6" fmla="*/ 5512 w 158693"/>
                <a:gd name="connsiteY6" fmla="*/ 60265 h 167136"/>
                <a:gd name="connsiteX7" fmla="*/ 2871 w 158693"/>
                <a:gd name="connsiteY7" fmla="*/ 47056 h 167136"/>
                <a:gd name="connsiteX8" fmla="*/ 5512 w 158693"/>
                <a:gd name="connsiteY8" fmla="*/ 44415 h 167136"/>
                <a:gd name="connsiteX9" fmla="*/ 66138 w 158693"/>
                <a:gd name="connsiteY9" fmla="*/ 4001 h 167136"/>
                <a:gd name="connsiteX10" fmla="*/ 92561 w 158693"/>
                <a:gd name="connsiteY10" fmla="*/ 4001 h 167136"/>
                <a:gd name="connsiteX11" fmla="*/ 155797 w 158693"/>
                <a:gd name="connsiteY11" fmla="*/ 87507 h 167136"/>
                <a:gd name="connsiteX12" fmla="*/ 150301 w 158693"/>
                <a:gd name="connsiteY12" fmla="*/ 93202 h 167136"/>
                <a:gd name="connsiteX13" fmla="*/ 92675 w 158693"/>
                <a:gd name="connsiteY13" fmla="*/ 132103 h 167136"/>
                <a:gd name="connsiteX14" fmla="*/ 66024 w 158693"/>
                <a:gd name="connsiteY14" fmla="*/ 132103 h 167136"/>
                <a:gd name="connsiteX15" fmla="*/ 8398 w 158693"/>
                <a:gd name="connsiteY15" fmla="*/ 93202 h 167136"/>
                <a:gd name="connsiteX16" fmla="*/ 978 w 158693"/>
                <a:gd name="connsiteY16" fmla="*/ 71390 h 167136"/>
                <a:gd name="connsiteX17" fmla="*/ 66138 w 158693"/>
                <a:gd name="connsiteY17" fmla="*/ 114824 h 167136"/>
                <a:gd name="connsiteX18" fmla="*/ 91027 w 158693"/>
                <a:gd name="connsiteY18" fmla="*/ 115758 h 167136"/>
                <a:gd name="connsiteX19" fmla="*/ 92551 w 158693"/>
                <a:gd name="connsiteY19" fmla="*/ 114824 h 167136"/>
                <a:gd name="connsiteX20" fmla="*/ 157712 w 158693"/>
                <a:gd name="connsiteY20" fmla="*/ 71390 h 167136"/>
                <a:gd name="connsiteX21" fmla="*/ 155797 w 158693"/>
                <a:gd name="connsiteY21" fmla="*/ 87507 h 167136"/>
                <a:gd name="connsiteX22" fmla="*/ 155797 w 158693"/>
                <a:gd name="connsiteY22" fmla="*/ 118463 h 167136"/>
                <a:gd name="connsiteX23" fmla="*/ 150301 w 158693"/>
                <a:gd name="connsiteY23" fmla="*/ 124159 h 167136"/>
                <a:gd name="connsiteX24" fmla="*/ 92675 w 158693"/>
                <a:gd name="connsiteY24" fmla="*/ 163059 h 167136"/>
                <a:gd name="connsiteX25" fmla="*/ 66024 w 158693"/>
                <a:gd name="connsiteY25" fmla="*/ 163059 h 167136"/>
                <a:gd name="connsiteX26" fmla="*/ 8398 w 158693"/>
                <a:gd name="connsiteY26" fmla="*/ 124159 h 167136"/>
                <a:gd name="connsiteX27" fmla="*/ 978 w 158693"/>
                <a:gd name="connsiteY27" fmla="*/ 102346 h 167136"/>
                <a:gd name="connsiteX28" fmla="*/ 66138 w 158693"/>
                <a:gd name="connsiteY28" fmla="*/ 145780 h 167136"/>
                <a:gd name="connsiteX29" fmla="*/ 91027 w 158693"/>
                <a:gd name="connsiteY29" fmla="*/ 146714 h 167136"/>
                <a:gd name="connsiteX30" fmla="*/ 92551 w 158693"/>
                <a:gd name="connsiteY30" fmla="*/ 145780 h 167136"/>
                <a:gd name="connsiteX31" fmla="*/ 157712 w 158693"/>
                <a:gd name="connsiteY31" fmla="*/ 102346 h 167136"/>
                <a:gd name="connsiteX32" fmla="*/ 155797 w 158693"/>
                <a:gd name="connsiteY32" fmla="*/ 118463 h 16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8693" h="167136">
                  <a:moveTo>
                    <a:pt x="92561" y="4001"/>
                  </a:moveTo>
                  <a:lnTo>
                    <a:pt x="153187" y="44415"/>
                  </a:lnTo>
                  <a:cubicBezTo>
                    <a:pt x="157564" y="47334"/>
                    <a:pt x="158746" y="53248"/>
                    <a:pt x="155828" y="57625"/>
                  </a:cubicBezTo>
                  <a:cubicBezTo>
                    <a:pt x="155130" y="58670"/>
                    <a:pt x="154233" y="59568"/>
                    <a:pt x="153187" y="60265"/>
                  </a:cubicBezTo>
                  <a:lnTo>
                    <a:pt x="92561" y="100689"/>
                  </a:lnTo>
                  <a:cubicBezTo>
                    <a:pt x="84561" y="106024"/>
                    <a:pt x="74138" y="106024"/>
                    <a:pt x="66138" y="100689"/>
                  </a:cubicBezTo>
                  <a:lnTo>
                    <a:pt x="5512" y="60265"/>
                  </a:lnTo>
                  <a:cubicBezTo>
                    <a:pt x="1135" y="57347"/>
                    <a:pt x="-47" y="51433"/>
                    <a:pt x="2871" y="47056"/>
                  </a:cubicBezTo>
                  <a:cubicBezTo>
                    <a:pt x="3568" y="46010"/>
                    <a:pt x="4466" y="45113"/>
                    <a:pt x="5512" y="44415"/>
                  </a:cubicBezTo>
                  <a:lnTo>
                    <a:pt x="66138" y="4001"/>
                  </a:lnTo>
                  <a:cubicBezTo>
                    <a:pt x="74138" y="-1334"/>
                    <a:pt x="84561" y="-1334"/>
                    <a:pt x="92561" y="4001"/>
                  </a:cubicBezTo>
                  <a:close/>
                  <a:moveTo>
                    <a:pt x="155797" y="87507"/>
                  </a:moveTo>
                  <a:cubicBezTo>
                    <a:pt x="154384" y="89769"/>
                    <a:pt x="152511" y="91709"/>
                    <a:pt x="150301" y="93202"/>
                  </a:cubicBezTo>
                  <a:lnTo>
                    <a:pt x="92675" y="132103"/>
                  </a:lnTo>
                  <a:cubicBezTo>
                    <a:pt x="84623" y="137539"/>
                    <a:pt x="74075" y="137539"/>
                    <a:pt x="66024" y="132103"/>
                  </a:cubicBezTo>
                  <a:lnTo>
                    <a:pt x="8398" y="93202"/>
                  </a:lnTo>
                  <a:cubicBezTo>
                    <a:pt x="1310" y="88421"/>
                    <a:pt x="-1724" y="79503"/>
                    <a:pt x="978" y="71390"/>
                  </a:cubicBezTo>
                  <a:lnTo>
                    <a:pt x="66138" y="114824"/>
                  </a:lnTo>
                  <a:cubicBezTo>
                    <a:pt x="73597" y="119795"/>
                    <a:pt x="83217" y="120155"/>
                    <a:pt x="91027" y="115758"/>
                  </a:cubicBezTo>
                  <a:lnTo>
                    <a:pt x="92551" y="114824"/>
                  </a:lnTo>
                  <a:lnTo>
                    <a:pt x="157712" y="71390"/>
                  </a:lnTo>
                  <a:cubicBezTo>
                    <a:pt x="159514" y="76779"/>
                    <a:pt x="158812" y="82691"/>
                    <a:pt x="155797" y="87507"/>
                  </a:cubicBezTo>
                  <a:close/>
                  <a:moveTo>
                    <a:pt x="155797" y="118463"/>
                  </a:moveTo>
                  <a:cubicBezTo>
                    <a:pt x="154384" y="120725"/>
                    <a:pt x="152511" y="122665"/>
                    <a:pt x="150301" y="124159"/>
                  </a:cubicBezTo>
                  <a:lnTo>
                    <a:pt x="92675" y="163059"/>
                  </a:lnTo>
                  <a:cubicBezTo>
                    <a:pt x="84623" y="168496"/>
                    <a:pt x="74075" y="168496"/>
                    <a:pt x="66024" y="163059"/>
                  </a:cubicBezTo>
                  <a:lnTo>
                    <a:pt x="8398" y="124159"/>
                  </a:lnTo>
                  <a:cubicBezTo>
                    <a:pt x="1310" y="119377"/>
                    <a:pt x="-1724" y="110459"/>
                    <a:pt x="978" y="102346"/>
                  </a:cubicBezTo>
                  <a:lnTo>
                    <a:pt x="66138" y="145780"/>
                  </a:lnTo>
                  <a:cubicBezTo>
                    <a:pt x="73597" y="150752"/>
                    <a:pt x="83217" y="151112"/>
                    <a:pt x="91027" y="146714"/>
                  </a:cubicBezTo>
                  <a:lnTo>
                    <a:pt x="92551" y="145780"/>
                  </a:lnTo>
                  <a:lnTo>
                    <a:pt x="157712" y="102346"/>
                  </a:lnTo>
                  <a:cubicBezTo>
                    <a:pt x="159514" y="107735"/>
                    <a:pt x="158812" y="113647"/>
                    <a:pt x="155797" y="118463"/>
                  </a:cubicBezTo>
                  <a:close/>
                </a:path>
              </a:pathLst>
            </a:custGeom>
            <a:gradFill flip="none" rotWithShape="1">
              <a:gsLst>
                <a:gs pos="75000">
                  <a:srgbClr val="0078D4"/>
                </a:gs>
                <a:gs pos="50000">
                  <a:srgbClr val="C03BC4"/>
                </a:gs>
                <a:gs pos="100000">
                  <a:srgbClr val="14938C"/>
                </a:gs>
                <a:gs pos="25000">
                  <a:srgbClr val="F4364C"/>
                </a:gs>
                <a:gs pos="0">
                  <a:srgbClr val="FF5C39"/>
                </a:gs>
              </a:gsLst>
              <a:path path="circle">
                <a:fillToRect r="100000" b="100000"/>
              </a:path>
              <a:tileRect l="-100000" t="-100000"/>
            </a:gradFill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D65736B-B482-2461-FBA9-A7F9E7E1A6B3}"/>
                </a:ext>
              </a:extLst>
            </p:cNvPr>
            <p:cNvSpPr txBox="1">
              <a:spLocks/>
            </p:cNvSpPr>
            <p:nvPr/>
          </p:nvSpPr>
          <p:spPr>
            <a:xfrm>
              <a:off x="4455333" y="3745062"/>
              <a:ext cx="3281332" cy="142346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03BC4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Retrieval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Retrieve information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 Semibold" pitchFamily="2" charset="0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from grounding data, reason, summarize, and answer</a:t>
              </a:r>
              <a:b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</a:b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user questions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7B1865D-59FF-705F-D96D-4291647B0DE8}"/>
                </a:ext>
              </a:extLst>
            </p:cNvPr>
            <p:cNvGrpSpPr/>
            <p:nvPr/>
          </p:nvGrpSpPr>
          <p:grpSpPr>
            <a:xfrm>
              <a:off x="9200252" y="2546215"/>
              <a:ext cx="857140" cy="857140"/>
              <a:chOff x="9200252" y="2546215"/>
              <a:chExt cx="857140" cy="857140"/>
            </a:xfrm>
          </p:grpSpPr>
          <p:sp>
            <p:nvSpPr>
              <p:cNvPr id="86" name="Freeform: Shape 33">
                <a:extLst>
                  <a:ext uri="{FF2B5EF4-FFF2-40B4-BE49-F238E27FC236}">
                    <a16:creationId xmlns:a16="http://schemas.microsoft.com/office/drawing/2014/main" id="{9C98ADAB-9470-8062-E73C-16D3E94795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0252" y="2546215"/>
                <a:ext cx="857140" cy="857140"/>
              </a:xfrm>
              <a:custGeom>
                <a:avLst/>
                <a:gdLst>
                  <a:gd name="connsiteX0" fmla="*/ 685801 w 1371600"/>
                  <a:gd name="connsiteY0" fmla="*/ 0 h 1371600"/>
                  <a:gd name="connsiteX1" fmla="*/ 1357668 w 1371600"/>
                  <a:gd name="connsiteY1" fmla="*/ 547587 h 1371600"/>
                  <a:gd name="connsiteX2" fmla="*/ 1371302 w 1371600"/>
                  <a:gd name="connsiteY2" fmla="*/ 682827 h 1371600"/>
                  <a:gd name="connsiteX3" fmla="*/ 1371301 w 1371600"/>
                  <a:gd name="connsiteY3" fmla="*/ 682827 h 1371600"/>
                  <a:gd name="connsiteX4" fmla="*/ 1371600 w 1371600"/>
                  <a:gd name="connsiteY4" fmla="*/ 685800 h 1371600"/>
                  <a:gd name="connsiteX5" fmla="*/ 685800 w 1371600"/>
                  <a:gd name="connsiteY5" fmla="*/ 1371600 h 1371600"/>
                  <a:gd name="connsiteX6" fmla="*/ 0 w 1371600"/>
                  <a:gd name="connsiteY6" fmla="*/ 685800 h 1371600"/>
                  <a:gd name="connsiteX7" fmla="*/ 300 w 1371600"/>
                  <a:gd name="connsiteY7" fmla="*/ 682827 h 1371600"/>
                  <a:gd name="connsiteX8" fmla="*/ 301 w 1371600"/>
                  <a:gd name="connsiteY8" fmla="*/ 682827 h 1371600"/>
                  <a:gd name="connsiteX9" fmla="*/ 13934 w 1371600"/>
                  <a:gd name="connsiteY9" fmla="*/ 547587 h 1371600"/>
                  <a:gd name="connsiteX10" fmla="*/ 685801 w 1371600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1600" h="1371600">
                    <a:moveTo>
                      <a:pt x="685801" y="0"/>
                    </a:moveTo>
                    <a:cubicBezTo>
                      <a:pt x="1017214" y="0"/>
                      <a:pt x="1293720" y="235080"/>
                      <a:pt x="1357668" y="547587"/>
                    </a:cubicBezTo>
                    <a:lnTo>
                      <a:pt x="1371302" y="682827"/>
                    </a:lnTo>
                    <a:lnTo>
                      <a:pt x="1371301" y="682827"/>
                    </a:lnTo>
                    <a:lnTo>
                      <a:pt x="1371600" y="685800"/>
                    </a:lnTo>
                    <a:cubicBezTo>
                      <a:pt x="1371600" y="1064557"/>
                      <a:pt x="1064557" y="1371600"/>
                      <a:pt x="685800" y="1371600"/>
                    </a:cubicBezTo>
                    <a:cubicBezTo>
                      <a:pt x="307043" y="1371600"/>
                      <a:pt x="0" y="1064557"/>
                      <a:pt x="0" y="685800"/>
                    </a:cubicBezTo>
                    <a:lnTo>
                      <a:pt x="300" y="682827"/>
                    </a:lnTo>
                    <a:lnTo>
                      <a:pt x="301" y="682827"/>
                    </a:lnTo>
                    <a:lnTo>
                      <a:pt x="13934" y="547587"/>
                    </a:lnTo>
                    <a:cubicBezTo>
                      <a:pt x="77883" y="235080"/>
                      <a:pt x="354389" y="0"/>
                      <a:pt x="6858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>
                <a:outerShdw blurRad="63500" sx="103000" sy="103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7" name="Rectangle 86" descr="Advanced">
                <a:extLst>
                  <a:ext uri="{FF2B5EF4-FFF2-40B4-BE49-F238E27FC236}">
                    <a16:creationId xmlns:a16="http://schemas.microsoft.com/office/drawing/2014/main" id="{F7AF7FD6-5243-E480-66E4-CC9DE8189D88}"/>
                  </a:ext>
                </a:extLst>
              </p:cNvPr>
              <p:cNvSpPr/>
              <p:nvPr/>
            </p:nvSpPr>
            <p:spPr bwMode="auto">
              <a:xfrm>
                <a:off x="9541735" y="2574534"/>
                <a:ext cx="174171" cy="1238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88" name="Graphic 7" descr="Icon of a cylinder with a power plug showing an A to B connection">
                <a:extLst>
                  <a:ext uri="{FF2B5EF4-FFF2-40B4-BE49-F238E27FC236}">
                    <a16:creationId xmlns:a16="http://schemas.microsoft.com/office/drawing/2014/main" id="{B590385E-F1DD-B0CA-A131-82F91FA278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58396" y="2780629"/>
                <a:ext cx="340852" cy="388312"/>
              </a:xfrm>
              <a:custGeom>
                <a:avLst/>
                <a:gdLst>
                  <a:gd name="connsiteX0" fmla="*/ 76200 w 180975"/>
                  <a:gd name="connsiteY0" fmla="*/ 76200 h 190500"/>
                  <a:gd name="connsiteX1" fmla="*/ 152400 w 180975"/>
                  <a:gd name="connsiteY1" fmla="*/ 38100 h 190500"/>
                  <a:gd name="connsiteX2" fmla="*/ 76200 w 180975"/>
                  <a:gd name="connsiteY2" fmla="*/ 0 h 190500"/>
                  <a:gd name="connsiteX3" fmla="*/ 0 w 180975"/>
                  <a:gd name="connsiteY3" fmla="*/ 38100 h 190500"/>
                  <a:gd name="connsiteX4" fmla="*/ 76200 w 180975"/>
                  <a:gd name="connsiteY4" fmla="*/ 76200 h 190500"/>
                  <a:gd name="connsiteX5" fmla="*/ 136474 w 180975"/>
                  <a:gd name="connsiteY5" fmla="*/ 77819 h 190500"/>
                  <a:gd name="connsiteX6" fmla="*/ 152400 w 180975"/>
                  <a:gd name="connsiteY6" fmla="*/ 67180 h 190500"/>
                  <a:gd name="connsiteX7" fmla="*/ 152400 w 180975"/>
                  <a:gd name="connsiteY7" fmla="*/ 105337 h 190500"/>
                  <a:gd name="connsiteX8" fmla="*/ 145256 w 180975"/>
                  <a:gd name="connsiteY8" fmla="*/ 104775 h 190500"/>
                  <a:gd name="connsiteX9" fmla="*/ 111919 w 180975"/>
                  <a:gd name="connsiteY9" fmla="*/ 104775 h 190500"/>
                  <a:gd name="connsiteX10" fmla="*/ 66666 w 180975"/>
                  <a:gd name="connsiteY10" fmla="*/ 150010 h 190500"/>
                  <a:gd name="connsiteX11" fmla="*/ 90421 w 180975"/>
                  <a:gd name="connsiteY11" fmla="*/ 189833 h 190500"/>
                  <a:gd name="connsiteX12" fmla="*/ 76200 w 180975"/>
                  <a:gd name="connsiteY12" fmla="*/ 190500 h 190500"/>
                  <a:gd name="connsiteX13" fmla="*/ 0 w 180975"/>
                  <a:gd name="connsiteY13" fmla="*/ 152400 h 190500"/>
                  <a:gd name="connsiteX14" fmla="*/ 0 w 180975"/>
                  <a:gd name="connsiteY14" fmla="*/ 67180 h 190500"/>
                  <a:gd name="connsiteX15" fmla="*/ 15926 w 180975"/>
                  <a:gd name="connsiteY15" fmla="*/ 77819 h 190500"/>
                  <a:gd name="connsiteX16" fmla="*/ 76200 w 180975"/>
                  <a:gd name="connsiteY16" fmla="*/ 90488 h 190500"/>
                  <a:gd name="connsiteX17" fmla="*/ 136474 w 180975"/>
                  <a:gd name="connsiteY17" fmla="*/ 77819 h 190500"/>
                  <a:gd name="connsiteX18" fmla="*/ 180975 w 180975"/>
                  <a:gd name="connsiteY18" fmla="*/ 150019 h 190500"/>
                  <a:gd name="connsiteX19" fmla="*/ 145256 w 180975"/>
                  <a:gd name="connsiteY19" fmla="*/ 114300 h 190500"/>
                  <a:gd name="connsiteX20" fmla="*/ 144285 w 180975"/>
                  <a:gd name="connsiteY20" fmla="*/ 114367 h 190500"/>
                  <a:gd name="connsiteX21" fmla="*/ 138181 w 180975"/>
                  <a:gd name="connsiteY21" fmla="*/ 122417 h 190500"/>
                  <a:gd name="connsiteX22" fmla="*/ 145256 w 180975"/>
                  <a:gd name="connsiteY22" fmla="*/ 128588 h 190500"/>
                  <a:gd name="connsiteX23" fmla="*/ 146723 w 180975"/>
                  <a:gd name="connsiteY23" fmla="*/ 128635 h 190500"/>
                  <a:gd name="connsiteX24" fmla="*/ 166679 w 180975"/>
                  <a:gd name="connsiteY24" fmla="*/ 151447 h 190500"/>
                  <a:gd name="connsiteX25" fmla="*/ 145256 w 180975"/>
                  <a:gd name="connsiteY25" fmla="*/ 171450 h 190500"/>
                  <a:gd name="connsiteX26" fmla="*/ 145228 w 180975"/>
                  <a:gd name="connsiteY26" fmla="*/ 171498 h 190500"/>
                  <a:gd name="connsiteX27" fmla="*/ 144256 w 180975"/>
                  <a:gd name="connsiteY27" fmla="*/ 171564 h 190500"/>
                  <a:gd name="connsiteX28" fmla="*/ 138151 w 180975"/>
                  <a:gd name="connsiteY28" fmla="*/ 179614 h 190500"/>
                  <a:gd name="connsiteX29" fmla="*/ 145285 w 180975"/>
                  <a:gd name="connsiteY29" fmla="*/ 185785 h 190500"/>
                  <a:gd name="connsiteX30" fmla="*/ 145285 w 180975"/>
                  <a:gd name="connsiteY30" fmla="*/ 185738 h 190500"/>
                  <a:gd name="connsiteX31" fmla="*/ 147190 w 180975"/>
                  <a:gd name="connsiteY31" fmla="*/ 185690 h 190500"/>
                  <a:gd name="connsiteX32" fmla="*/ 180975 w 180975"/>
                  <a:gd name="connsiteY32" fmla="*/ 150019 h 190500"/>
                  <a:gd name="connsiteX33" fmla="*/ 119063 w 180975"/>
                  <a:gd name="connsiteY33" fmla="*/ 121444 h 190500"/>
                  <a:gd name="connsiteX34" fmla="*/ 111919 w 180975"/>
                  <a:gd name="connsiteY34" fmla="*/ 114300 h 190500"/>
                  <a:gd name="connsiteX35" fmla="*/ 110014 w 180975"/>
                  <a:gd name="connsiteY35" fmla="*/ 114348 h 190500"/>
                  <a:gd name="connsiteX36" fmla="*/ 76186 w 180975"/>
                  <a:gd name="connsiteY36" fmla="*/ 151862 h 190500"/>
                  <a:gd name="connsiteX37" fmla="*/ 111919 w 180975"/>
                  <a:gd name="connsiteY37" fmla="*/ 185738 h 190500"/>
                  <a:gd name="connsiteX38" fmla="*/ 112890 w 180975"/>
                  <a:gd name="connsiteY38" fmla="*/ 185671 h 190500"/>
                  <a:gd name="connsiteX39" fmla="*/ 118994 w 180975"/>
                  <a:gd name="connsiteY39" fmla="*/ 177620 h 190500"/>
                  <a:gd name="connsiteX40" fmla="*/ 111919 w 180975"/>
                  <a:gd name="connsiteY40" fmla="*/ 171450 h 190500"/>
                  <a:gd name="connsiteX41" fmla="*/ 110452 w 180975"/>
                  <a:gd name="connsiteY41" fmla="*/ 171402 h 190500"/>
                  <a:gd name="connsiteX42" fmla="*/ 90496 w 180975"/>
                  <a:gd name="connsiteY42" fmla="*/ 148591 h 190500"/>
                  <a:gd name="connsiteX43" fmla="*/ 111919 w 180975"/>
                  <a:gd name="connsiteY43" fmla="*/ 128588 h 190500"/>
                  <a:gd name="connsiteX44" fmla="*/ 112890 w 180975"/>
                  <a:gd name="connsiteY44" fmla="*/ 128521 h 190500"/>
                  <a:gd name="connsiteX45" fmla="*/ 119063 w 180975"/>
                  <a:gd name="connsiteY45" fmla="*/ 121444 h 190500"/>
                  <a:gd name="connsiteX46" fmla="*/ 152400 w 180975"/>
                  <a:gd name="connsiteY46" fmla="*/ 150019 h 190500"/>
                  <a:gd name="connsiteX47" fmla="*/ 145256 w 180975"/>
                  <a:gd name="connsiteY47" fmla="*/ 142875 h 190500"/>
                  <a:gd name="connsiteX48" fmla="*/ 111919 w 180975"/>
                  <a:gd name="connsiteY48" fmla="*/ 142875 h 190500"/>
                  <a:gd name="connsiteX49" fmla="*/ 110947 w 180975"/>
                  <a:gd name="connsiteY49" fmla="*/ 142942 h 190500"/>
                  <a:gd name="connsiteX50" fmla="*/ 104844 w 180975"/>
                  <a:gd name="connsiteY50" fmla="*/ 150992 h 190500"/>
                  <a:gd name="connsiteX51" fmla="*/ 111919 w 180975"/>
                  <a:gd name="connsiteY51" fmla="*/ 157163 h 190500"/>
                  <a:gd name="connsiteX52" fmla="*/ 145256 w 180975"/>
                  <a:gd name="connsiteY52" fmla="*/ 157163 h 190500"/>
                  <a:gd name="connsiteX53" fmla="*/ 146228 w 180975"/>
                  <a:gd name="connsiteY53" fmla="*/ 157096 h 190500"/>
                  <a:gd name="connsiteX54" fmla="*/ 152400 w 180975"/>
                  <a:gd name="connsiteY54" fmla="*/ 150019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180975" h="190500">
                    <a:moveTo>
                      <a:pt x="76200" y="76200"/>
                    </a:moveTo>
                    <a:cubicBezTo>
                      <a:pt x="118281" y="76200"/>
                      <a:pt x="152400" y="59150"/>
                      <a:pt x="152400" y="38100"/>
                    </a:cubicBezTo>
                    <a:cubicBezTo>
                      <a:pt x="152400" y="17050"/>
                      <a:pt x="118281" y="0"/>
                      <a:pt x="76200" y="0"/>
                    </a:cubicBezTo>
                    <a:cubicBezTo>
                      <a:pt x="34119" y="0"/>
                      <a:pt x="0" y="17050"/>
                      <a:pt x="0" y="38100"/>
                    </a:cubicBezTo>
                    <a:cubicBezTo>
                      <a:pt x="0" y="59150"/>
                      <a:pt x="34119" y="76200"/>
                      <a:pt x="76200" y="76200"/>
                    </a:cubicBezTo>
                    <a:close/>
                    <a:moveTo>
                      <a:pt x="136474" y="77819"/>
                    </a:moveTo>
                    <a:cubicBezTo>
                      <a:pt x="142230" y="74993"/>
                      <a:pt x="147585" y="71415"/>
                      <a:pt x="152400" y="67180"/>
                    </a:cubicBezTo>
                    <a:lnTo>
                      <a:pt x="152400" y="105337"/>
                    </a:lnTo>
                    <a:cubicBezTo>
                      <a:pt x="150037" y="104963"/>
                      <a:pt x="147649" y="104774"/>
                      <a:pt x="145256" y="104775"/>
                    </a:cubicBezTo>
                    <a:lnTo>
                      <a:pt x="111919" y="104775"/>
                    </a:lnTo>
                    <a:cubicBezTo>
                      <a:pt x="86931" y="104770"/>
                      <a:pt x="66671" y="125023"/>
                      <a:pt x="66666" y="150010"/>
                    </a:cubicBezTo>
                    <a:cubicBezTo>
                      <a:pt x="66664" y="166642"/>
                      <a:pt x="75786" y="181934"/>
                      <a:pt x="90421" y="189833"/>
                    </a:cubicBezTo>
                    <a:cubicBezTo>
                      <a:pt x="85811" y="190271"/>
                      <a:pt x="81058" y="190500"/>
                      <a:pt x="76200" y="190500"/>
                    </a:cubicBezTo>
                    <a:cubicBezTo>
                      <a:pt x="34119" y="190500"/>
                      <a:pt x="0" y="173450"/>
                      <a:pt x="0" y="152400"/>
                    </a:cubicBezTo>
                    <a:lnTo>
                      <a:pt x="0" y="67180"/>
                    </a:lnTo>
                    <a:cubicBezTo>
                      <a:pt x="4815" y="71415"/>
                      <a:pt x="10170" y="74993"/>
                      <a:pt x="15926" y="77819"/>
                    </a:cubicBezTo>
                    <a:cubicBezTo>
                      <a:pt x="32099" y="85896"/>
                      <a:pt x="53416" y="90488"/>
                      <a:pt x="76200" y="90488"/>
                    </a:cubicBezTo>
                    <a:cubicBezTo>
                      <a:pt x="98984" y="90488"/>
                      <a:pt x="120301" y="85896"/>
                      <a:pt x="136474" y="77819"/>
                    </a:cubicBezTo>
                    <a:close/>
                    <a:moveTo>
                      <a:pt x="180975" y="150019"/>
                    </a:moveTo>
                    <a:cubicBezTo>
                      <a:pt x="180975" y="130292"/>
                      <a:pt x="164983" y="114300"/>
                      <a:pt x="145256" y="114300"/>
                    </a:cubicBezTo>
                    <a:lnTo>
                      <a:pt x="144285" y="114367"/>
                    </a:lnTo>
                    <a:cubicBezTo>
                      <a:pt x="140377" y="114905"/>
                      <a:pt x="137644" y="118509"/>
                      <a:pt x="138181" y="122417"/>
                    </a:cubicBezTo>
                    <a:cubicBezTo>
                      <a:pt x="138668" y="125953"/>
                      <a:pt x="141688" y="128587"/>
                      <a:pt x="145256" y="128588"/>
                    </a:cubicBezTo>
                    <a:lnTo>
                      <a:pt x="146723" y="128635"/>
                    </a:lnTo>
                    <a:cubicBezTo>
                      <a:pt x="158533" y="129424"/>
                      <a:pt x="167468" y="139637"/>
                      <a:pt x="166679" y="151447"/>
                    </a:cubicBezTo>
                    <a:cubicBezTo>
                      <a:pt x="165926" y="162718"/>
                      <a:pt x="156554" y="171471"/>
                      <a:pt x="145256" y="171450"/>
                    </a:cubicBezTo>
                    <a:lnTo>
                      <a:pt x="145228" y="171498"/>
                    </a:lnTo>
                    <a:lnTo>
                      <a:pt x="144256" y="171564"/>
                    </a:lnTo>
                    <a:cubicBezTo>
                      <a:pt x="140347" y="172102"/>
                      <a:pt x="137614" y="175705"/>
                      <a:pt x="138151" y="179614"/>
                    </a:cubicBezTo>
                    <a:cubicBezTo>
                      <a:pt x="138639" y="183171"/>
                      <a:pt x="141694" y="185814"/>
                      <a:pt x="145285" y="185785"/>
                    </a:cubicBezTo>
                    <a:lnTo>
                      <a:pt x="145285" y="185738"/>
                    </a:lnTo>
                    <a:lnTo>
                      <a:pt x="147190" y="185690"/>
                    </a:lnTo>
                    <a:cubicBezTo>
                      <a:pt x="166140" y="184662"/>
                      <a:pt x="180978" y="168996"/>
                      <a:pt x="180975" y="150019"/>
                    </a:cubicBezTo>
                    <a:close/>
                    <a:moveTo>
                      <a:pt x="119063" y="121444"/>
                    </a:moveTo>
                    <a:cubicBezTo>
                      <a:pt x="119063" y="117499"/>
                      <a:pt x="115864" y="114300"/>
                      <a:pt x="111919" y="114300"/>
                    </a:cubicBezTo>
                    <a:lnTo>
                      <a:pt x="110014" y="114348"/>
                    </a:lnTo>
                    <a:cubicBezTo>
                      <a:pt x="90313" y="115366"/>
                      <a:pt x="75167" y="132161"/>
                      <a:pt x="76186" y="151862"/>
                    </a:cubicBezTo>
                    <a:cubicBezTo>
                      <a:pt x="77168" y="170871"/>
                      <a:pt x="92884" y="185771"/>
                      <a:pt x="111919" y="185738"/>
                    </a:cubicBezTo>
                    <a:lnTo>
                      <a:pt x="112890" y="185671"/>
                    </a:lnTo>
                    <a:cubicBezTo>
                      <a:pt x="116798" y="185133"/>
                      <a:pt x="119531" y="181528"/>
                      <a:pt x="118994" y="177620"/>
                    </a:cubicBezTo>
                    <a:cubicBezTo>
                      <a:pt x="118507" y="174085"/>
                      <a:pt x="115487" y="171451"/>
                      <a:pt x="111919" y="171450"/>
                    </a:cubicBezTo>
                    <a:lnTo>
                      <a:pt x="110452" y="171402"/>
                    </a:lnTo>
                    <a:cubicBezTo>
                      <a:pt x="98642" y="170614"/>
                      <a:pt x="89707" y="160401"/>
                      <a:pt x="90496" y="148591"/>
                    </a:cubicBezTo>
                    <a:cubicBezTo>
                      <a:pt x="91249" y="137319"/>
                      <a:pt x="100621" y="128567"/>
                      <a:pt x="111919" y="128588"/>
                    </a:cubicBezTo>
                    <a:lnTo>
                      <a:pt x="112890" y="128521"/>
                    </a:lnTo>
                    <a:cubicBezTo>
                      <a:pt x="116427" y="128035"/>
                      <a:pt x="119063" y="125014"/>
                      <a:pt x="119063" y="121444"/>
                    </a:cubicBezTo>
                    <a:close/>
                    <a:moveTo>
                      <a:pt x="152400" y="150019"/>
                    </a:moveTo>
                    <a:cubicBezTo>
                      <a:pt x="152400" y="146074"/>
                      <a:pt x="149202" y="142875"/>
                      <a:pt x="145256" y="142875"/>
                    </a:cubicBezTo>
                    <a:lnTo>
                      <a:pt x="111919" y="142875"/>
                    </a:lnTo>
                    <a:lnTo>
                      <a:pt x="110947" y="142942"/>
                    </a:lnTo>
                    <a:cubicBezTo>
                      <a:pt x="107039" y="143480"/>
                      <a:pt x="104306" y="147084"/>
                      <a:pt x="104844" y="150992"/>
                    </a:cubicBezTo>
                    <a:cubicBezTo>
                      <a:pt x="105330" y="154528"/>
                      <a:pt x="108351" y="157162"/>
                      <a:pt x="111919" y="157163"/>
                    </a:cubicBezTo>
                    <a:lnTo>
                      <a:pt x="145256" y="157163"/>
                    </a:lnTo>
                    <a:lnTo>
                      <a:pt x="146228" y="157096"/>
                    </a:lnTo>
                    <a:cubicBezTo>
                      <a:pt x="149764" y="156610"/>
                      <a:pt x="152400" y="153589"/>
                      <a:pt x="152400" y="150019"/>
                    </a:cubicBezTo>
                    <a:close/>
                  </a:path>
                </a:pathLst>
              </a:custGeom>
              <a:gradFill flip="none" rotWithShape="1">
                <a:gsLst>
                  <a:gs pos="75000">
                    <a:srgbClr val="0078D4"/>
                  </a:gs>
                  <a:gs pos="50000">
                    <a:srgbClr val="C03BC4"/>
                  </a:gs>
                  <a:gs pos="100000">
                    <a:srgbClr val="14938C"/>
                  </a:gs>
                  <a:gs pos="25000">
                    <a:srgbClr val="F4364C"/>
                  </a:gs>
                  <a:gs pos="0">
                    <a:srgbClr val="FF5C39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+mn-ea"/>
                  <a:cs typeface="Segoe UI Semibold" panose="020B0502040204020203" pitchFamily="34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68B4FCA-DB17-B155-5B67-1D383AEBAA32}"/>
                </a:ext>
              </a:extLst>
            </p:cNvPr>
            <p:cNvSpPr txBox="1">
              <a:spLocks/>
            </p:cNvSpPr>
            <p:nvPr/>
          </p:nvSpPr>
          <p:spPr>
            <a:xfrm>
              <a:off x="7988156" y="3745062"/>
              <a:ext cx="3281332" cy="11849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Action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Segoe Sans Display Semibold" pitchFamily="2" charset="0"/>
                </a:rPr>
                <a:t>Take actions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 Semibold" pitchFamily="2" charset="0"/>
                </a:rPr>
                <a:t> to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automate workflows, and replace repetitive tasks for users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1562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BCA9F-6AC0-1C03-1D10-1A52807E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33">
            <a:extLst>
              <a:ext uri="{FF2B5EF4-FFF2-40B4-BE49-F238E27FC236}">
                <a16:creationId xmlns:a16="http://schemas.microsoft.com/office/drawing/2014/main" id="{BCF2C557-9C99-F8C8-9388-4B61F03C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ltGray">
          <a:xfrm rot="10800000">
            <a:off x="0" y="2151194"/>
            <a:ext cx="12192000" cy="1002214"/>
          </a:xfrm>
          <a:custGeom>
            <a:avLst/>
            <a:gdLst>
              <a:gd name="connsiteX0" fmla="*/ 2460524 w 7772401"/>
              <a:gd name="connsiteY0" fmla="*/ 122 h 5761568"/>
              <a:gd name="connsiteX1" fmla="*/ 4549144 w 7772401"/>
              <a:gd name="connsiteY1" fmla="*/ 202424 h 5761568"/>
              <a:gd name="connsiteX2" fmla="*/ 7381285 w 7772401"/>
              <a:gd name="connsiteY2" fmla="*/ 791952 h 5761568"/>
              <a:gd name="connsiteX3" fmla="*/ 7772401 w 7772401"/>
              <a:gd name="connsiteY3" fmla="*/ 889030 h 5761568"/>
              <a:gd name="connsiteX4" fmla="*/ 7772401 w 7772401"/>
              <a:gd name="connsiteY4" fmla="*/ 4762070 h 5761568"/>
              <a:gd name="connsiteX5" fmla="*/ 7772401 w 7772401"/>
              <a:gd name="connsiteY5" fmla="*/ 4883366 h 5761568"/>
              <a:gd name="connsiteX6" fmla="*/ 7772401 w 7772401"/>
              <a:gd name="connsiteY6" fmla="*/ 5290120 h 5761568"/>
              <a:gd name="connsiteX7" fmla="*/ 7772401 w 7772401"/>
              <a:gd name="connsiteY7" fmla="*/ 5310540 h 5761568"/>
              <a:gd name="connsiteX8" fmla="*/ 7772401 w 7772401"/>
              <a:gd name="connsiteY8" fmla="*/ 5482904 h 5761568"/>
              <a:gd name="connsiteX9" fmla="*/ 7772400 w 7772401"/>
              <a:gd name="connsiteY9" fmla="*/ 5482904 h 5761568"/>
              <a:gd name="connsiteX10" fmla="*/ 7772400 w 7772401"/>
              <a:gd name="connsiteY10" fmla="*/ 5761568 h 5761568"/>
              <a:gd name="connsiteX11" fmla="*/ 0 w 7772401"/>
              <a:gd name="connsiteY11" fmla="*/ 5761568 h 5761568"/>
              <a:gd name="connsiteX12" fmla="*/ 0 w 7772401"/>
              <a:gd name="connsiteY12" fmla="*/ 5310540 h 5761568"/>
              <a:gd name="connsiteX13" fmla="*/ 0 w 7772401"/>
              <a:gd name="connsiteY13" fmla="*/ 5148566 h 5761568"/>
              <a:gd name="connsiteX14" fmla="*/ 0 w 7772401"/>
              <a:gd name="connsiteY14" fmla="*/ 4762070 h 5761568"/>
              <a:gd name="connsiteX15" fmla="*/ 1 w 7772401"/>
              <a:gd name="connsiteY15" fmla="*/ 4762070 h 5761568"/>
              <a:gd name="connsiteX16" fmla="*/ 1 w 7772401"/>
              <a:gd name="connsiteY16" fmla="*/ 778976 h 5761568"/>
              <a:gd name="connsiteX17" fmla="*/ 34648 w 7772401"/>
              <a:gd name="connsiteY17" fmla="*/ 737084 h 5761568"/>
              <a:gd name="connsiteX18" fmla="*/ 880112 w 7772401"/>
              <a:gd name="connsiteY18" fmla="*/ 191354 h 5761568"/>
              <a:gd name="connsiteX19" fmla="*/ 2460524 w 7772401"/>
              <a:gd name="connsiteY19" fmla="*/ 122 h 576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772401" h="5761568">
                <a:moveTo>
                  <a:pt x="2460524" y="122"/>
                </a:moveTo>
                <a:cubicBezTo>
                  <a:pt x="3207815" y="3948"/>
                  <a:pt x="3983358" y="97642"/>
                  <a:pt x="4549144" y="202424"/>
                </a:cubicBezTo>
                <a:cubicBezTo>
                  <a:pt x="5303524" y="342132"/>
                  <a:pt x="6372945" y="550312"/>
                  <a:pt x="7381285" y="791952"/>
                </a:cubicBezTo>
                <a:lnTo>
                  <a:pt x="7772401" y="889030"/>
                </a:lnTo>
                <a:lnTo>
                  <a:pt x="7772401" y="4762070"/>
                </a:lnTo>
                <a:lnTo>
                  <a:pt x="7772401" y="4883366"/>
                </a:lnTo>
                <a:lnTo>
                  <a:pt x="7772401" y="5290120"/>
                </a:lnTo>
                <a:lnTo>
                  <a:pt x="7772401" y="5310540"/>
                </a:lnTo>
                <a:lnTo>
                  <a:pt x="7772401" y="5482904"/>
                </a:lnTo>
                <a:lnTo>
                  <a:pt x="7772400" y="5482904"/>
                </a:lnTo>
                <a:lnTo>
                  <a:pt x="7772400" y="5761568"/>
                </a:lnTo>
                <a:lnTo>
                  <a:pt x="0" y="5761568"/>
                </a:lnTo>
                <a:lnTo>
                  <a:pt x="0" y="5310540"/>
                </a:lnTo>
                <a:lnTo>
                  <a:pt x="0" y="5148566"/>
                </a:lnTo>
                <a:lnTo>
                  <a:pt x="0" y="4762070"/>
                </a:lnTo>
                <a:lnTo>
                  <a:pt x="1" y="4762070"/>
                </a:lnTo>
                <a:lnTo>
                  <a:pt x="1" y="778976"/>
                </a:lnTo>
                <a:lnTo>
                  <a:pt x="34648" y="737084"/>
                </a:lnTo>
                <a:cubicBezTo>
                  <a:pt x="231816" y="516596"/>
                  <a:pt x="507207" y="313774"/>
                  <a:pt x="880112" y="191354"/>
                </a:cubicBezTo>
                <a:cubicBezTo>
                  <a:pt x="1315166" y="48534"/>
                  <a:pt x="1879299" y="-2856"/>
                  <a:pt x="2460524" y="122"/>
                </a:cubicBezTo>
                <a:close/>
              </a:path>
            </a:pathLst>
          </a:custGeom>
          <a:gradFill flip="none" rotWithShape="1">
            <a:gsLst>
              <a:gs pos="72000">
                <a:srgbClr val="0078D4"/>
              </a:gs>
              <a:gs pos="28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B18F7C-E4E9-B825-49BE-CAB57C69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524575"/>
            <a:ext cx="11018520" cy="461665"/>
          </a:xfrm>
        </p:spPr>
        <p:txBody>
          <a:bodyPr/>
          <a:lstStyle/>
          <a:p>
            <a:r>
              <a:rPr lang="en-US" noProof="0" dirty="0"/>
              <a:t>Agents User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F5CC-601C-4D85-3547-3B16FFA0C402}"/>
              </a:ext>
            </a:extLst>
          </p:cNvPr>
          <p:cNvSpPr txBox="1"/>
          <p:nvPr/>
        </p:nvSpPr>
        <p:spPr>
          <a:xfrm>
            <a:off x="612538" y="4913762"/>
            <a:ext cx="54834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Immersive Experience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The full experience of the Copilot app in Microsoft 365. Users chat directly with the agent embedded in Microsoft 365 Copilot or Copilot Chat.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35D90-3542-D20B-3352-947456CDF14E}"/>
              </a:ext>
            </a:extLst>
          </p:cNvPr>
          <p:cNvSpPr txBox="1"/>
          <p:nvPr/>
        </p:nvSpPr>
        <p:spPr>
          <a:xfrm>
            <a:off x="6276212" y="4913762"/>
            <a:ext cx="54834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In-context Experience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Users interact in the context of an app. Users can @-mention the agent and interact with it directly within the app experience.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9D021-BA92-C061-3749-23519A491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758" y="2126973"/>
            <a:ext cx="5308654" cy="2526326"/>
          </a:xfrm>
          <a:prstGeom prst="roundRect">
            <a:avLst>
              <a:gd name="adj" fmla="val 789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D4C36-672C-26A9-29BC-6197AEFEEEFC}"/>
              </a:ext>
            </a:extLst>
          </p:cNvPr>
          <p:cNvSpPr/>
          <p:nvPr/>
        </p:nvSpPr>
        <p:spPr bwMode="auto">
          <a:xfrm>
            <a:off x="10280750" y="1897018"/>
            <a:ext cx="1478924" cy="326966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9C61CE"/>
              </a:gs>
              <a:gs pos="0">
                <a:srgbClr val="7A6CD2"/>
              </a:gs>
            </a:gsLst>
            <a:lin ang="0" scaled="1"/>
          </a:gradFill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In-context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0328FC-510F-99DB-B197-6BBD036DB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44" y="2120919"/>
            <a:ext cx="4826049" cy="2616161"/>
          </a:xfrm>
          <a:prstGeom prst="roundRect">
            <a:avLst>
              <a:gd name="adj" fmla="val 789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92754A-CE7C-E944-26CC-A2328F0EFFCF}"/>
              </a:ext>
            </a:extLst>
          </p:cNvPr>
          <p:cNvSpPr/>
          <p:nvPr/>
        </p:nvSpPr>
        <p:spPr bwMode="auto">
          <a:xfrm>
            <a:off x="4360702" y="1915664"/>
            <a:ext cx="1478924" cy="326966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9C61CE"/>
              </a:gs>
              <a:gs pos="0">
                <a:srgbClr val="7A6CD2"/>
              </a:gs>
            </a:gsLst>
            <a:lin ang="0" scaled="1"/>
          </a:gradFill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Immersive</a:t>
            </a:r>
          </a:p>
        </p:txBody>
      </p:sp>
    </p:spTree>
    <p:extLst>
      <p:ext uri="{BB962C8B-B14F-4D97-AF65-F5344CB8AC3E}">
        <p14:creationId xmlns:p14="http://schemas.microsoft.com/office/powerpoint/2010/main" val="216262283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2651-549B-A48D-9AC8-E2744B7A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8C61-C685-5D21-6E31-6154CB94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347472"/>
            <a:ext cx="11064240" cy="548640"/>
          </a:xfrm>
        </p:spPr>
        <p:txBody>
          <a:bodyPr/>
          <a:lstStyle/>
          <a:p>
            <a:r>
              <a:rPr lang="en-SG" sz="3000" b="1" dirty="0">
                <a:solidFill>
                  <a:srgbClr val="243A5E"/>
                </a:solidFill>
              </a:rPr>
              <a:t>M365 Copilot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FC0CE-E4CB-A5F0-780A-DE9BF27E24D5}"/>
              </a:ext>
            </a:extLst>
          </p:cNvPr>
          <p:cNvSpPr txBox="1"/>
          <p:nvPr/>
        </p:nvSpPr>
        <p:spPr>
          <a:xfrm>
            <a:off x="585216" y="802056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dirty="0">
                <a:solidFill>
                  <a:srgbClr val="5A5A5A"/>
                </a:solidFill>
                <a:latin typeface="Segoe UI"/>
              </a:rPr>
              <a:t>À la carte your Agent-a-thon stack: pick the agents that fit your use case.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6DF2E90-CA21-1B20-7FD4-A6D04F30B57F}"/>
              </a:ext>
            </a:extLst>
          </p:cNvPr>
          <p:cNvSpPr/>
          <p:nvPr/>
        </p:nvSpPr>
        <p:spPr>
          <a:xfrm>
            <a:off x="365760" y="1335024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D7A2165A-4ECB-C8F4-2577-B1354B75A794}"/>
              </a:ext>
            </a:extLst>
          </p:cNvPr>
          <p:cNvSpPr/>
          <p:nvPr/>
        </p:nvSpPr>
        <p:spPr>
          <a:xfrm>
            <a:off x="493776" y="1463040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43F31-90CD-828C-524C-9E2EC3A49023}"/>
              </a:ext>
            </a:extLst>
          </p:cNvPr>
          <p:cNvSpPr txBox="1"/>
          <p:nvPr/>
        </p:nvSpPr>
        <p:spPr>
          <a:xfrm>
            <a:off x="969264" y="1536192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RESEARCH</a:t>
            </a:r>
            <a:r>
              <a:rPr lang="en-SG" sz="650" b="1">
                <a:solidFill>
                  <a:srgbClr val="0078D4"/>
                </a:solidFill>
                <a:latin typeface="Segoe UI"/>
              </a:rPr>
              <a:t> &amp; ANALYSIS</a:t>
            </a:r>
            <a:endParaRPr lang="en-SG" sz="650" b="1" dirty="0">
              <a:solidFill>
                <a:srgbClr val="0078D4"/>
              </a:solidFill>
              <a:latin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319D1-5FA1-6BD6-2570-9032DAF246C4}"/>
              </a:ext>
            </a:extLst>
          </p:cNvPr>
          <p:cNvSpPr txBox="1"/>
          <p:nvPr/>
        </p:nvSpPr>
        <p:spPr>
          <a:xfrm>
            <a:off x="969264" y="1636776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Researcher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54E27-4731-EA6A-962F-91A6A596DFEA}"/>
              </a:ext>
            </a:extLst>
          </p:cNvPr>
          <p:cNvSpPr txBox="1"/>
          <p:nvPr/>
        </p:nvSpPr>
        <p:spPr>
          <a:xfrm>
            <a:off x="493776" y="1920240"/>
            <a:ext cx="1947672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Deep research across your work data and the web, reasoned into a cited point of view.</a:t>
            </a:r>
          </a:p>
          <a:p>
            <a:pPr algn="l"/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C3F19D5-45AE-F0FB-0D8E-52A66AD63EEC}"/>
              </a:ext>
            </a:extLst>
          </p:cNvPr>
          <p:cNvSpPr/>
          <p:nvPr/>
        </p:nvSpPr>
        <p:spPr>
          <a:xfrm>
            <a:off x="2679191" y="13258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EECB9DF1-1334-28C5-8FD1-8DBBF3258D79}"/>
              </a:ext>
            </a:extLst>
          </p:cNvPr>
          <p:cNvSpPr/>
          <p:nvPr/>
        </p:nvSpPr>
        <p:spPr>
          <a:xfrm>
            <a:off x="2807208" y="1453895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A203C-2B35-3DA3-EEB3-0BB3FEED2680}"/>
              </a:ext>
            </a:extLst>
          </p:cNvPr>
          <p:cNvSpPr txBox="1"/>
          <p:nvPr/>
        </p:nvSpPr>
        <p:spPr>
          <a:xfrm>
            <a:off x="3282695" y="15270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RESEARCH</a:t>
            </a:r>
            <a:r>
              <a:rPr lang="en-SG" sz="650" b="1">
                <a:solidFill>
                  <a:srgbClr val="0078D4"/>
                </a:solidFill>
                <a:latin typeface="Segoe UI"/>
              </a:rPr>
              <a:t> &amp; ANALYSIS</a:t>
            </a:r>
            <a:endParaRPr lang="en-SG" sz="650" b="1" dirty="0">
              <a:solidFill>
                <a:srgbClr val="0078D4"/>
              </a:solidFill>
              <a:latin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9FC9DD-748D-29DB-1864-156C76F6F478}"/>
              </a:ext>
            </a:extLst>
          </p:cNvPr>
          <p:cNvSpPr txBox="1"/>
          <p:nvPr/>
        </p:nvSpPr>
        <p:spPr>
          <a:xfrm>
            <a:off x="3282695" y="16276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Analyst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AB41F2-31D6-015B-6FF7-6F99F8C7ABDD}"/>
              </a:ext>
            </a:extLst>
          </p:cNvPr>
          <p:cNvSpPr txBox="1"/>
          <p:nvPr/>
        </p:nvSpPr>
        <p:spPr>
          <a:xfrm>
            <a:off x="2807207" y="19110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00" b="0" dirty="0">
                <a:solidFill>
                  <a:srgbClr val="5A5A5A"/>
                </a:solidFill>
              </a:rPr>
              <a:t>Runs multi-step data analysis and code on your datasets to surface trends and insights.</a:t>
            </a:r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7E977F5F-F666-326C-9814-598AAE5F7F64}"/>
              </a:ext>
            </a:extLst>
          </p:cNvPr>
          <p:cNvSpPr/>
          <p:nvPr/>
        </p:nvSpPr>
        <p:spPr>
          <a:xfrm>
            <a:off x="4992624" y="13258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3C7A119E-4B91-36C4-C616-CA65B6BC2926}"/>
              </a:ext>
            </a:extLst>
          </p:cNvPr>
          <p:cNvSpPr/>
          <p:nvPr/>
        </p:nvSpPr>
        <p:spPr>
          <a:xfrm>
            <a:off x="5120640" y="1453895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094BBC-3AB1-1E97-3E9E-EF70F8B80F5D}"/>
              </a:ext>
            </a:extLst>
          </p:cNvPr>
          <p:cNvSpPr txBox="1"/>
          <p:nvPr/>
        </p:nvSpPr>
        <p:spPr>
          <a:xfrm>
            <a:off x="5596128" y="15270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CREATE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4F1A88-BE2D-6523-EE82-D5BC45815A34}"/>
              </a:ext>
            </a:extLst>
          </p:cNvPr>
          <p:cNvSpPr txBox="1"/>
          <p:nvPr/>
        </p:nvSpPr>
        <p:spPr>
          <a:xfrm>
            <a:off x="5596128" y="16276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Excel (Agent)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1232E-E3BF-0CD7-61BF-17505F9C1391}"/>
              </a:ext>
            </a:extLst>
          </p:cNvPr>
          <p:cNvSpPr txBox="1"/>
          <p:nvPr/>
        </p:nvSpPr>
        <p:spPr>
          <a:xfrm>
            <a:off x="5120640" y="19110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Builds sheets, </a:t>
            </a:r>
            <a:r>
              <a:rPr lang="en-US" sz="1000" b="0" dirty="0" err="1">
                <a:solidFill>
                  <a:srgbClr val="5A5A5A"/>
                </a:solidFill>
              </a:rPr>
              <a:t>organises</a:t>
            </a:r>
            <a:r>
              <a:rPr lang="en-US" sz="1000" b="0" dirty="0">
                <a:solidFill>
                  <a:srgbClr val="5A5A5A"/>
                </a:solidFill>
              </a:rPr>
              <a:t> data and writes working formulas so insights are ready fast.</a:t>
            </a:r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29F7965E-CAF6-3179-3F19-6D6FB1B06487}"/>
              </a:ext>
            </a:extLst>
          </p:cNvPr>
          <p:cNvSpPr/>
          <p:nvPr/>
        </p:nvSpPr>
        <p:spPr>
          <a:xfrm>
            <a:off x="7306056" y="13258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SG" dirty="0"/>
            </a:br>
            <a:endParaRPr lang="en-SG" dirty="0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6D3DF041-9EB1-5FDF-D34D-35092CF06B65}"/>
              </a:ext>
            </a:extLst>
          </p:cNvPr>
          <p:cNvSpPr/>
          <p:nvPr/>
        </p:nvSpPr>
        <p:spPr>
          <a:xfrm>
            <a:off x="7434072" y="1453895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81D968-55A6-1446-4630-6C81130C4F30}"/>
              </a:ext>
            </a:extLst>
          </p:cNvPr>
          <p:cNvSpPr txBox="1"/>
          <p:nvPr/>
        </p:nvSpPr>
        <p:spPr>
          <a:xfrm>
            <a:off x="7909560" y="15270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CREATE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A54561-60FE-CFB4-9B5E-0DBFD899D516}"/>
              </a:ext>
            </a:extLst>
          </p:cNvPr>
          <p:cNvSpPr txBox="1"/>
          <p:nvPr/>
        </p:nvSpPr>
        <p:spPr>
          <a:xfrm>
            <a:off x="7909560" y="16276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PowerPoint (Agent)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7D5A6C-1743-56BD-F86D-11F8CE10750F}"/>
              </a:ext>
            </a:extLst>
          </p:cNvPr>
          <p:cNvSpPr txBox="1"/>
          <p:nvPr/>
        </p:nvSpPr>
        <p:spPr>
          <a:xfrm>
            <a:off x="7434072" y="19110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>
                <a:solidFill>
                  <a:srgbClr val="5A5A5A"/>
                </a:solidFill>
              </a:rPr>
              <a:t>Creates complete decks from a </a:t>
            </a:r>
            <a:r>
              <a:rPr lang="en-US" sz="1000" b="0" dirty="0">
                <a:solidFill>
                  <a:srgbClr val="5A5A5A"/>
                </a:solidFill>
              </a:rPr>
              <a:t>topic or </a:t>
            </a:r>
            <a:r>
              <a:rPr lang="en-US" sz="1000" b="0">
                <a:solidFill>
                  <a:srgbClr val="5A5A5A"/>
                </a:solidFill>
              </a:rPr>
              <a:t>goal</a:t>
            </a:r>
            <a:r>
              <a:rPr lang="en-US" sz="1000" b="0" dirty="0">
                <a:solidFill>
                  <a:srgbClr val="5A5A5A"/>
                </a:solidFill>
              </a:rPr>
              <a:t>, </a:t>
            </a:r>
            <a:r>
              <a:rPr lang="en-US" sz="1000" b="0">
                <a:solidFill>
                  <a:srgbClr val="5A5A5A"/>
                </a:solidFill>
              </a:rPr>
              <a:t>drawing on </a:t>
            </a:r>
            <a:r>
              <a:rPr lang="en-US" sz="1000" b="0" dirty="0">
                <a:solidFill>
                  <a:srgbClr val="5A5A5A"/>
                </a:solidFill>
              </a:rPr>
              <a:t>your </a:t>
            </a:r>
            <a:r>
              <a:rPr lang="en-US" sz="1000" b="0">
                <a:solidFill>
                  <a:srgbClr val="5A5A5A"/>
                </a:solidFill>
              </a:rPr>
              <a:t>own </a:t>
            </a:r>
            <a:r>
              <a:rPr lang="en-US" sz="1000" b="0" dirty="0">
                <a:solidFill>
                  <a:srgbClr val="5A5A5A"/>
                </a:solidFill>
              </a:rPr>
              <a:t>work </a:t>
            </a:r>
            <a:r>
              <a:rPr lang="en-US" sz="1000" b="0">
                <a:solidFill>
                  <a:srgbClr val="5A5A5A"/>
                </a:solidFill>
              </a:rPr>
              <a:t>content</a:t>
            </a:r>
            <a:r>
              <a:rPr lang="en-US" sz="1000" b="0" dirty="0">
                <a:solidFill>
                  <a:srgbClr val="5A5A5A"/>
                </a:solidFill>
              </a:rPr>
              <a:t>.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CC100B6A-BA8E-43B8-6D89-9E7A85C5253C}"/>
              </a:ext>
            </a:extLst>
          </p:cNvPr>
          <p:cNvSpPr/>
          <p:nvPr/>
        </p:nvSpPr>
        <p:spPr>
          <a:xfrm>
            <a:off x="9619488" y="13258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8CCA348B-C8B8-B6FE-3B86-5BCC3037D23C}"/>
              </a:ext>
            </a:extLst>
          </p:cNvPr>
          <p:cNvSpPr/>
          <p:nvPr/>
        </p:nvSpPr>
        <p:spPr>
          <a:xfrm>
            <a:off x="9747504" y="1453895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1F2699-A6C2-F25C-4456-A08C63BE719E}"/>
              </a:ext>
            </a:extLst>
          </p:cNvPr>
          <p:cNvSpPr txBox="1"/>
          <p:nvPr/>
        </p:nvSpPr>
        <p:spPr>
          <a:xfrm>
            <a:off x="10222992" y="15270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CREATE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C346BC-A6FF-24DF-775C-B4682C198436}"/>
              </a:ext>
            </a:extLst>
          </p:cNvPr>
          <p:cNvSpPr txBox="1"/>
          <p:nvPr/>
        </p:nvSpPr>
        <p:spPr>
          <a:xfrm>
            <a:off x="10222992" y="16276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Word (Agent)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DF34E9-5F57-A819-A920-243C91D98F50}"/>
              </a:ext>
            </a:extLst>
          </p:cNvPr>
          <p:cNvSpPr txBox="1"/>
          <p:nvPr/>
        </p:nvSpPr>
        <p:spPr>
          <a:xfrm>
            <a:off x="9747504" y="19110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>
                <a:solidFill>
                  <a:srgbClr val="5A5A5A"/>
                </a:solidFill>
              </a:rPr>
              <a:t>Drafts</a:t>
            </a:r>
            <a:r>
              <a:rPr lang="en-US" sz="1000" b="0" dirty="0">
                <a:solidFill>
                  <a:srgbClr val="5A5A5A"/>
                </a:solidFill>
              </a:rPr>
              <a:t>, </a:t>
            </a:r>
            <a:r>
              <a:rPr lang="en-US" sz="1000" b="0">
                <a:solidFill>
                  <a:srgbClr val="5A5A5A"/>
                </a:solidFill>
              </a:rPr>
              <a:t>rewrites </a:t>
            </a:r>
            <a:r>
              <a:rPr lang="en-US" sz="1000" b="0" dirty="0">
                <a:solidFill>
                  <a:srgbClr val="5A5A5A"/>
                </a:solidFill>
              </a:rPr>
              <a:t>and </a:t>
            </a:r>
            <a:r>
              <a:rPr lang="en-US" sz="1000" b="0">
                <a:solidFill>
                  <a:srgbClr val="5A5A5A"/>
                </a:solidFill>
              </a:rPr>
              <a:t>summarises </a:t>
            </a:r>
            <a:r>
              <a:rPr lang="en-US" sz="1000" b="0" dirty="0">
                <a:solidFill>
                  <a:srgbClr val="5A5A5A"/>
                </a:solidFill>
              </a:rPr>
              <a:t>documents with </a:t>
            </a:r>
            <a:r>
              <a:rPr lang="en-US" sz="1000" b="0">
                <a:solidFill>
                  <a:srgbClr val="5A5A5A"/>
                </a:solidFill>
              </a:rPr>
              <a:t>clear structure </a:t>
            </a:r>
            <a:r>
              <a:rPr lang="en-US" sz="1000" b="0" dirty="0">
                <a:solidFill>
                  <a:srgbClr val="5A5A5A"/>
                </a:solidFill>
              </a:rPr>
              <a:t>and professional formatting.</a:t>
            </a:r>
          </a:p>
        </p:txBody>
      </p: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6CD9907A-8B9A-B6C6-B886-B0E97730A361}"/>
              </a:ext>
            </a:extLst>
          </p:cNvPr>
          <p:cNvSpPr/>
          <p:nvPr/>
        </p:nvSpPr>
        <p:spPr>
          <a:xfrm>
            <a:off x="365760" y="26974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Parallelogram 43">
            <a:extLst>
              <a:ext uri="{FF2B5EF4-FFF2-40B4-BE49-F238E27FC236}">
                <a16:creationId xmlns:a16="http://schemas.microsoft.com/office/drawing/2014/main" id="{65C2C217-E455-DD3D-DC73-8CA87F2B8EE1}"/>
              </a:ext>
            </a:extLst>
          </p:cNvPr>
          <p:cNvSpPr/>
          <p:nvPr/>
        </p:nvSpPr>
        <p:spPr>
          <a:xfrm>
            <a:off x="493776" y="28254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9C4B75-AFC2-F190-77AF-BF00867C3788}"/>
              </a:ext>
            </a:extLst>
          </p:cNvPr>
          <p:cNvSpPr txBox="1"/>
          <p:nvPr/>
        </p:nvSpPr>
        <p:spPr>
          <a:xfrm>
            <a:off x="969264" y="28986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COACHING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B15291-256E-ECD6-7FBF-85B8A4CD20F1}"/>
              </a:ext>
            </a:extLst>
          </p:cNvPr>
          <p:cNvSpPr txBox="1"/>
          <p:nvPr/>
        </p:nvSpPr>
        <p:spPr>
          <a:xfrm>
            <a:off x="969264" y="29992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Idea Coach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756000-D0E1-E25B-E860-4C3FA571D19A}"/>
              </a:ext>
            </a:extLst>
          </p:cNvPr>
          <p:cNvSpPr txBox="1"/>
          <p:nvPr/>
        </p:nvSpPr>
        <p:spPr>
          <a:xfrm>
            <a:off x="493776" y="32826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Makes brainstorming engaging, turning raw ideas into agendas and action plans.</a:t>
            </a:r>
          </a:p>
        </p:txBody>
      </p:sp>
      <p:sp>
        <p:nvSpPr>
          <p:cNvPr id="50" name="Parallelogram 49">
            <a:extLst>
              <a:ext uri="{FF2B5EF4-FFF2-40B4-BE49-F238E27FC236}">
                <a16:creationId xmlns:a16="http://schemas.microsoft.com/office/drawing/2014/main" id="{E0F3D71A-F9F3-2F5B-663F-4117CB16030C}"/>
              </a:ext>
            </a:extLst>
          </p:cNvPr>
          <p:cNvSpPr/>
          <p:nvPr/>
        </p:nvSpPr>
        <p:spPr>
          <a:xfrm>
            <a:off x="2679191" y="26974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Parallelogram 50">
            <a:extLst>
              <a:ext uri="{FF2B5EF4-FFF2-40B4-BE49-F238E27FC236}">
                <a16:creationId xmlns:a16="http://schemas.microsoft.com/office/drawing/2014/main" id="{5BD800A1-7C8A-5FA1-875F-171EDC7280A1}"/>
              </a:ext>
            </a:extLst>
          </p:cNvPr>
          <p:cNvSpPr/>
          <p:nvPr/>
        </p:nvSpPr>
        <p:spPr>
          <a:xfrm>
            <a:off x="2807208" y="28254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E0A2B9-D80D-B812-93FF-AB8C251D8C90}"/>
              </a:ext>
            </a:extLst>
          </p:cNvPr>
          <p:cNvSpPr txBox="1"/>
          <p:nvPr/>
        </p:nvSpPr>
        <p:spPr>
          <a:xfrm>
            <a:off x="3282695" y="28986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COACHING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35F547-CFAB-2BE8-EAAE-58E39B5CF09F}"/>
              </a:ext>
            </a:extLst>
          </p:cNvPr>
          <p:cNvSpPr txBox="1"/>
          <p:nvPr/>
        </p:nvSpPr>
        <p:spPr>
          <a:xfrm>
            <a:off x="3282695" y="29992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Writing Coach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2213C5-0BB6-1FF1-E172-B264805A9AFE}"/>
              </a:ext>
            </a:extLst>
          </p:cNvPr>
          <p:cNvSpPr txBox="1"/>
          <p:nvPr/>
        </p:nvSpPr>
        <p:spPr>
          <a:xfrm>
            <a:off x="2807207" y="32826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>
                <a:solidFill>
                  <a:srgbClr val="5A5A5A"/>
                </a:solidFill>
              </a:rPr>
              <a:t>Sharpens the </a:t>
            </a:r>
            <a:r>
              <a:rPr lang="en-US" sz="1000" b="0" dirty="0">
                <a:solidFill>
                  <a:srgbClr val="5A5A5A"/>
                </a:solidFill>
              </a:rPr>
              <a:t>clarity, structure and tone</a:t>
            </a:r>
            <a:r>
              <a:rPr lang="en-US" sz="1000" b="0">
                <a:solidFill>
                  <a:srgbClr val="5A5A5A"/>
                </a:solidFill>
              </a:rPr>
              <a:t> of your writing</a:t>
            </a:r>
            <a:r>
              <a:rPr lang="en-US" sz="1000" b="0" dirty="0">
                <a:solidFill>
                  <a:srgbClr val="5A5A5A"/>
                </a:solidFill>
              </a:rPr>
              <a:t> for any audience.</a:t>
            </a:r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3C8D6675-ED41-54AC-4C83-B8DBFC79EC8E}"/>
              </a:ext>
            </a:extLst>
          </p:cNvPr>
          <p:cNvSpPr/>
          <p:nvPr/>
        </p:nvSpPr>
        <p:spPr>
          <a:xfrm>
            <a:off x="4992624" y="26974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4E044C7D-52D1-B121-D720-5B92C7AE065A}"/>
              </a:ext>
            </a:extLst>
          </p:cNvPr>
          <p:cNvSpPr/>
          <p:nvPr/>
        </p:nvSpPr>
        <p:spPr>
          <a:xfrm>
            <a:off x="5120640" y="28254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5F84B6-0290-701F-ED3C-5539D59529A8}"/>
              </a:ext>
            </a:extLst>
          </p:cNvPr>
          <p:cNvSpPr txBox="1"/>
          <p:nvPr/>
        </p:nvSpPr>
        <p:spPr>
          <a:xfrm>
            <a:off x="5596128" y="28986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COACHING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5EAD3F-FB88-467A-BE79-9EDFC7F1EC97}"/>
              </a:ext>
            </a:extLst>
          </p:cNvPr>
          <p:cNvSpPr txBox="1"/>
          <p:nvPr/>
        </p:nvSpPr>
        <p:spPr>
          <a:xfrm>
            <a:off x="5596128" y="29992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Prompt Coach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52A319-4B15-6160-9365-688E853C8D3D}"/>
              </a:ext>
            </a:extLst>
          </p:cNvPr>
          <p:cNvSpPr txBox="1"/>
          <p:nvPr/>
        </p:nvSpPr>
        <p:spPr>
          <a:xfrm>
            <a:off x="5120640" y="32826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>
                <a:solidFill>
                  <a:srgbClr val="5A5A5A"/>
                </a:solidFill>
              </a:rPr>
              <a:t>Turns rough asks </a:t>
            </a:r>
            <a:r>
              <a:rPr lang="en-US" sz="1000" b="0" dirty="0">
                <a:solidFill>
                  <a:srgbClr val="5A5A5A"/>
                </a:solidFill>
              </a:rPr>
              <a:t>into </a:t>
            </a:r>
            <a:r>
              <a:rPr lang="en-US" sz="1000" b="0">
                <a:solidFill>
                  <a:srgbClr val="5A5A5A"/>
                </a:solidFill>
              </a:rPr>
              <a:t>effective Copilot prompts so you get better answers.</a:t>
            </a:r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E1781AF3-EA58-9BCA-D29A-B2D3D2B530A2}"/>
              </a:ext>
            </a:extLst>
          </p:cNvPr>
          <p:cNvSpPr/>
          <p:nvPr/>
        </p:nvSpPr>
        <p:spPr>
          <a:xfrm>
            <a:off x="7306056" y="26974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37CE9F4F-2A87-30AA-2B6C-7E147B473C4F}"/>
              </a:ext>
            </a:extLst>
          </p:cNvPr>
          <p:cNvSpPr/>
          <p:nvPr/>
        </p:nvSpPr>
        <p:spPr>
          <a:xfrm>
            <a:off x="7434072" y="28254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AD754A-A7C3-AD10-D570-4AE3F3603552}"/>
              </a:ext>
            </a:extLst>
          </p:cNvPr>
          <p:cNvSpPr txBox="1"/>
          <p:nvPr/>
        </p:nvSpPr>
        <p:spPr>
          <a:xfrm>
            <a:off x="7909560" y="28986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LEARNING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D453F4-E961-B37F-F22E-CAB09BB5B17C}"/>
              </a:ext>
            </a:extLst>
          </p:cNvPr>
          <p:cNvSpPr txBox="1"/>
          <p:nvPr/>
        </p:nvSpPr>
        <p:spPr>
          <a:xfrm>
            <a:off x="7909560" y="29992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Learning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5A5F20-108F-C2D0-06EF-296EA30D9F66}"/>
              </a:ext>
            </a:extLst>
          </p:cNvPr>
          <p:cNvSpPr txBox="1"/>
          <p:nvPr/>
        </p:nvSpPr>
        <p:spPr>
          <a:xfrm>
            <a:off x="7434072" y="32826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>
                <a:solidFill>
                  <a:srgbClr val="5A5A5A"/>
                </a:solidFill>
              </a:rPr>
              <a:t>Helps you master subjects and build </a:t>
            </a:r>
            <a:r>
              <a:rPr lang="en-US" sz="1000" b="0" dirty="0">
                <a:solidFill>
                  <a:srgbClr val="5A5A5A"/>
                </a:solidFill>
              </a:rPr>
              <a:t>skills through </a:t>
            </a:r>
            <a:r>
              <a:rPr lang="en-US" sz="1000" b="0">
                <a:solidFill>
                  <a:srgbClr val="5A5A5A"/>
                </a:solidFill>
              </a:rPr>
              <a:t>personalised</a:t>
            </a:r>
            <a:r>
              <a:rPr lang="en-US" sz="1000" b="0" dirty="0">
                <a:solidFill>
                  <a:srgbClr val="5A5A5A"/>
                </a:solidFill>
              </a:rPr>
              <a:t> learning paths.</a:t>
            </a:r>
          </a:p>
        </p:txBody>
      </p:sp>
      <p:sp>
        <p:nvSpPr>
          <p:cNvPr id="71" name="Parallelogram 70">
            <a:extLst>
              <a:ext uri="{FF2B5EF4-FFF2-40B4-BE49-F238E27FC236}">
                <a16:creationId xmlns:a16="http://schemas.microsoft.com/office/drawing/2014/main" id="{5DA632FA-B61A-7404-D970-3822B592408D}"/>
              </a:ext>
            </a:extLst>
          </p:cNvPr>
          <p:cNvSpPr/>
          <p:nvPr/>
        </p:nvSpPr>
        <p:spPr>
          <a:xfrm>
            <a:off x="9619488" y="26974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Parallelogram 71">
            <a:extLst>
              <a:ext uri="{FF2B5EF4-FFF2-40B4-BE49-F238E27FC236}">
                <a16:creationId xmlns:a16="http://schemas.microsoft.com/office/drawing/2014/main" id="{19086582-46F8-7D8C-3266-0855D3D86552}"/>
              </a:ext>
            </a:extLst>
          </p:cNvPr>
          <p:cNvSpPr/>
          <p:nvPr/>
        </p:nvSpPr>
        <p:spPr>
          <a:xfrm>
            <a:off x="9747504" y="28254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2CCD58-5FAA-772C-45C7-348E6FDC4E8B}"/>
              </a:ext>
            </a:extLst>
          </p:cNvPr>
          <p:cNvSpPr txBox="1"/>
          <p:nvPr/>
        </p:nvSpPr>
        <p:spPr>
          <a:xfrm>
            <a:off x="10222992" y="28986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COACHING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FCF8EB1-01B2-9885-254D-1211D8E601E7}"/>
              </a:ext>
            </a:extLst>
          </p:cNvPr>
          <p:cNvSpPr txBox="1"/>
          <p:nvPr/>
        </p:nvSpPr>
        <p:spPr>
          <a:xfrm>
            <a:off x="10222992" y="29992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Meeting Coach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3D0581-88A7-B756-8D0D-CF32ED20CBF5}"/>
              </a:ext>
            </a:extLst>
          </p:cNvPr>
          <p:cNvSpPr txBox="1"/>
          <p:nvPr/>
        </p:nvSpPr>
        <p:spPr>
          <a:xfrm>
            <a:off x="9747504" y="32826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>
                <a:solidFill>
                  <a:srgbClr val="5A5A5A"/>
                </a:solidFill>
              </a:rPr>
              <a:t>Sets objectives, agendas and roles, keeps meetings on track and captures actions.</a:t>
            </a:r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78" name="Parallelogram 77">
            <a:extLst>
              <a:ext uri="{FF2B5EF4-FFF2-40B4-BE49-F238E27FC236}">
                <a16:creationId xmlns:a16="http://schemas.microsoft.com/office/drawing/2014/main" id="{7833D3ED-8992-84DA-212E-B501A89C3E33}"/>
              </a:ext>
            </a:extLst>
          </p:cNvPr>
          <p:cNvSpPr/>
          <p:nvPr/>
        </p:nvSpPr>
        <p:spPr>
          <a:xfrm>
            <a:off x="365760" y="40690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Parallelogram 78">
            <a:extLst>
              <a:ext uri="{FF2B5EF4-FFF2-40B4-BE49-F238E27FC236}">
                <a16:creationId xmlns:a16="http://schemas.microsoft.com/office/drawing/2014/main" id="{C293599C-CBB1-A489-CEEF-A66851D36DB5}"/>
              </a:ext>
            </a:extLst>
          </p:cNvPr>
          <p:cNvSpPr/>
          <p:nvPr/>
        </p:nvSpPr>
        <p:spPr>
          <a:xfrm>
            <a:off x="493776" y="41970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6BCC52-B361-2B5A-311D-F782B499EAFD}"/>
              </a:ext>
            </a:extLst>
          </p:cNvPr>
          <p:cNvSpPr txBox="1"/>
          <p:nvPr/>
        </p:nvSpPr>
        <p:spPr>
          <a:xfrm>
            <a:off x="969264" y="42702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KNOWLEDGE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0DF387-AF45-1847-FFCF-1141D8B7C04C}"/>
              </a:ext>
            </a:extLst>
          </p:cNvPr>
          <p:cNvSpPr txBox="1"/>
          <p:nvPr/>
        </p:nvSpPr>
        <p:spPr>
          <a:xfrm>
            <a:off x="969264" y="43708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SME Finder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9F82CA-FE16-42A8-6486-ECF055844353}"/>
              </a:ext>
            </a:extLst>
          </p:cNvPr>
          <p:cNvSpPr txBox="1"/>
          <p:nvPr/>
        </p:nvSpPr>
        <p:spPr>
          <a:xfrm>
            <a:off x="493776" y="4654296"/>
            <a:ext cx="1947672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dirty="0">
                <a:solidFill>
                  <a:srgbClr val="5A5A5A"/>
                </a:solidFill>
              </a:rPr>
              <a:t>Finds credible experts within your organization for any topic, with cited evidence and outreach drafts.</a:t>
            </a:r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85" name="Parallelogram 84">
            <a:extLst>
              <a:ext uri="{FF2B5EF4-FFF2-40B4-BE49-F238E27FC236}">
                <a16:creationId xmlns:a16="http://schemas.microsoft.com/office/drawing/2014/main" id="{F6F1953E-6AF1-0771-FF86-444D34F6249B}"/>
              </a:ext>
            </a:extLst>
          </p:cNvPr>
          <p:cNvSpPr/>
          <p:nvPr/>
        </p:nvSpPr>
        <p:spPr>
          <a:xfrm>
            <a:off x="2679191" y="40690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arallelogram 85">
            <a:extLst>
              <a:ext uri="{FF2B5EF4-FFF2-40B4-BE49-F238E27FC236}">
                <a16:creationId xmlns:a16="http://schemas.microsoft.com/office/drawing/2014/main" id="{FF87C002-45DF-C090-097F-2CA91C2F2E5E}"/>
              </a:ext>
            </a:extLst>
          </p:cNvPr>
          <p:cNvSpPr/>
          <p:nvPr/>
        </p:nvSpPr>
        <p:spPr>
          <a:xfrm>
            <a:off x="2807208" y="41970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E71548-0906-CE28-E9F1-EE2F81B61BEE}"/>
              </a:ext>
            </a:extLst>
          </p:cNvPr>
          <p:cNvSpPr txBox="1"/>
          <p:nvPr/>
        </p:nvSpPr>
        <p:spPr>
          <a:xfrm>
            <a:off x="3282695" y="42702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COMMUNICATIONS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827D6B-1716-F519-5E2E-10636282B62C}"/>
              </a:ext>
            </a:extLst>
          </p:cNvPr>
          <p:cNvSpPr txBox="1"/>
          <p:nvPr/>
        </p:nvSpPr>
        <p:spPr>
          <a:xfrm>
            <a:off x="3282695" y="4370832"/>
            <a:ext cx="15544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Request for Proposal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63FEC0-DF58-728F-2A26-C527C259D064}"/>
              </a:ext>
            </a:extLst>
          </p:cNvPr>
          <p:cNvSpPr txBox="1"/>
          <p:nvPr/>
        </p:nvSpPr>
        <p:spPr>
          <a:xfrm>
            <a:off x="2807207" y="46542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 dirty="0">
                <a:solidFill>
                  <a:srgbClr val="5A5A5A"/>
                </a:solidFill>
              </a:rPr>
              <a:t>Helps teams craft tailored, high-quality RFP responses and proposals faster.</a:t>
            </a:r>
          </a:p>
        </p:txBody>
      </p:sp>
      <p:sp>
        <p:nvSpPr>
          <p:cNvPr id="92" name="Parallelogram 91">
            <a:extLst>
              <a:ext uri="{FF2B5EF4-FFF2-40B4-BE49-F238E27FC236}">
                <a16:creationId xmlns:a16="http://schemas.microsoft.com/office/drawing/2014/main" id="{DAB61C70-EDBE-4CE1-069A-92D2111A6A09}"/>
              </a:ext>
            </a:extLst>
          </p:cNvPr>
          <p:cNvSpPr/>
          <p:nvPr/>
        </p:nvSpPr>
        <p:spPr>
          <a:xfrm>
            <a:off x="4992624" y="40690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Parallelogram 92">
            <a:extLst>
              <a:ext uri="{FF2B5EF4-FFF2-40B4-BE49-F238E27FC236}">
                <a16:creationId xmlns:a16="http://schemas.microsoft.com/office/drawing/2014/main" id="{656922F2-53C0-3997-43E9-67E4CF56A56B}"/>
              </a:ext>
            </a:extLst>
          </p:cNvPr>
          <p:cNvSpPr/>
          <p:nvPr/>
        </p:nvSpPr>
        <p:spPr>
          <a:xfrm>
            <a:off x="5120640" y="41970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image.png">
            <a:extLst>
              <a:ext uri="{FF2B5EF4-FFF2-40B4-BE49-F238E27FC236}">
                <a16:creationId xmlns:a16="http://schemas.microsoft.com/office/drawing/2014/main" id="{1CDCC3E5-EBAA-43C4-1425-D18A22072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4251960"/>
            <a:ext cx="274320" cy="2743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E341B3F-6305-B013-513E-9928FFD45CDA}"/>
              </a:ext>
            </a:extLst>
          </p:cNvPr>
          <p:cNvSpPr txBox="1"/>
          <p:nvPr/>
        </p:nvSpPr>
        <p:spPr>
          <a:xfrm>
            <a:off x="5596128" y="42702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274B47"/>
                </a:solidFill>
                <a:latin typeface="Segoe UI"/>
              </a:rPr>
              <a:t>CUSTOM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CACA8B-76CC-D468-AE04-14592E70A140}"/>
              </a:ext>
            </a:extLst>
          </p:cNvPr>
          <p:cNvSpPr txBox="1"/>
          <p:nvPr/>
        </p:nvSpPr>
        <p:spPr>
          <a:xfrm>
            <a:off x="5596128" y="43708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Custom Agent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BCFF67-2790-74EF-5C1B-E1B9225757F6}"/>
              </a:ext>
            </a:extLst>
          </p:cNvPr>
          <p:cNvSpPr txBox="1"/>
          <p:nvPr/>
        </p:nvSpPr>
        <p:spPr>
          <a:xfrm>
            <a:off x="5120640" y="46542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Build </a:t>
            </a:r>
            <a:r>
              <a:rPr lang="en-US" sz="1000" b="0">
                <a:solidFill>
                  <a:srgbClr val="5A5A5A"/>
                </a:solidFill>
              </a:rPr>
              <a:t>your own agent </a:t>
            </a:r>
            <a:r>
              <a:rPr lang="en-US" sz="1000" b="0" dirty="0">
                <a:solidFill>
                  <a:srgbClr val="5A5A5A"/>
                </a:solidFill>
              </a:rPr>
              <a:t>on org knowledge, instructions and capabilities.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CF26C969-825C-D59B-237A-645B1983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DA68188E-8A58-B374-1247-AC4EBF984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1508759"/>
            <a:ext cx="274320" cy="274320"/>
          </a:xfrm>
          <a:prstGeom prst="rect">
            <a:avLst/>
          </a:prstGeom>
        </p:spPr>
      </p:pic>
      <p:pic>
        <p:nvPicPr>
          <p:cNvPr id="101" name="Graphic 100" descr="Excel">
            <a:extLst>
              <a:ext uri="{FF2B5EF4-FFF2-40B4-BE49-F238E27FC236}">
                <a16:creationId xmlns:a16="http://schemas.microsoft.com/office/drawing/2014/main" id="{72F8F2B4-DDF7-EAAC-BAB9-EBC2A7E79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5504" y="1508759"/>
            <a:ext cx="274320" cy="274320"/>
          </a:xfrm>
          <a:prstGeom prst="rect">
            <a:avLst/>
          </a:prstGeom>
        </p:spPr>
      </p:pic>
      <p:pic>
        <p:nvPicPr>
          <p:cNvPr id="102" name="Graphic 101" descr="Word">
            <a:extLst>
              <a:ext uri="{FF2B5EF4-FFF2-40B4-BE49-F238E27FC236}">
                <a16:creationId xmlns:a16="http://schemas.microsoft.com/office/drawing/2014/main" id="{884A473E-AEDB-2EFF-F8DD-BC463AD44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2368" y="1508759"/>
            <a:ext cx="274320" cy="274320"/>
          </a:xfrm>
          <a:prstGeom prst="rect">
            <a:avLst/>
          </a:prstGeom>
        </p:spPr>
      </p:pic>
      <p:pic>
        <p:nvPicPr>
          <p:cNvPr id="103" name="Graphic 102" descr="PowerPoint">
            <a:extLst>
              <a:ext uri="{FF2B5EF4-FFF2-40B4-BE49-F238E27FC236}">
                <a16:creationId xmlns:a16="http://schemas.microsoft.com/office/drawing/2014/main" id="{A62BC942-FBD0-3429-E026-010E2B8AA0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8936" y="1508759"/>
            <a:ext cx="274320" cy="27432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5245A212-0F78-E036-1EA2-3E7B2975C7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4" y="2880360"/>
            <a:ext cx="274320" cy="27432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5DAC8AD4-A4BA-2495-21D1-F50C4DAA9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880360"/>
            <a:ext cx="274320" cy="27432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EBC0BB2-4667-3473-4580-13318860BE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2880360"/>
            <a:ext cx="274320" cy="274320"/>
          </a:xfrm>
          <a:prstGeom prst="rect">
            <a:avLst/>
          </a:prstGeom>
        </p:spPr>
      </p:pic>
      <p:sp>
        <p:nvSpPr>
          <p:cNvPr id="119" name="Parallelogram 7 copy">
            <a:extLst>
              <a:ext uri="{FF2B5EF4-FFF2-40B4-BE49-F238E27FC236}">
                <a16:creationId xmlns:a16="http://schemas.microsoft.com/office/drawing/2014/main" id="{E250DE2A-0893-027E-8646-EC80695FCAD8}"/>
              </a:ext>
            </a:extLst>
          </p:cNvPr>
          <p:cNvSpPr/>
          <p:nvPr/>
        </p:nvSpPr>
        <p:spPr>
          <a:xfrm>
            <a:off x="7306056" y="40690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0" name="Parallelogram 8 copy">
            <a:extLst>
              <a:ext uri="{FF2B5EF4-FFF2-40B4-BE49-F238E27FC236}">
                <a16:creationId xmlns:a16="http://schemas.microsoft.com/office/drawing/2014/main" id="{C43E3D79-0720-77AF-C2E0-DF3D6E3F3593}"/>
              </a:ext>
            </a:extLst>
          </p:cNvPr>
          <p:cNvSpPr/>
          <p:nvPr/>
        </p:nvSpPr>
        <p:spPr>
          <a:xfrm>
            <a:off x="7434072" y="41970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1 copy">
            <a:extLst>
              <a:ext uri="{FF2B5EF4-FFF2-40B4-BE49-F238E27FC236}">
                <a16:creationId xmlns:a16="http://schemas.microsoft.com/office/drawing/2014/main" id="{7F524D18-8D9A-7EEA-5B6A-34BED3FACD15}"/>
              </a:ext>
            </a:extLst>
          </p:cNvPr>
          <p:cNvSpPr txBox="1"/>
          <p:nvPr/>
        </p:nvSpPr>
        <p:spPr>
          <a:xfrm>
            <a:off x="7909560" y="42702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PRODUCTIVITY</a:t>
            </a:r>
          </a:p>
        </p:txBody>
      </p:sp>
      <p:sp>
        <p:nvSpPr>
          <p:cNvPr id="123" name="TextBox 12 copy">
            <a:extLst>
              <a:ext uri="{FF2B5EF4-FFF2-40B4-BE49-F238E27FC236}">
                <a16:creationId xmlns:a16="http://schemas.microsoft.com/office/drawing/2014/main" id="{6CABC31F-E040-E953-E79A-6A0F824CFAAC}"/>
              </a:ext>
            </a:extLst>
          </p:cNvPr>
          <p:cNvSpPr txBox="1"/>
          <p:nvPr/>
        </p:nvSpPr>
        <p:spPr>
          <a:xfrm>
            <a:off x="7909560" y="43708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Plan my Day</a:t>
            </a:r>
          </a:p>
        </p:txBody>
      </p:sp>
      <p:sp>
        <p:nvSpPr>
          <p:cNvPr id="124" name="TextBox 13 copy">
            <a:extLst>
              <a:ext uri="{FF2B5EF4-FFF2-40B4-BE49-F238E27FC236}">
                <a16:creationId xmlns:a16="http://schemas.microsoft.com/office/drawing/2014/main" id="{6F571AD2-A6A4-D22F-F2EA-F3567E627F78}"/>
              </a:ext>
            </a:extLst>
          </p:cNvPr>
          <p:cNvSpPr txBox="1"/>
          <p:nvPr/>
        </p:nvSpPr>
        <p:spPr>
          <a:xfrm>
            <a:off x="7434072" y="46542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 dirty="0">
                <a:solidFill>
                  <a:srgbClr val="5A5A5A"/>
                </a:solidFill>
              </a:rPr>
              <a:t>Compiles a morning briefing from Microsoft 365, balancing priorities and wellbeing.</a:t>
            </a:r>
          </a:p>
        </p:txBody>
      </p:sp>
      <p:sp>
        <p:nvSpPr>
          <p:cNvPr id="125" name="Parallelogram 7 copy">
            <a:extLst>
              <a:ext uri="{FF2B5EF4-FFF2-40B4-BE49-F238E27FC236}">
                <a16:creationId xmlns:a16="http://schemas.microsoft.com/office/drawing/2014/main" id="{9AA7411F-9BC1-4D8B-AA39-EC8FFBA7B51D}"/>
              </a:ext>
            </a:extLst>
          </p:cNvPr>
          <p:cNvSpPr/>
          <p:nvPr/>
        </p:nvSpPr>
        <p:spPr>
          <a:xfrm>
            <a:off x="9619488" y="40690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" name="Parallelogram 8 copy">
            <a:extLst>
              <a:ext uri="{FF2B5EF4-FFF2-40B4-BE49-F238E27FC236}">
                <a16:creationId xmlns:a16="http://schemas.microsoft.com/office/drawing/2014/main" id="{40EE5446-1274-6F08-4B5C-B19213B5B505}"/>
              </a:ext>
            </a:extLst>
          </p:cNvPr>
          <p:cNvSpPr/>
          <p:nvPr/>
        </p:nvSpPr>
        <p:spPr>
          <a:xfrm>
            <a:off x="9747504" y="41970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1 copy">
            <a:extLst>
              <a:ext uri="{FF2B5EF4-FFF2-40B4-BE49-F238E27FC236}">
                <a16:creationId xmlns:a16="http://schemas.microsoft.com/office/drawing/2014/main" id="{173C8135-C06C-5E46-7DE1-C3A29B84BDEA}"/>
              </a:ext>
            </a:extLst>
          </p:cNvPr>
          <p:cNvSpPr txBox="1"/>
          <p:nvPr/>
        </p:nvSpPr>
        <p:spPr>
          <a:xfrm>
            <a:off x="10222992" y="42702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LEARNING</a:t>
            </a:r>
          </a:p>
        </p:txBody>
      </p:sp>
      <p:sp>
        <p:nvSpPr>
          <p:cNvPr id="129" name="TextBox 12 copy">
            <a:extLst>
              <a:ext uri="{FF2B5EF4-FFF2-40B4-BE49-F238E27FC236}">
                <a16:creationId xmlns:a16="http://schemas.microsoft.com/office/drawing/2014/main" id="{F9EF99C4-1E7D-D73E-2300-AE04B4D86BCF}"/>
              </a:ext>
            </a:extLst>
          </p:cNvPr>
          <p:cNvSpPr txBox="1"/>
          <p:nvPr/>
        </p:nvSpPr>
        <p:spPr>
          <a:xfrm>
            <a:off x="10222992" y="43708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>
                <a:solidFill>
                  <a:srgbClr val="243A5E"/>
                </a:solidFill>
                <a:latin typeface="Segoe UI Semibold"/>
              </a:rPr>
              <a:t>Quiz Tutor</a:t>
            </a:r>
          </a:p>
        </p:txBody>
      </p:sp>
      <p:sp>
        <p:nvSpPr>
          <p:cNvPr id="130" name="TextBox 13 copy">
            <a:extLst>
              <a:ext uri="{FF2B5EF4-FFF2-40B4-BE49-F238E27FC236}">
                <a16:creationId xmlns:a16="http://schemas.microsoft.com/office/drawing/2014/main" id="{D1308791-EB6E-C9F0-CCF0-740FB3774396}"/>
              </a:ext>
            </a:extLst>
          </p:cNvPr>
          <p:cNvSpPr txBox="1"/>
          <p:nvPr/>
        </p:nvSpPr>
        <p:spPr>
          <a:xfrm>
            <a:off x="9747504" y="4654296"/>
            <a:ext cx="1947672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SG" sz="1000" b="0" dirty="0">
                <a:solidFill>
                  <a:srgbClr val="5A5A5A"/>
                </a:solidFill>
              </a:rPr>
              <a:t>Creates interactive quizzes from your training docs and coaches you on every answer.</a:t>
            </a:r>
          </a:p>
          <a:p>
            <a:br>
              <a:rPr lang="en-SG" sz="1000" dirty="0"/>
            </a:br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131" name="Parallelogram 7 copy">
            <a:extLst>
              <a:ext uri="{FF2B5EF4-FFF2-40B4-BE49-F238E27FC236}">
                <a16:creationId xmlns:a16="http://schemas.microsoft.com/office/drawing/2014/main" id="{6BA5CCE5-D91B-750F-555A-54AA5C04E502}"/>
              </a:ext>
            </a:extLst>
          </p:cNvPr>
          <p:cNvSpPr/>
          <p:nvPr/>
        </p:nvSpPr>
        <p:spPr>
          <a:xfrm>
            <a:off x="365760" y="54406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2" name="Parallelogram 8 copy">
            <a:extLst>
              <a:ext uri="{FF2B5EF4-FFF2-40B4-BE49-F238E27FC236}">
                <a16:creationId xmlns:a16="http://schemas.microsoft.com/office/drawing/2014/main" id="{EC49DFAD-26F1-8A1F-12E4-9A9BC499FCB5}"/>
              </a:ext>
            </a:extLst>
          </p:cNvPr>
          <p:cNvSpPr/>
          <p:nvPr/>
        </p:nvSpPr>
        <p:spPr>
          <a:xfrm>
            <a:off x="493776" y="55686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1 copy">
            <a:extLst>
              <a:ext uri="{FF2B5EF4-FFF2-40B4-BE49-F238E27FC236}">
                <a16:creationId xmlns:a16="http://schemas.microsoft.com/office/drawing/2014/main" id="{1A355E71-5969-C7C9-1CE8-C8E27522B75A}"/>
              </a:ext>
            </a:extLst>
          </p:cNvPr>
          <p:cNvSpPr txBox="1"/>
          <p:nvPr/>
        </p:nvSpPr>
        <p:spPr>
          <a:xfrm>
            <a:off x="969264" y="56418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COMMUNICATIONS</a:t>
            </a:r>
          </a:p>
        </p:txBody>
      </p:sp>
      <p:sp>
        <p:nvSpPr>
          <p:cNvPr id="135" name="TextBox 12 copy">
            <a:extLst>
              <a:ext uri="{FF2B5EF4-FFF2-40B4-BE49-F238E27FC236}">
                <a16:creationId xmlns:a16="http://schemas.microsoft.com/office/drawing/2014/main" id="{8F19877A-D237-0AAB-7BFD-80B1DD5C11A3}"/>
              </a:ext>
            </a:extLst>
          </p:cNvPr>
          <p:cNvSpPr txBox="1"/>
          <p:nvPr/>
        </p:nvSpPr>
        <p:spPr>
          <a:xfrm>
            <a:off x="969264" y="57424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Executive Briefings</a:t>
            </a:r>
          </a:p>
        </p:txBody>
      </p:sp>
      <p:sp>
        <p:nvSpPr>
          <p:cNvPr id="136" name="TextBox 13 copy">
            <a:extLst>
              <a:ext uri="{FF2B5EF4-FFF2-40B4-BE49-F238E27FC236}">
                <a16:creationId xmlns:a16="http://schemas.microsoft.com/office/drawing/2014/main" id="{1B5C864B-5ACE-3DF3-EDB0-DD11B117A04A}"/>
              </a:ext>
            </a:extLst>
          </p:cNvPr>
          <p:cNvSpPr txBox="1"/>
          <p:nvPr/>
        </p:nvSpPr>
        <p:spPr>
          <a:xfrm>
            <a:off x="493776" y="60258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>
                <a:solidFill>
                  <a:srgbClr val="5A5A5A"/>
                </a:solidFill>
              </a:rPr>
              <a:t>Builds brand-aligned briefing packs and post-meeting summaries from M365 content.</a:t>
            </a:r>
            <a:endParaRPr lang="en-US" sz="1000" b="0" dirty="0">
              <a:solidFill>
                <a:srgbClr val="5A5A5A"/>
              </a:solidFill>
            </a:endParaRPr>
          </a:p>
        </p:txBody>
      </p:sp>
      <p:sp>
        <p:nvSpPr>
          <p:cNvPr id="137" name="Parallelogram 7 copy">
            <a:extLst>
              <a:ext uri="{FF2B5EF4-FFF2-40B4-BE49-F238E27FC236}">
                <a16:creationId xmlns:a16="http://schemas.microsoft.com/office/drawing/2014/main" id="{D05EF4D6-BA08-AD8F-369A-0B26CCE976A0}"/>
              </a:ext>
            </a:extLst>
          </p:cNvPr>
          <p:cNvSpPr/>
          <p:nvPr/>
        </p:nvSpPr>
        <p:spPr>
          <a:xfrm>
            <a:off x="2679191" y="54406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" name="Parallelogram 8 copy">
            <a:extLst>
              <a:ext uri="{FF2B5EF4-FFF2-40B4-BE49-F238E27FC236}">
                <a16:creationId xmlns:a16="http://schemas.microsoft.com/office/drawing/2014/main" id="{062C4EEA-49B9-FD2D-8C85-A86F20C635CF}"/>
              </a:ext>
            </a:extLst>
          </p:cNvPr>
          <p:cNvSpPr/>
          <p:nvPr/>
        </p:nvSpPr>
        <p:spPr>
          <a:xfrm>
            <a:off x="2807208" y="55686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1 copy">
            <a:extLst>
              <a:ext uri="{FF2B5EF4-FFF2-40B4-BE49-F238E27FC236}">
                <a16:creationId xmlns:a16="http://schemas.microsoft.com/office/drawing/2014/main" id="{9322EFA3-8331-D5DC-FD84-FBA68BE19F99}"/>
              </a:ext>
            </a:extLst>
          </p:cNvPr>
          <p:cNvSpPr txBox="1"/>
          <p:nvPr/>
        </p:nvSpPr>
        <p:spPr>
          <a:xfrm>
            <a:off x="3282695" y="56418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KNOWLEDGE</a:t>
            </a:r>
          </a:p>
        </p:txBody>
      </p:sp>
      <p:sp>
        <p:nvSpPr>
          <p:cNvPr id="141" name="TextBox 12 copy">
            <a:extLst>
              <a:ext uri="{FF2B5EF4-FFF2-40B4-BE49-F238E27FC236}">
                <a16:creationId xmlns:a16="http://schemas.microsoft.com/office/drawing/2014/main" id="{8F816707-3B1C-FFF9-5CEF-4C7412ED7874}"/>
              </a:ext>
            </a:extLst>
          </p:cNvPr>
          <p:cNvSpPr txBox="1"/>
          <p:nvPr/>
        </p:nvSpPr>
        <p:spPr>
          <a:xfrm>
            <a:off x="3282695" y="57424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Personal News</a:t>
            </a:r>
          </a:p>
        </p:txBody>
      </p:sp>
      <p:sp>
        <p:nvSpPr>
          <p:cNvPr id="142" name="TextBox 13 copy">
            <a:extLst>
              <a:ext uri="{FF2B5EF4-FFF2-40B4-BE49-F238E27FC236}">
                <a16:creationId xmlns:a16="http://schemas.microsoft.com/office/drawing/2014/main" id="{880D9DB5-E6D5-01C2-6A86-C8EF99144C12}"/>
              </a:ext>
            </a:extLst>
          </p:cNvPr>
          <p:cNvSpPr txBox="1"/>
          <p:nvPr/>
        </p:nvSpPr>
        <p:spPr>
          <a:xfrm>
            <a:off x="2807207" y="60258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30-second org news briefing, tagged by priority and personalized to you.</a:t>
            </a:r>
          </a:p>
        </p:txBody>
      </p:sp>
      <p:sp>
        <p:nvSpPr>
          <p:cNvPr id="143" name="Parallelogram 7 copy">
            <a:extLst>
              <a:ext uri="{FF2B5EF4-FFF2-40B4-BE49-F238E27FC236}">
                <a16:creationId xmlns:a16="http://schemas.microsoft.com/office/drawing/2014/main" id="{CDC509DF-004F-9CFA-A596-7105EDD18F04}"/>
              </a:ext>
            </a:extLst>
          </p:cNvPr>
          <p:cNvSpPr/>
          <p:nvPr/>
        </p:nvSpPr>
        <p:spPr>
          <a:xfrm>
            <a:off x="4992624" y="54406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" name="Parallelogram 8 copy">
            <a:extLst>
              <a:ext uri="{FF2B5EF4-FFF2-40B4-BE49-F238E27FC236}">
                <a16:creationId xmlns:a16="http://schemas.microsoft.com/office/drawing/2014/main" id="{B5C8F030-9775-9192-337A-1FFD30AF74C2}"/>
              </a:ext>
            </a:extLst>
          </p:cNvPr>
          <p:cNvSpPr/>
          <p:nvPr/>
        </p:nvSpPr>
        <p:spPr>
          <a:xfrm>
            <a:off x="5120640" y="55686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1 copy">
            <a:extLst>
              <a:ext uri="{FF2B5EF4-FFF2-40B4-BE49-F238E27FC236}">
                <a16:creationId xmlns:a16="http://schemas.microsoft.com/office/drawing/2014/main" id="{94011660-FA73-E00A-6759-8093066D010D}"/>
              </a:ext>
            </a:extLst>
          </p:cNvPr>
          <p:cNvSpPr txBox="1"/>
          <p:nvPr/>
        </p:nvSpPr>
        <p:spPr>
          <a:xfrm>
            <a:off x="5596128" y="56418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COMMUNICATIONS</a:t>
            </a:r>
          </a:p>
        </p:txBody>
      </p:sp>
      <p:sp>
        <p:nvSpPr>
          <p:cNvPr id="147" name="TextBox 12 copy">
            <a:extLst>
              <a:ext uri="{FF2B5EF4-FFF2-40B4-BE49-F238E27FC236}">
                <a16:creationId xmlns:a16="http://schemas.microsoft.com/office/drawing/2014/main" id="{919C10FB-746C-CFBB-3BE9-00DA9D99A2FE}"/>
              </a:ext>
            </a:extLst>
          </p:cNvPr>
          <p:cNvSpPr txBox="1"/>
          <p:nvPr/>
        </p:nvSpPr>
        <p:spPr>
          <a:xfrm>
            <a:off x="5596128" y="57424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Corporate Comms </a:t>
            </a:r>
          </a:p>
        </p:txBody>
      </p:sp>
      <p:sp>
        <p:nvSpPr>
          <p:cNvPr id="148" name="TextBox 13 copy">
            <a:extLst>
              <a:ext uri="{FF2B5EF4-FFF2-40B4-BE49-F238E27FC236}">
                <a16:creationId xmlns:a16="http://schemas.microsoft.com/office/drawing/2014/main" id="{1A8E8D0C-E784-4E10-93BD-C9FCD20564FB}"/>
              </a:ext>
            </a:extLst>
          </p:cNvPr>
          <p:cNvSpPr txBox="1"/>
          <p:nvPr/>
        </p:nvSpPr>
        <p:spPr>
          <a:xfrm>
            <a:off x="5120640" y="60258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0" dirty="0">
                <a:solidFill>
                  <a:srgbClr val="5A5A5A"/>
                </a:solidFill>
              </a:rPr>
              <a:t>Crafts brand-aligned internal and external comms in the company's tone and style.</a:t>
            </a:r>
          </a:p>
        </p:txBody>
      </p:sp>
      <p:sp>
        <p:nvSpPr>
          <p:cNvPr id="149" name="Parallelogram 7 copy">
            <a:extLst>
              <a:ext uri="{FF2B5EF4-FFF2-40B4-BE49-F238E27FC236}">
                <a16:creationId xmlns:a16="http://schemas.microsoft.com/office/drawing/2014/main" id="{905FFC34-E61F-205F-949D-00167BC186D0}"/>
              </a:ext>
            </a:extLst>
          </p:cNvPr>
          <p:cNvSpPr/>
          <p:nvPr/>
        </p:nvSpPr>
        <p:spPr>
          <a:xfrm>
            <a:off x="7306056" y="54406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0" name="Parallelogram 8 copy">
            <a:extLst>
              <a:ext uri="{FF2B5EF4-FFF2-40B4-BE49-F238E27FC236}">
                <a16:creationId xmlns:a16="http://schemas.microsoft.com/office/drawing/2014/main" id="{86D8D49F-303D-1685-FA38-9B79D2AA1440}"/>
              </a:ext>
            </a:extLst>
          </p:cNvPr>
          <p:cNvSpPr/>
          <p:nvPr/>
        </p:nvSpPr>
        <p:spPr>
          <a:xfrm>
            <a:off x="7434072" y="55686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1 copy">
            <a:extLst>
              <a:ext uri="{FF2B5EF4-FFF2-40B4-BE49-F238E27FC236}">
                <a16:creationId xmlns:a16="http://schemas.microsoft.com/office/drawing/2014/main" id="{DB383CC5-E57E-6111-BE09-A95A0323AC00}"/>
              </a:ext>
            </a:extLst>
          </p:cNvPr>
          <p:cNvSpPr txBox="1"/>
          <p:nvPr/>
        </p:nvSpPr>
        <p:spPr>
          <a:xfrm>
            <a:off x="7909560" y="56418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>
                <a:solidFill>
                  <a:srgbClr val="0078D4"/>
                </a:solidFill>
                <a:latin typeface="Segoe UI"/>
              </a:rPr>
              <a:t>PRODUCTIVITY</a:t>
            </a:r>
          </a:p>
        </p:txBody>
      </p:sp>
      <p:sp>
        <p:nvSpPr>
          <p:cNvPr id="153" name="TextBox 12 copy">
            <a:extLst>
              <a:ext uri="{FF2B5EF4-FFF2-40B4-BE49-F238E27FC236}">
                <a16:creationId xmlns:a16="http://schemas.microsoft.com/office/drawing/2014/main" id="{A8D5C156-9C82-041F-1145-BEC48ED46DA4}"/>
              </a:ext>
            </a:extLst>
          </p:cNvPr>
          <p:cNvSpPr txBox="1"/>
          <p:nvPr/>
        </p:nvSpPr>
        <p:spPr>
          <a:xfrm>
            <a:off x="7909560" y="57424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Status Update</a:t>
            </a:r>
          </a:p>
        </p:txBody>
      </p:sp>
      <p:sp>
        <p:nvSpPr>
          <p:cNvPr id="154" name="TextBox 13 copy">
            <a:extLst>
              <a:ext uri="{FF2B5EF4-FFF2-40B4-BE49-F238E27FC236}">
                <a16:creationId xmlns:a16="http://schemas.microsoft.com/office/drawing/2014/main" id="{9D96EBAB-AEC5-0092-550E-F2C6BB2B38EF}"/>
              </a:ext>
            </a:extLst>
          </p:cNvPr>
          <p:cNvSpPr txBox="1"/>
          <p:nvPr/>
        </p:nvSpPr>
        <p:spPr>
          <a:xfrm>
            <a:off x="7434072" y="60258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 dirty="0">
                <a:solidFill>
                  <a:srgbClr val="5A5A5A"/>
                </a:solidFill>
              </a:rPr>
              <a:t>Turns your M365 activity into clear daily, weekly or quarterly status updates.</a:t>
            </a:r>
          </a:p>
        </p:txBody>
      </p:sp>
      <p:sp>
        <p:nvSpPr>
          <p:cNvPr id="155" name="Parallelogram 7 copy">
            <a:extLst>
              <a:ext uri="{FF2B5EF4-FFF2-40B4-BE49-F238E27FC236}">
                <a16:creationId xmlns:a16="http://schemas.microsoft.com/office/drawing/2014/main" id="{EDF4456D-86D7-F6E6-B9AC-EBFE769000E5}"/>
              </a:ext>
            </a:extLst>
          </p:cNvPr>
          <p:cNvSpPr/>
          <p:nvPr/>
        </p:nvSpPr>
        <p:spPr>
          <a:xfrm>
            <a:off x="9619488" y="5440680"/>
            <a:ext cx="2203704" cy="123444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6" name="Parallelogram 8 copy">
            <a:extLst>
              <a:ext uri="{FF2B5EF4-FFF2-40B4-BE49-F238E27FC236}">
                <a16:creationId xmlns:a16="http://schemas.microsoft.com/office/drawing/2014/main" id="{7E770D12-FB4B-CC52-C175-E035485294CC}"/>
              </a:ext>
            </a:extLst>
          </p:cNvPr>
          <p:cNvSpPr/>
          <p:nvPr/>
        </p:nvSpPr>
        <p:spPr>
          <a:xfrm>
            <a:off x="9747504" y="5568696"/>
            <a:ext cx="384048" cy="384048"/>
          </a:xfrm>
          <a:prstGeom prst="roundRect">
            <a:avLst>
              <a:gd name="adj" fmla="val 22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1 copy">
            <a:extLst>
              <a:ext uri="{FF2B5EF4-FFF2-40B4-BE49-F238E27FC236}">
                <a16:creationId xmlns:a16="http://schemas.microsoft.com/office/drawing/2014/main" id="{B65D9397-4DE5-7DA8-8CEC-2BA534E7D9E7}"/>
              </a:ext>
            </a:extLst>
          </p:cNvPr>
          <p:cNvSpPr txBox="1"/>
          <p:nvPr/>
        </p:nvSpPr>
        <p:spPr>
          <a:xfrm>
            <a:off x="10222992" y="5641848"/>
            <a:ext cx="1463040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650" b="1" dirty="0">
                <a:solidFill>
                  <a:srgbClr val="0078D4"/>
                </a:solidFill>
                <a:latin typeface="Segoe UI"/>
              </a:rPr>
              <a:t>PRODUCTIVITY</a:t>
            </a:r>
          </a:p>
        </p:txBody>
      </p:sp>
      <p:sp>
        <p:nvSpPr>
          <p:cNvPr id="159" name="TextBox 12 copy">
            <a:extLst>
              <a:ext uri="{FF2B5EF4-FFF2-40B4-BE49-F238E27FC236}">
                <a16:creationId xmlns:a16="http://schemas.microsoft.com/office/drawing/2014/main" id="{2F3C1199-FF91-06D1-72DE-1E9C18856C92}"/>
              </a:ext>
            </a:extLst>
          </p:cNvPr>
          <p:cNvSpPr txBox="1"/>
          <p:nvPr/>
        </p:nvSpPr>
        <p:spPr>
          <a:xfrm>
            <a:off x="10222992" y="574243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SG" sz="1050" b="1" dirty="0">
                <a:solidFill>
                  <a:srgbClr val="243A5E"/>
                </a:solidFill>
                <a:latin typeface="Segoe UI Semibold"/>
              </a:rPr>
              <a:t>Interview Questions</a:t>
            </a:r>
          </a:p>
        </p:txBody>
      </p:sp>
      <p:sp>
        <p:nvSpPr>
          <p:cNvPr id="160" name="TextBox 13 copy">
            <a:extLst>
              <a:ext uri="{FF2B5EF4-FFF2-40B4-BE49-F238E27FC236}">
                <a16:creationId xmlns:a16="http://schemas.microsoft.com/office/drawing/2014/main" id="{9CF86B7E-EC13-B555-FD39-0DF580B6CB5E}"/>
              </a:ext>
            </a:extLst>
          </p:cNvPr>
          <p:cNvSpPr txBox="1"/>
          <p:nvPr/>
        </p:nvSpPr>
        <p:spPr>
          <a:xfrm>
            <a:off x="9747504" y="6025896"/>
            <a:ext cx="1947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b="0" dirty="0">
                <a:solidFill>
                  <a:srgbClr val="5A5A5A"/>
                </a:solidFill>
              </a:rPr>
              <a:t>Generates fair, role-specific interview questions that stay relevant and inclusive.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9DDDDC7-E867-255C-0DC0-29B17561F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8936" y="4251960"/>
            <a:ext cx="274320" cy="2743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8CFDBA8-5DE7-396F-4DB1-CB4E47DE2B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2368" y="4251960"/>
            <a:ext cx="274320" cy="274320"/>
          </a:xfrm>
          <a:prstGeom prst="rect">
            <a:avLst/>
          </a:prstGeom>
        </p:spPr>
      </p:pic>
      <p:pic>
        <p:nvPicPr>
          <p:cNvPr id="17" name="Graphic 16" descr="Agent Builder">
            <a:extLst>
              <a:ext uri="{FF2B5EF4-FFF2-40B4-BE49-F238E27FC236}">
                <a16:creationId xmlns:a16="http://schemas.microsoft.com/office/drawing/2014/main" id="{224CD130-F988-A945-30B5-987A1CDAE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75504" y="4251960"/>
            <a:ext cx="274320" cy="274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AC9379B-FAA0-642B-B7D0-F13E19F87E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2072" y="5623560"/>
            <a:ext cx="274320" cy="27432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4A959D0-A229-FB1D-03A1-4994D13C944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5504" y="5623560"/>
            <a:ext cx="274320" cy="27432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519679F-F9E8-A0BE-B1EF-99B267161C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5623560"/>
            <a:ext cx="274320" cy="27432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53CD14F2-342D-03AE-D2FF-B6854111C2C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88936" y="5623560"/>
            <a:ext cx="274320" cy="27432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C0363DA-6821-0A7F-7A74-09B5F2DE916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" y="4251960"/>
            <a:ext cx="274320" cy="27432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F478DED-9E77-5D11-DABA-EA10F622FF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62072" y="4251960"/>
            <a:ext cx="274320" cy="274320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4DEEBE8-E417-3DB0-6452-D13645D112C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8936" y="2880360"/>
            <a:ext cx="274320" cy="27432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08130EEF-BFFF-BFA4-D18E-F129F55BCE8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02368" y="2880360"/>
            <a:ext cx="274320" cy="27432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FE4EBC59-30FE-203D-203B-551CBB06939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02368" y="5623560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107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6867-6B30-A5D4-0337-5A0DF212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4354E79-CA18-DCE0-A63C-DFF0E0B93BE2}"/>
              </a:ext>
            </a:extLst>
          </p:cNvPr>
          <p:cNvGrpSpPr/>
          <p:nvPr/>
        </p:nvGrpSpPr>
        <p:grpSpPr>
          <a:xfrm>
            <a:off x="571500" y="147258"/>
            <a:ext cx="705732" cy="716749"/>
            <a:chOff x="4432496" y="661272"/>
            <a:chExt cx="640080" cy="64008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69C67D8-B9D1-266D-4A5B-6763C9D73E92}"/>
                </a:ext>
              </a:extLst>
            </p:cNvPr>
            <p:cNvSpPr/>
            <p:nvPr/>
          </p:nvSpPr>
          <p:spPr bwMode="auto">
            <a:xfrm>
              <a:off x="4432496" y="661272"/>
              <a:ext cx="640080" cy="64008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225B62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612B6ABA-D19C-15C1-1963-F8A578C8A7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75465" y="789390"/>
              <a:ext cx="376462" cy="38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ACB76-2F16-DE6A-C024-8D8F3F2B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0" y="1771679"/>
            <a:ext cx="12192000" cy="3896300"/>
          </a:xfrm>
          <a:prstGeom prst="rect">
            <a:avLst/>
          </a:prstGeom>
          <a:solidFill>
            <a:schemeClr val="bg1">
              <a:alpha val="40000"/>
            </a:schemeClr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B43BFD-F78D-0D97-0937-F9DDD6E0A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94680" y="1190020"/>
            <a:ext cx="6613725" cy="4477960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8" name="Title 12">
            <a:extLst>
              <a:ext uri="{FF2B5EF4-FFF2-40B4-BE49-F238E27FC236}">
                <a16:creationId xmlns:a16="http://schemas.microsoft.com/office/drawing/2014/main" id="{A4A288B9-1723-8A8B-670B-5DD79F76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86994"/>
            <a:ext cx="3933824" cy="492443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sz="3600" b="1" spc="-50" dirty="0">
                <a:ln w="3175">
                  <a:noFill/>
                </a:ln>
                <a:gradFill flip="none" rotWithShape="1">
                  <a:gsLst>
                    <a:gs pos="50000">
                      <a:srgbClr val="8661C5"/>
                    </a:gs>
                    <a:gs pos="0">
                      <a:srgbClr val="3E76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cs typeface="+mn-cs"/>
              </a:rPr>
              <a:t>Researcher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CEFCB7-3D71-A3B2-6241-A7A8B2B42B8A}"/>
              </a:ext>
            </a:extLst>
          </p:cNvPr>
          <p:cNvSpPr txBox="1">
            <a:spLocks/>
          </p:cNvSpPr>
          <p:nvPr/>
        </p:nvSpPr>
        <p:spPr>
          <a:xfrm>
            <a:off x="571500" y="1894666"/>
            <a:ext cx="3844089" cy="3650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marR="0" lvl="0" indent="-2095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91F2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Researcher agent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gives organizations the capability they’d expect from a highly paid strategist or researcher</a:t>
            </a:r>
          </a:p>
          <a:p>
            <a:pPr marL="209550" marR="0" lvl="0" indent="-2095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91F2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Combines the most advanced deep reasoning models with Copilot Chat’s web- and work-grounding, as well as its agent ecosystem,</a:t>
            </a:r>
          </a:p>
          <a:p>
            <a:pPr marL="209550" marR="0" lvl="0" indent="-2095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91F2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Provides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well-reasoned responses to complex prompts with the data that matters most.​</a:t>
            </a:r>
          </a:p>
          <a:p>
            <a:pPr marL="209550" marR="0" lvl="0" indent="-2095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91F2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Gives users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thought partner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that can perform advanced reasoning grounded in their unique context</a:t>
            </a:r>
          </a:p>
          <a:p>
            <a:pPr marL="209550" marR="0" lvl="0" indent="-2095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91F2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Gives organizations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on-demand access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to the types of work they typically expect from highly paid employees</a:t>
            </a:r>
          </a:p>
        </p:txBody>
      </p:sp>
      <p:pic>
        <p:nvPicPr>
          <p:cNvPr id="20" name="Picture Placeholder 10" descr="A screen capture displaying a research application interface with a sidebar for navigation and a main section showing the &quot;Researcher&quot; tab with a search bar and prompt suggestions for tasks like preparing for meetings and creating reports.">
            <a:extLst>
              <a:ext uri="{FF2B5EF4-FFF2-40B4-BE49-F238E27FC236}">
                <a16:creationId xmlns:a16="http://schemas.microsoft.com/office/drawing/2014/main" id="{029299A5-5FA0-9D5F-7EA8-09F859F62568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" r="8005"/>
          <a:stretch/>
        </p:blipFill>
        <p:spPr>
          <a:xfrm>
            <a:off x="5145131" y="1343024"/>
            <a:ext cx="6303926" cy="4171954"/>
          </a:xfrm>
          <a:prstGeom prst="roundRect">
            <a:avLst>
              <a:gd name="adj" fmla="val 1881"/>
            </a:avLst>
          </a:prstGeom>
          <a:solidFill>
            <a:srgbClr val="F3F3F3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27000" dist="38100" dir="2700000" algn="tl" rotWithShape="0">
              <a:prstClr val="black">
                <a:alpha val="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76915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3DAF-AD66-F6B3-B24E-A0D4E595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3B45-5A14-974C-8D77-4E07A9F0D8D8}"/>
              </a:ext>
            </a:extLst>
          </p:cNvPr>
          <p:cNvSpPr txBox="1">
            <a:spLocks/>
          </p:cNvSpPr>
          <p:nvPr/>
        </p:nvSpPr>
        <p:spPr>
          <a:xfrm>
            <a:off x="1411223" y="457200"/>
            <a:ext cx="11018520" cy="677108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sz="3600" dirty="0"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</a:rPr>
              <a:t>Researcher Modes</a:t>
            </a:r>
            <a:endParaRPr kumimoji="0" lang="en-US" sz="3600" b="0" i="0" u="none" strike="noStrike" kern="1200" cap="none" spc="-50" normalizeH="0" baseline="0" noProof="0" dirty="0">
              <a:ln w="3175">
                <a:noFill/>
              </a:ln>
              <a:gradFill>
                <a:gsLst>
                  <a:gs pos="21000">
                    <a:srgbClr val="0078D4"/>
                  </a:gs>
                  <a:gs pos="100000">
                    <a:srgbClr val="C03BC4"/>
                  </a:gs>
                </a:gsLst>
                <a:lin ang="2400000" scaled="0"/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00E57C-039C-6835-916A-340CADFC6B74}"/>
              </a:ext>
            </a:extLst>
          </p:cNvPr>
          <p:cNvGrpSpPr/>
          <p:nvPr/>
        </p:nvGrpSpPr>
        <p:grpSpPr>
          <a:xfrm>
            <a:off x="598537" y="437379"/>
            <a:ext cx="705732" cy="716749"/>
            <a:chOff x="4432496" y="661272"/>
            <a:chExt cx="640080" cy="64008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389CC29-FC5C-A13F-2E0A-EB2F12559A44}"/>
                </a:ext>
              </a:extLst>
            </p:cNvPr>
            <p:cNvSpPr/>
            <p:nvPr/>
          </p:nvSpPr>
          <p:spPr bwMode="auto">
            <a:xfrm>
              <a:off x="4432496" y="661272"/>
              <a:ext cx="640080" cy="64008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225B62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67D63048-5DBA-0A1C-7514-033075314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75465" y="789390"/>
              <a:ext cx="376462" cy="383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460584-F21B-4F2D-3C53-2417DDDEF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825654"/>
              </p:ext>
            </p:extLst>
          </p:nvPr>
        </p:nvGraphicFramePr>
        <p:xfrm>
          <a:off x="442142" y="1748366"/>
          <a:ext cx="11307715" cy="481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1543">
                  <a:extLst>
                    <a:ext uri="{9D8B030D-6E8A-4147-A177-3AD203B41FA5}">
                      <a16:colId xmlns:a16="http://schemas.microsoft.com/office/drawing/2014/main" val="1786302519"/>
                    </a:ext>
                  </a:extLst>
                </a:gridCol>
                <a:gridCol w="2261543">
                  <a:extLst>
                    <a:ext uri="{9D8B030D-6E8A-4147-A177-3AD203B41FA5}">
                      <a16:colId xmlns:a16="http://schemas.microsoft.com/office/drawing/2014/main" val="207077543"/>
                    </a:ext>
                  </a:extLst>
                </a:gridCol>
                <a:gridCol w="2261543">
                  <a:extLst>
                    <a:ext uri="{9D8B030D-6E8A-4147-A177-3AD203B41FA5}">
                      <a16:colId xmlns:a16="http://schemas.microsoft.com/office/drawing/2014/main" val="2401857787"/>
                    </a:ext>
                  </a:extLst>
                </a:gridCol>
                <a:gridCol w="2261543">
                  <a:extLst>
                    <a:ext uri="{9D8B030D-6E8A-4147-A177-3AD203B41FA5}">
                      <a16:colId xmlns:a16="http://schemas.microsoft.com/office/drawing/2014/main" val="3652681556"/>
                    </a:ext>
                  </a:extLst>
                </a:gridCol>
                <a:gridCol w="2261543">
                  <a:extLst>
                    <a:ext uri="{9D8B030D-6E8A-4147-A177-3AD203B41FA5}">
                      <a16:colId xmlns:a16="http://schemas.microsoft.com/office/drawing/2014/main" val="2383977583"/>
                    </a:ext>
                  </a:extLst>
                </a:gridCol>
              </a:tblGrid>
              <a:tr h="1363671"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/>
                        <a:t>Auto</a:t>
                      </a:r>
                      <a:endParaRPr lang="en-SG" b="1" dirty="0"/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r>
                        <a:rPr lang="en-SG" sz="1400" b="1" dirty="0"/>
                        <a:t>Let researcher decide</a:t>
                      </a:r>
                      <a:endParaRPr lang="en-SG" b="1" dirty="0"/>
                    </a:p>
                  </a:txBody>
                  <a:tcPr marL="45720" marR="45720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rgbClr val="0F6CBD"/>
                      </a:solidFill>
                      <a:prstDash val="solid"/>
                      <a:round/>
                    </a:lnT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/>
                        <a:t>Model Council</a:t>
                      </a:r>
                    </a:p>
                    <a:p>
                      <a:pPr algn="ctr"/>
                      <a:endParaRPr lang="en-SG" dirty="0"/>
                    </a:p>
                    <a:p>
                      <a:pPr algn="ctr"/>
                      <a:r>
                        <a:rPr lang="en-SG" b="1" dirty="0"/>
                        <a:t>vs</a:t>
                      </a:r>
                    </a:p>
                    <a:p>
                      <a:pPr algn="ctr"/>
                      <a:endParaRPr lang="en-SG" b="1" dirty="0"/>
                    </a:p>
                    <a:p>
                      <a:pPr algn="ctr"/>
                      <a:r>
                        <a:rPr lang="en-SG" sz="1400" b="1" dirty="0"/>
                        <a:t>Multiple researchers, multiple reviews</a:t>
                      </a:r>
                    </a:p>
                  </a:txBody>
                  <a:tcPr marL="45720" marR="45720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rgbClr val="4F52C9"/>
                      </a:solidFill>
                      <a:prstDash val="solid"/>
                      <a:round/>
                    </a:lnT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/>
                        <a:t>Critique</a:t>
                      </a:r>
                      <a:endParaRPr lang="en-SG" b="1" dirty="0"/>
                    </a:p>
                    <a:p>
                      <a:pPr algn="ctr"/>
                      <a:endParaRPr lang="en-SG" b="1" dirty="0"/>
                    </a:p>
                    <a:p>
                      <a:pPr algn="ctr"/>
                      <a:endParaRPr lang="en-SG" b="1" dirty="0"/>
                    </a:p>
                    <a:p>
                      <a:pPr algn="l"/>
                      <a:r>
                        <a:rPr lang="en-SG" b="1" dirty="0"/>
                        <a:t>       </a:t>
                      </a:r>
                    </a:p>
                    <a:p>
                      <a:pPr algn="l"/>
                      <a:r>
                        <a:rPr lang="en-SG" b="1" dirty="0"/>
                        <a:t>       </a:t>
                      </a:r>
                      <a:r>
                        <a:rPr lang="en-SG" sz="1400" b="1" dirty="0"/>
                        <a:t>GPT                Claude</a:t>
                      </a:r>
                    </a:p>
                    <a:p>
                      <a:pPr algn="l"/>
                      <a:r>
                        <a:rPr lang="en-SG" sz="1400" b="1" dirty="0"/>
                        <a:t>    researches       reviews </a:t>
                      </a:r>
                      <a:endParaRPr lang="en-SG" b="1" dirty="0"/>
                    </a:p>
                  </a:txBody>
                  <a:tcPr marL="45720" marR="45720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rgbClr val="8764B8"/>
                      </a:solidFill>
                      <a:prstDash val="solid"/>
                      <a:round/>
                    </a:lnT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/>
                        <a:t>GPT</a:t>
                      </a:r>
                      <a:r>
                        <a:rPr lang="en-SG" b="1" dirty="0"/>
                        <a:t> </a:t>
                      </a:r>
                    </a:p>
                    <a:p>
                      <a:pPr algn="ctr"/>
                      <a:endParaRPr lang="en-SG" b="1" dirty="0"/>
                    </a:p>
                    <a:p>
                      <a:pPr algn="ctr"/>
                      <a:endParaRPr lang="en-SG" b="1" dirty="0"/>
                    </a:p>
                    <a:p>
                      <a:pPr algn="ctr"/>
                      <a:endParaRPr lang="en-SG" b="1" dirty="0"/>
                    </a:p>
                    <a:p>
                      <a:pPr algn="ctr"/>
                      <a:r>
                        <a:rPr lang="en-SG" sz="1400" b="1" dirty="0"/>
                        <a:t>GPT only</a:t>
                      </a:r>
                      <a:endParaRPr lang="en-SG" b="1" dirty="0"/>
                    </a:p>
                  </a:txBody>
                  <a:tcPr marL="45720" marR="45720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rgbClr val="B146C2"/>
                      </a:solidFill>
                      <a:prstDash val="solid"/>
                      <a:round/>
                    </a:lnT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 b="1" dirty="0"/>
                        <a:t>Claude</a:t>
                      </a:r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endParaRPr lang="en-SG" sz="1800" b="1" dirty="0"/>
                    </a:p>
                    <a:p>
                      <a:pPr algn="ctr"/>
                      <a:r>
                        <a:rPr lang="en-SG" sz="1400" b="1" dirty="0"/>
                        <a:t>Claude only</a:t>
                      </a:r>
                    </a:p>
                  </a:txBody>
                  <a:tcPr marL="45720" marR="45720">
                    <a:lnL w="0">
                      <a:noFill/>
                    </a:lnL>
                    <a:lnR w="0">
                      <a:noFill/>
                    </a:lnR>
                    <a:lnT w="38100" cap="flat" cmpd="sng" algn="ctr">
                      <a:solidFill>
                        <a:srgbClr val="E3008C"/>
                      </a:solidFill>
                      <a:prstDash val="solid"/>
                      <a:round/>
                    </a:lnT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50075"/>
                  </a:ext>
                </a:extLst>
              </a:tr>
              <a:tr h="2124773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Automatically selects the best approach based on the question</a:t>
                      </a:r>
                    </a:p>
                  </a:txBody>
                  <a:tcPr marL="68580" marR="68580" marT="91440" marB="91440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Both GPT and Claude independently research. Researcher shows both reports and a summary of where they agree, disagree and contribute different insights</a:t>
                      </a:r>
                    </a:p>
                  </a:txBody>
                  <a:tcPr marL="68580" marR="68580" marT="91440" marB="91440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GPT writes a report. Claude reviews the report to improve the structure, completeness, source quality</a:t>
                      </a:r>
                    </a:p>
                  </a:txBody>
                  <a:tcPr marL="68580" marR="68580" marT="91440" marB="91440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GPT researches and produces the report</a:t>
                      </a:r>
                    </a:p>
                  </a:txBody>
                  <a:tcPr marL="68580" marR="68580" marT="91440" marB="91440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Claude Researches and produces the report</a:t>
                      </a:r>
                    </a:p>
                  </a:txBody>
                  <a:tcPr marL="68580" marR="68580" marT="91440" marB="91440">
                    <a:lnL w="0">
                      <a:noFill/>
                    </a:lnL>
                    <a:lnR w="0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907976"/>
                  </a:ext>
                </a:extLst>
              </a:tr>
              <a:tr h="1040347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Best for Most research questions</a:t>
                      </a:r>
                    </a:p>
                  </a:txBody>
                  <a:tcPr marL="68580" marR="68580"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Best for Exploring different perspectives and comparing them</a:t>
                      </a:r>
                    </a:p>
                  </a:txBody>
                  <a:tcPr marL="68580" marR="68580"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Best for reports where you want AI to review</a:t>
                      </a:r>
                    </a:p>
                  </a:txBody>
                  <a:tcPr marL="68580" marR="68580"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When you want GPT research output</a:t>
                      </a:r>
                    </a:p>
                  </a:txBody>
                  <a:tcPr marL="68580" marR="68580"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When you want Claude research output</a:t>
                      </a:r>
                    </a:p>
                  </a:txBody>
                  <a:tcPr marL="68580" marR="68580" marT="91440" marB="9144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878088"/>
                  </a:ext>
                </a:extLst>
              </a:tr>
            </a:tbl>
          </a:graphicData>
        </a:graphic>
      </p:graphicFrame>
      <p:pic>
        <p:nvPicPr>
          <p:cNvPr id="7" name="Picture 6" descr="File:ChatGPT logo.svg">
            <a:extLst>
              <a:ext uri="{FF2B5EF4-FFF2-40B4-BE49-F238E27FC236}">
                <a16:creationId xmlns:a16="http://schemas.microsoft.com/office/drawing/2014/main" id="{2E67B261-2199-761D-1132-B11F9AFF0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398" y="2118246"/>
            <a:ext cx="504000" cy="504000"/>
          </a:xfrm>
          <a:prstGeom prst="rect">
            <a:avLst/>
          </a:prstGeom>
        </p:spPr>
      </p:pic>
      <p:pic>
        <p:nvPicPr>
          <p:cNvPr id="8" name="Picture 7" descr="Claude AI Icon SVG Vector &amp; PNG Free Download | UXWing">
            <a:extLst>
              <a:ext uri="{FF2B5EF4-FFF2-40B4-BE49-F238E27FC236}">
                <a16:creationId xmlns:a16="http://schemas.microsoft.com/office/drawing/2014/main" id="{7DE8324F-249A-71D7-5CFA-53BA10674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4619" y="2118246"/>
            <a:ext cx="506740" cy="504000"/>
          </a:xfrm>
          <a:prstGeom prst="rect">
            <a:avLst/>
          </a:prstGeom>
        </p:spPr>
      </p:pic>
      <p:pic>
        <p:nvPicPr>
          <p:cNvPr id="9" name="Picture 8" descr="File:ChatGPT logo.svg">
            <a:extLst>
              <a:ext uri="{FF2B5EF4-FFF2-40B4-BE49-F238E27FC236}">
                <a16:creationId xmlns:a16="http://schemas.microsoft.com/office/drawing/2014/main" id="{897E3456-65D2-0A2C-565C-989DFDF75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324" y="2118246"/>
            <a:ext cx="504000" cy="504000"/>
          </a:xfrm>
          <a:prstGeom prst="rect">
            <a:avLst/>
          </a:prstGeom>
        </p:spPr>
      </p:pic>
      <p:pic>
        <p:nvPicPr>
          <p:cNvPr id="10" name="Picture 9" descr="Claude AI Icon SVG Vector &amp; PNG Free Download | UXWing">
            <a:extLst>
              <a:ext uri="{FF2B5EF4-FFF2-40B4-BE49-F238E27FC236}">
                <a16:creationId xmlns:a16="http://schemas.microsoft.com/office/drawing/2014/main" id="{B19BAD7C-A1C2-BF42-BD9B-4809F7107C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127" y="2118246"/>
            <a:ext cx="506740" cy="504000"/>
          </a:xfrm>
          <a:prstGeom prst="rect">
            <a:avLst/>
          </a:prstGeom>
        </p:spPr>
      </p:pic>
      <p:pic>
        <p:nvPicPr>
          <p:cNvPr id="11" name="Picture 10" descr="File:ChatGPT logo.svg">
            <a:extLst>
              <a:ext uri="{FF2B5EF4-FFF2-40B4-BE49-F238E27FC236}">
                <a16:creationId xmlns:a16="http://schemas.microsoft.com/office/drawing/2014/main" id="{66C3A2A1-F58A-FDC4-37E4-FFAD985C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545" y="2118246"/>
            <a:ext cx="504000" cy="504000"/>
          </a:xfrm>
          <a:prstGeom prst="rect">
            <a:avLst/>
          </a:prstGeom>
        </p:spPr>
      </p:pic>
      <p:pic>
        <p:nvPicPr>
          <p:cNvPr id="12" name="Picture 11" descr="Claude AI Icon SVG Vector &amp; PNG Free Download | UXWing">
            <a:extLst>
              <a:ext uri="{FF2B5EF4-FFF2-40B4-BE49-F238E27FC236}">
                <a16:creationId xmlns:a16="http://schemas.microsoft.com/office/drawing/2014/main" id="{874125FD-B5C1-6314-9608-EC0BA0FC2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853" y="2118246"/>
            <a:ext cx="50674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690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08333E-7 4.81481E-6 L -2.08333E-7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32EF-92DD-3D3E-09EE-FAEE8472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2D06EA-9052-8B60-E2ED-89C086099D3C}"/>
              </a:ext>
            </a:extLst>
          </p:cNvPr>
          <p:cNvSpPr/>
          <p:nvPr/>
        </p:nvSpPr>
        <p:spPr bwMode="auto">
          <a:xfrm>
            <a:off x="571500" y="147258"/>
            <a:ext cx="705732" cy="716749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225B62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D5590D-C65F-DE21-2B4A-134CC44C7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0" y="1771679"/>
            <a:ext cx="12192000" cy="3896300"/>
          </a:xfrm>
          <a:prstGeom prst="rect">
            <a:avLst/>
          </a:prstGeom>
          <a:solidFill>
            <a:schemeClr val="bg1">
              <a:alpha val="40000"/>
            </a:schemeClr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11FF22-E51D-647B-AC39-4FA709016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94680" y="1190020"/>
            <a:ext cx="6613725" cy="4477960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8" name="Title 12">
            <a:extLst>
              <a:ext uri="{FF2B5EF4-FFF2-40B4-BE49-F238E27FC236}">
                <a16:creationId xmlns:a16="http://schemas.microsoft.com/office/drawing/2014/main" id="{BB353C8F-FF61-BD4F-B8FF-F93A3A5A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86994"/>
            <a:ext cx="3933824" cy="492443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dirty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</a:rPr>
              <a:t>Analyst</a:t>
            </a:r>
            <a:endParaRPr lang="en-US" sz="3600" b="1" spc="-50" dirty="0">
              <a:ln w="3175">
                <a:noFill/>
              </a:ln>
              <a:gradFill flip="none" rotWithShape="1">
                <a:gsLst>
                  <a:gs pos="50000">
                    <a:srgbClr val="8661C5"/>
                  </a:gs>
                  <a:gs pos="0">
                    <a:srgbClr val="3E76D4"/>
                  </a:gs>
                  <a:gs pos="100000">
                    <a:srgbClr val="C73ECC"/>
                  </a:gs>
                </a:gsLst>
                <a:lin ang="2700000" scaled="1"/>
                <a:tileRect/>
              </a:gradFill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770FC5-5CC8-6318-18B9-62D6EC73635C}"/>
              </a:ext>
            </a:extLst>
          </p:cNvPr>
          <p:cNvSpPr txBox="1">
            <a:spLocks/>
          </p:cNvSpPr>
          <p:nvPr/>
        </p:nvSpPr>
        <p:spPr>
          <a:xfrm>
            <a:off x="571500" y="1894666"/>
            <a:ext cx="3844089" cy="36503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spcAft>
                <a:spcPts val="800"/>
              </a:spcAft>
              <a:buClr>
                <a:srgbClr val="091F2C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03BC4"/>
                </a:solidFill>
                <a:latin typeface="Segoe Sans Display Semibold"/>
              </a:rPr>
              <a:t>Analyst</a:t>
            </a:r>
            <a:r>
              <a:rPr lang="en-US" sz="1400" dirty="0">
                <a:solidFill>
                  <a:srgbClr val="091F2C"/>
                </a:solidFill>
              </a:rPr>
              <a:t> thinks like a skilled data scientist, so you can </a:t>
            </a:r>
            <a:r>
              <a:rPr lang="en-US" sz="1400" dirty="0">
                <a:solidFill>
                  <a:srgbClr val="C03BC4"/>
                </a:solidFill>
                <a:latin typeface="Segoe Sans Display Semibold"/>
              </a:rPr>
              <a:t>go from raw data to insights in minutes</a:t>
            </a:r>
            <a:r>
              <a:rPr lang="en-US" sz="1400" dirty="0">
                <a:solidFill>
                  <a:srgbClr val="C03BC4"/>
                </a:solidFill>
              </a:rPr>
              <a:t>.</a:t>
            </a:r>
            <a:r>
              <a:rPr lang="en-US" sz="1400" dirty="0">
                <a:solidFill>
                  <a:srgbClr val="C03BC4"/>
                </a:solidFill>
                <a:latin typeface="Segoe Sans Display Semibold"/>
              </a:rPr>
              <a:t> ​</a:t>
            </a:r>
          </a:p>
          <a:p>
            <a:pPr marL="209550" indent="-209550">
              <a:spcAft>
                <a:spcPts val="800"/>
              </a:spcAft>
              <a:buClr>
                <a:srgbClr val="091F2C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91F2C"/>
                </a:solidFill>
              </a:rPr>
              <a:t>Built reasoning models and optimized to do advanced data analysis at work</a:t>
            </a:r>
            <a:endParaRPr lang="en-US" sz="1400" dirty="0">
              <a:solidFill>
                <a:srgbClr val="091F2C"/>
              </a:solidFill>
              <a:cs typeface="Segoe Sans Display"/>
            </a:endParaRPr>
          </a:p>
          <a:p>
            <a:pPr marL="209550" indent="-209550">
              <a:spcAft>
                <a:spcPts val="800"/>
              </a:spcAft>
              <a:buClr>
                <a:srgbClr val="091F2C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91F2C"/>
                </a:solidFill>
              </a:rPr>
              <a:t>Analyst uses chain-of-thought reasoning to progress through problems iteratively, to refine its reasoning and provide a high-quality answer</a:t>
            </a:r>
            <a:endParaRPr lang="en-US" sz="1400" dirty="0">
              <a:solidFill>
                <a:srgbClr val="091F2C"/>
              </a:solidFill>
              <a:cs typeface="Segoe Sans Display"/>
            </a:endParaRPr>
          </a:p>
          <a:p>
            <a:pPr marL="209550" indent="-209550">
              <a:spcAft>
                <a:spcPts val="800"/>
              </a:spcAft>
              <a:buClr>
                <a:srgbClr val="091F2C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91F2C"/>
                </a:solidFill>
              </a:rPr>
              <a:t>Runs Python to tackle your most complex data queries— you can view the code it’s running in real time to check its work</a:t>
            </a:r>
            <a:endParaRPr lang="en-US" sz="1400" dirty="0">
              <a:solidFill>
                <a:srgbClr val="091F2C"/>
              </a:solidFill>
              <a:cs typeface="Segoe San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5E258-0A30-95D4-013C-463CC9E9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66" y="291432"/>
            <a:ext cx="428400" cy="42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A9BB47-560E-4D1F-73A0-9217A763FB34}"/>
              </a:ext>
            </a:extLst>
          </p:cNvPr>
          <p:cNvPicPr>
            <a:picLocks/>
          </p:cNvPicPr>
          <p:nvPr/>
        </p:nvPicPr>
        <p:blipFill>
          <a:blip r:embed="rId4"/>
          <a:srcRect l="4967" r="4967"/>
          <a:stretch/>
        </p:blipFill>
        <p:spPr>
          <a:xfrm>
            <a:off x="5145131" y="1343024"/>
            <a:ext cx="6303926" cy="4171954"/>
          </a:xfrm>
          <a:prstGeom prst="roundRect">
            <a:avLst>
              <a:gd name="adj" fmla="val 1881"/>
            </a:avLst>
          </a:prstGeom>
          <a:solidFill>
            <a:schemeClr val="bg1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27000" dist="38100" dir="2700000" algn="tl" rotWithShape="0">
              <a:prstClr val="black">
                <a:alpha val="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94096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2F57-9863-A801-3AEF-38C1BE86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33">
            <a:extLst>
              <a:ext uri="{FF2B5EF4-FFF2-40B4-BE49-F238E27FC236}">
                <a16:creationId xmlns:a16="http://schemas.microsoft.com/office/drawing/2014/main" id="{5B40A17B-FB7A-18AC-4B52-7B885A07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ltGray">
          <a:xfrm rot="10800000">
            <a:off x="0" y="2151194"/>
            <a:ext cx="12192000" cy="1002214"/>
          </a:xfrm>
          <a:custGeom>
            <a:avLst/>
            <a:gdLst>
              <a:gd name="connsiteX0" fmla="*/ 2460524 w 7772401"/>
              <a:gd name="connsiteY0" fmla="*/ 122 h 5761568"/>
              <a:gd name="connsiteX1" fmla="*/ 4549144 w 7772401"/>
              <a:gd name="connsiteY1" fmla="*/ 202424 h 5761568"/>
              <a:gd name="connsiteX2" fmla="*/ 7381285 w 7772401"/>
              <a:gd name="connsiteY2" fmla="*/ 791952 h 5761568"/>
              <a:gd name="connsiteX3" fmla="*/ 7772401 w 7772401"/>
              <a:gd name="connsiteY3" fmla="*/ 889030 h 5761568"/>
              <a:gd name="connsiteX4" fmla="*/ 7772401 w 7772401"/>
              <a:gd name="connsiteY4" fmla="*/ 4762070 h 5761568"/>
              <a:gd name="connsiteX5" fmla="*/ 7772401 w 7772401"/>
              <a:gd name="connsiteY5" fmla="*/ 4883366 h 5761568"/>
              <a:gd name="connsiteX6" fmla="*/ 7772401 w 7772401"/>
              <a:gd name="connsiteY6" fmla="*/ 5290120 h 5761568"/>
              <a:gd name="connsiteX7" fmla="*/ 7772401 w 7772401"/>
              <a:gd name="connsiteY7" fmla="*/ 5310540 h 5761568"/>
              <a:gd name="connsiteX8" fmla="*/ 7772401 w 7772401"/>
              <a:gd name="connsiteY8" fmla="*/ 5482904 h 5761568"/>
              <a:gd name="connsiteX9" fmla="*/ 7772400 w 7772401"/>
              <a:gd name="connsiteY9" fmla="*/ 5482904 h 5761568"/>
              <a:gd name="connsiteX10" fmla="*/ 7772400 w 7772401"/>
              <a:gd name="connsiteY10" fmla="*/ 5761568 h 5761568"/>
              <a:gd name="connsiteX11" fmla="*/ 0 w 7772401"/>
              <a:gd name="connsiteY11" fmla="*/ 5761568 h 5761568"/>
              <a:gd name="connsiteX12" fmla="*/ 0 w 7772401"/>
              <a:gd name="connsiteY12" fmla="*/ 5310540 h 5761568"/>
              <a:gd name="connsiteX13" fmla="*/ 0 w 7772401"/>
              <a:gd name="connsiteY13" fmla="*/ 5148566 h 5761568"/>
              <a:gd name="connsiteX14" fmla="*/ 0 w 7772401"/>
              <a:gd name="connsiteY14" fmla="*/ 4762070 h 5761568"/>
              <a:gd name="connsiteX15" fmla="*/ 1 w 7772401"/>
              <a:gd name="connsiteY15" fmla="*/ 4762070 h 5761568"/>
              <a:gd name="connsiteX16" fmla="*/ 1 w 7772401"/>
              <a:gd name="connsiteY16" fmla="*/ 778976 h 5761568"/>
              <a:gd name="connsiteX17" fmla="*/ 34648 w 7772401"/>
              <a:gd name="connsiteY17" fmla="*/ 737084 h 5761568"/>
              <a:gd name="connsiteX18" fmla="*/ 880112 w 7772401"/>
              <a:gd name="connsiteY18" fmla="*/ 191354 h 5761568"/>
              <a:gd name="connsiteX19" fmla="*/ 2460524 w 7772401"/>
              <a:gd name="connsiteY19" fmla="*/ 122 h 5761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772401" h="5761568">
                <a:moveTo>
                  <a:pt x="2460524" y="122"/>
                </a:moveTo>
                <a:cubicBezTo>
                  <a:pt x="3207815" y="3948"/>
                  <a:pt x="3983358" y="97642"/>
                  <a:pt x="4549144" y="202424"/>
                </a:cubicBezTo>
                <a:cubicBezTo>
                  <a:pt x="5303524" y="342132"/>
                  <a:pt x="6372945" y="550312"/>
                  <a:pt x="7381285" y="791952"/>
                </a:cubicBezTo>
                <a:lnTo>
                  <a:pt x="7772401" y="889030"/>
                </a:lnTo>
                <a:lnTo>
                  <a:pt x="7772401" y="4762070"/>
                </a:lnTo>
                <a:lnTo>
                  <a:pt x="7772401" y="4883366"/>
                </a:lnTo>
                <a:lnTo>
                  <a:pt x="7772401" y="5290120"/>
                </a:lnTo>
                <a:lnTo>
                  <a:pt x="7772401" y="5310540"/>
                </a:lnTo>
                <a:lnTo>
                  <a:pt x="7772401" y="5482904"/>
                </a:lnTo>
                <a:lnTo>
                  <a:pt x="7772400" y="5482904"/>
                </a:lnTo>
                <a:lnTo>
                  <a:pt x="7772400" y="5761568"/>
                </a:lnTo>
                <a:lnTo>
                  <a:pt x="0" y="5761568"/>
                </a:lnTo>
                <a:lnTo>
                  <a:pt x="0" y="5310540"/>
                </a:lnTo>
                <a:lnTo>
                  <a:pt x="0" y="5148566"/>
                </a:lnTo>
                <a:lnTo>
                  <a:pt x="0" y="4762070"/>
                </a:lnTo>
                <a:lnTo>
                  <a:pt x="1" y="4762070"/>
                </a:lnTo>
                <a:lnTo>
                  <a:pt x="1" y="778976"/>
                </a:lnTo>
                <a:lnTo>
                  <a:pt x="34648" y="737084"/>
                </a:lnTo>
                <a:cubicBezTo>
                  <a:pt x="231816" y="516596"/>
                  <a:pt x="507207" y="313774"/>
                  <a:pt x="880112" y="191354"/>
                </a:cubicBezTo>
                <a:cubicBezTo>
                  <a:pt x="1315166" y="48534"/>
                  <a:pt x="1879299" y="-2856"/>
                  <a:pt x="2460524" y="122"/>
                </a:cubicBezTo>
                <a:close/>
              </a:path>
            </a:pathLst>
          </a:custGeom>
          <a:gradFill flip="none" rotWithShape="1">
            <a:gsLst>
              <a:gs pos="28000">
                <a:srgbClr val="0078D4"/>
              </a:gs>
              <a:gs pos="72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4CDDC6-1308-FF18-139E-BF9317A2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524575"/>
            <a:ext cx="11018520" cy="553998"/>
          </a:xfrm>
        </p:spPr>
        <p:txBody>
          <a:bodyPr/>
          <a:lstStyle/>
          <a:p>
            <a:r>
              <a:rPr lang="en-US" noProof="0" dirty="0"/>
              <a:t>Working with Agents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89A062-CE3D-50D6-35EA-0F69B5BB89FF}"/>
              </a:ext>
            </a:extLst>
          </p:cNvPr>
          <p:cNvGrpSpPr/>
          <p:nvPr/>
        </p:nvGrpSpPr>
        <p:grpSpPr>
          <a:xfrm>
            <a:off x="4672584" y="4438033"/>
            <a:ext cx="1417320" cy="1417320"/>
            <a:chOff x="4288884" y="989515"/>
            <a:chExt cx="516389" cy="51638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53A0EF-78CA-6C2A-9FB7-239B30CEFD69}"/>
                </a:ext>
              </a:extLst>
            </p:cNvPr>
            <p:cNvSpPr/>
            <p:nvPr/>
          </p:nvSpPr>
          <p:spPr bwMode="auto">
            <a:xfrm>
              <a:off x="4288884" y="989515"/>
              <a:ext cx="516389" cy="516389"/>
            </a:xfrm>
            <a:prstGeom prst="ellipse">
              <a:avLst/>
            </a:prstGeom>
            <a:solidFill>
              <a:srgbClr val="F7F6FE"/>
            </a:solidFill>
            <a:ln w="19050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985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pic>
          <p:nvPicPr>
            <p:cNvPr id="13" name="!Copilot">
              <a:extLst>
                <a:ext uri="{FF2B5EF4-FFF2-40B4-BE49-F238E27FC236}">
                  <a16:creationId xmlns:a16="http://schemas.microsoft.com/office/drawing/2014/main" id="{45E58C3F-E507-349F-E7CF-05CA67C42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382146" y="1076838"/>
              <a:ext cx="321582" cy="325411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16C86B-A01A-0270-CE54-A7B23062F790}"/>
              </a:ext>
            </a:extLst>
          </p:cNvPr>
          <p:cNvGrpSpPr/>
          <p:nvPr/>
        </p:nvGrpSpPr>
        <p:grpSpPr>
          <a:xfrm>
            <a:off x="2962656" y="5008727"/>
            <a:ext cx="1124712" cy="142592"/>
            <a:chOff x="5260062" y="3367889"/>
            <a:chExt cx="1122635" cy="14259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133897D-2ACC-2A6F-EA18-CA50A7403967}"/>
                </a:ext>
              </a:extLst>
            </p:cNvPr>
            <p:cNvCxnSpPr>
              <a:cxnSpLocks/>
            </p:cNvCxnSpPr>
            <p:nvPr/>
          </p:nvCxnSpPr>
          <p:spPr>
            <a:xfrm>
              <a:off x="5395864" y="3367889"/>
              <a:ext cx="986833" cy="0"/>
            </a:xfrm>
            <a:prstGeom prst="straightConnector1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CA42B4-0DA1-7685-F352-EEE901D0E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0062" y="3510481"/>
              <a:ext cx="991246" cy="0"/>
            </a:xfrm>
            <a:prstGeom prst="straightConnector1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499C23-B412-DA65-7D8B-23CE23F1A236}"/>
              </a:ext>
            </a:extLst>
          </p:cNvPr>
          <p:cNvGrpSpPr/>
          <p:nvPr/>
        </p:nvGrpSpPr>
        <p:grpSpPr>
          <a:xfrm>
            <a:off x="7882132" y="4127136"/>
            <a:ext cx="4059939" cy="2011679"/>
            <a:chOff x="7881125" y="2408647"/>
            <a:chExt cx="4063377" cy="20105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E47F477-82D3-49DA-3D3C-67F5C3B16D27}"/>
                </a:ext>
              </a:extLst>
            </p:cNvPr>
            <p:cNvGrpSpPr/>
            <p:nvPr/>
          </p:nvGrpSpPr>
          <p:grpSpPr>
            <a:xfrm>
              <a:off x="7881125" y="3119652"/>
              <a:ext cx="697117" cy="604502"/>
              <a:chOff x="9008198" y="2645692"/>
              <a:chExt cx="697117" cy="604502"/>
            </a:xfrm>
          </p:grpSpPr>
          <p:sp>
            <p:nvSpPr>
              <p:cNvPr id="46" name="Flowchart: Preparation 45">
                <a:extLst>
                  <a:ext uri="{FF2B5EF4-FFF2-40B4-BE49-F238E27FC236}">
                    <a16:creationId xmlns:a16="http://schemas.microsoft.com/office/drawing/2014/main" id="{E5C57660-771F-8326-8AD7-4D8C9481D433}"/>
                  </a:ext>
                </a:extLst>
              </p:cNvPr>
              <p:cNvSpPr/>
              <p:nvPr/>
            </p:nvSpPr>
            <p:spPr bwMode="auto">
              <a:xfrm>
                <a:off x="9008198" y="2645692"/>
                <a:ext cx="697117" cy="604502"/>
              </a:xfrm>
              <a:prstGeom prst="flowChartPreparation">
                <a:avLst/>
              </a:prstGeom>
              <a:solidFill>
                <a:srgbClr val="F7F6FE"/>
              </a:solidFill>
              <a:ln w="19050">
                <a:gradFill>
                  <a:gsLst>
                    <a:gs pos="0">
                      <a:srgbClr val="C03BC4"/>
                    </a:gs>
                    <a:gs pos="80000">
                      <a:srgbClr val="1073D3"/>
                    </a:gs>
                  </a:gsLst>
                  <a:lin ang="5400000" scaled="1"/>
                </a:gra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6985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91F2C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pic>
            <p:nvPicPr>
              <p:cNvPr id="47" name="Graphic 46">
                <a:extLst>
                  <a:ext uri="{FF2B5EF4-FFF2-40B4-BE49-F238E27FC236}">
                    <a16:creationId xmlns:a16="http://schemas.microsoft.com/office/drawing/2014/main" id="{684B14A2-BB2B-4BCA-A7E4-0059678DEB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52646" y="2752207"/>
                <a:ext cx="408219" cy="408219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A1C1714-C17C-3898-F4FE-B55AF00103C7}"/>
                </a:ext>
              </a:extLst>
            </p:cNvPr>
            <p:cNvGrpSpPr/>
            <p:nvPr/>
          </p:nvGrpSpPr>
          <p:grpSpPr>
            <a:xfrm>
              <a:off x="8722690" y="2408647"/>
              <a:ext cx="697117" cy="604502"/>
              <a:chOff x="9008198" y="2645692"/>
              <a:chExt cx="697117" cy="604502"/>
            </a:xfrm>
          </p:grpSpPr>
          <p:sp>
            <p:nvSpPr>
              <p:cNvPr id="44" name="Flowchart: Preparation 43">
                <a:extLst>
                  <a:ext uri="{FF2B5EF4-FFF2-40B4-BE49-F238E27FC236}">
                    <a16:creationId xmlns:a16="http://schemas.microsoft.com/office/drawing/2014/main" id="{BDCA101F-1F5F-5629-9636-DC6B5FE9D3C0}"/>
                  </a:ext>
                </a:extLst>
              </p:cNvPr>
              <p:cNvSpPr/>
              <p:nvPr/>
            </p:nvSpPr>
            <p:spPr bwMode="auto">
              <a:xfrm>
                <a:off x="9008198" y="2645692"/>
                <a:ext cx="697117" cy="604502"/>
              </a:xfrm>
              <a:prstGeom prst="flowChartPreparation">
                <a:avLst/>
              </a:prstGeom>
              <a:solidFill>
                <a:srgbClr val="F7F6FE"/>
              </a:solidFill>
              <a:ln w="19050">
                <a:gradFill>
                  <a:gsLst>
                    <a:gs pos="0">
                      <a:srgbClr val="C03BC4"/>
                    </a:gs>
                    <a:gs pos="80000">
                      <a:srgbClr val="1073D3"/>
                    </a:gs>
                  </a:gsLst>
                  <a:lin ang="5400000" scaled="1"/>
                </a:gra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6985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91F2C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15627822-479B-E9D0-8334-679BCB1956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2646" y="2752207"/>
                <a:ext cx="408219" cy="408219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D3D4205-DA40-694C-A087-829E3066C0C4}"/>
                </a:ext>
              </a:extLst>
            </p:cNvPr>
            <p:cNvGrpSpPr/>
            <p:nvPr/>
          </p:nvGrpSpPr>
          <p:grpSpPr>
            <a:xfrm>
              <a:off x="8722690" y="3814684"/>
              <a:ext cx="697117" cy="604502"/>
              <a:chOff x="9008198" y="2645692"/>
              <a:chExt cx="697117" cy="604502"/>
            </a:xfrm>
          </p:grpSpPr>
          <p:sp>
            <p:nvSpPr>
              <p:cNvPr id="42" name="Flowchart: Preparation 41">
                <a:extLst>
                  <a:ext uri="{FF2B5EF4-FFF2-40B4-BE49-F238E27FC236}">
                    <a16:creationId xmlns:a16="http://schemas.microsoft.com/office/drawing/2014/main" id="{A1493107-8B71-F25D-29C1-EDAC21763BCB}"/>
                  </a:ext>
                </a:extLst>
              </p:cNvPr>
              <p:cNvSpPr/>
              <p:nvPr/>
            </p:nvSpPr>
            <p:spPr bwMode="auto">
              <a:xfrm>
                <a:off x="9008198" y="2645692"/>
                <a:ext cx="697117" cy="604502"/>
              </a:xfrm>
              <a:prstGeom prst="flowChartPreparation">
                <a:avLst/>
              </a:prstGeom>
              <a:solidFill>
                <a:srgbClr val="F7F6FE"/>
              </a:solidFill>
              <a:ln w="19050">
                <a:gradFill>
                  <a:gsLst>
                    <a:gs pos="0">
                      <a:srgbClr val="C03BC4"/>
                    </a:gs>
                    <a:gs pos="80000">
                      <a:srgbClr val="1073D3"/>
                    </a:gs>
                  </a:gsLst>
                  <a:lin ang="5400000" scaled="1"/>
                </a:gra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6985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91F2C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93315E10-0F2E-E51C-93A4-520CE62D5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2646" y="2752207"/>
                <a:ext cx="408219" cy="408219"/>
              </a:xfrm>
              <a:prstGeom prst="rect">
                <a:avLst/>
              </a:prstGeom>
            </p:spPr>
          </p:pic>
        </p:grpSp>
        <p:sp>
          <p:nvSpPr>
            <p:cNvPr id="40" name="Flowchart: Preparation 39">
              <a:extLst>
                <a:ext uri="{FF2B5EF4-FFF2-40B4-BE49-F238E27FC236}">
                  <a16:creationId xmlns:a16="http://schemas.microsoft.com/office/drawing/2014/main" id="{0640EF72-EF02-4D87-E430-0908A752CE55}"/>
                </a:ext>
              </a:extLst>
            </p:cNvPr>
            <p:cNvSpPr/>
            <p:nvPr/>
          </p:nvSpPr>
          <p:spPr bwMode="auto">
            <a:xfrm>
              <a:off x="9564255" y="3119652"/>
              <a:ext cx="697117" cy="604502"/>
            </a:xfrm>
            <a:prstGeom prst="flowChartPreparation">
              <a:avLst/>
            </a:prstGeom>
            <a:solidFill>
              <a:srgbClr val="F7F6FE"/>
            </a:solidFill>
            <a:ln w="19050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985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sp>
          <p:nvSpPr>
            <p:cNvPr id="38" name="Flowchart: Preparation 37">
              <a:extLst>
                <a:ext uri="{FF2B5EF4-FFF2-40B4-BE49-F238E27FC236}">
                  <a16:creationId xmlns:a16="http://schemas.microsoft.com/office/drawing/2014/main" id="{4194F26B-AFD7-CE32-FE19-818AE6BC0E82}"/>
                </a:ext>
              </a:extLst>
            </p:cNvPr>
            <p:cNvSpPr/>
            <p:nvPr/>
          </p:nvSpPr>
          <p:spPr bwMode="auto">
            <a:xfrm>
              <a:off x="10405820" y="2408647"/>
              <a:ext cx="697117" cy="604502"/>
            </a:xfrm>
            <a:prstGeom prst="flowChartPreparation">
              <a:avLst/>
            </a:prstGeom>
            <a:solidFill>
              <a:srgbClr val="F7F6FE"/>
            </a:solidFill>
            <a:ln w="19050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985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A982324-B18E-3B71-2834-C91718148F7C}"/>
                </a:ext>
              </a:extLst>
            </p:cNvPr>
            <p:cNvGrpSpPr/>
            <p:nvPr/>
          </p:nvGrpSpPr>
          <p:grpSpPr>
            <a:xfrm>
              <a:off x="10405820" y="3814684"/>
              <a:ext cx="697117" cy="604502"/>
              <a:chOff x="9008198" y="2645692"/>
              <a:chExt cx="697117" cy="604502"/>
            </a:xfrm>
          </p:grpSpPr>
          <p:sp>
            <p:nvSpPr>
              <p:cNvPr id="36" name="Flowchart: Preparation 35">
                <a:extLst>
                  <a:ext uri="{FF2B5EF4-FFF2-40B4-BE49-F238E27FC236}">
                    <a16:creationId xmlns:a16="http://schemas.microsoft.com/office/drawing/2014/main" id="{EA32FAB1-87FC-3AFD-1A40-D2795E4AAE7E}"/>
                  </a:ext>
                </a:extLst>
              </p:cNvPr>
              <p:cNvSpPr/>
              <p:nvPr/>
            </p:nvSpPr>
            <p:spPr bwMode="auto">
              <a:xfrm>
                <a:off x="9008198" y="2645692"/>
                <a:ext cx="697117" cy="604502"/>
              </a:xfrm>
              <a:prstGeom prst="flowChartPreparation">
                <a:avLst/>
              </a:prstGeom>
              <a:solidFill>
                <a:srgbClr val="F7F6FE"/>
              </a:solidFill>
              <a:ln w="19050">
                <a:gradFill>
                  <a:gsLst>
                    <a:gs pos="0">
                      <a:srgbClr val="C03BC4"/>
                    </a:gs>
                    <a:gs pos="80000">
                      <a:srgbClr val="1073D3"/>
                    </a:gs>
                  </a:gsLst>
                  <a:lin ang="5400000" scaled="1"/>
                </a:gra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6985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91F2C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pic>
            <p:nvPicPr>
              <p:cNvPr id="37" name="Graphic 36">
                <a:extLst>
                  <a:ext uri="{FF2B5EF4-FFF2-40B4-BE49-F238E27FC236}">
                    <a16:creationId xmlns:a16="http://schemas.microsoft.com/office/drawing/2014/main" id="{3E7E2363-527F-44B1-A511-3D5F4A8D3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52646" y="2752207"/>
                <a:ext cx="408219" cy="408219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2C48F4-577C-0493-8599-A085A19BA526}"/>
                </a:ext>
              </a:extLst>
            </p:cNvPr>
            <p:cNvGrpSpPr/>
            <p:nvPr/>
          </p:nvGrpSpPr>
          <p:grpSpPr>
            <a:xfrm>
              <a:off x="11247385" y="3119652"/>
              <a:ext cx="697117" cy="604502"/>
              <a:chOff x="9008198" y="2645692"/>
              <a:chExt cx="697117" cy="604502"/>
            </a:xfrm>
          </p:grpSpPr>
          <p:sp>
            <p:nvSpPr>
              <p:cNvPr id="34" name="Flowchart: Preparation 33">
                <a:extLst>
                  <a:ext uri="{FF2B5EF4-FFF2-40B4-BE49-F238E27FC236}">
                    <a16:creationId xmlns:a16="http://schemas.microsoft.com/office/drawing/2014/main" id="{BD0D5EED-8940-E431-93DD-CB468CE4F41B}"/>
                  </a:ext>
                </a:extLst>
              </p:cNvPr>
              <p:cNvSpPr/>
              <p:nvPr/>
            </p:nvSpPr>
            <p:spPr bwMode="auto">
              <a:xfrm>
                <a:off x="9008198" y="2645692"/>
                <a:ext cx="697117" cy="604502"/>
              </a:xfrm>
              <a:prstGeom prst="flowChartPreparation">
                <a:avLst/>
              </a:prstGeom>
              <a:solidFill>
                <a:srgbClr val="F7F6FE"/>
              </a:solidFill>
              <a:ln w="19050">
                <a:gradFill>
                  <a:gsLst>
                    <a:gs pos="0">
                      <a:srgbClr val="C03BC4"/>
                    </a:gs>
                    <a:gs pos="80000">
                      <a:srgbClr val="1073D3"/>
                    </a:gs>
                  </a:gsLst>
                  <a:lin ang="5400000" scaled="1"/>
                </a:gradFill>
                <a:prstDash val="solid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800" tIns="0" rIns="50800" bIns="406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69854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91F2C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C47AD2E9-9D2A-6E1D-A145-59ECE44BC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52646" y="2752207"/>
                <a:ext cx="408219" cy="408219"/>
              </a:xfrm>
              <a:prstGeom prst="rect">
                <a:avLst/>
              </a:prstGeom>
            </p:spPr>
          </p:pic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5110CE-C2F0-8F74-E8B8-01C5A4FD6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520" y="2851841"/>
              <a:ext cx="196958" cy="200528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D32C0-72F9-85D1-178E-3F7526875EEC}"/>
                </a:ext>
              </a:extLst>
            </p:cNvPr>
            <p:cNvCxnSpPr>
              <a:cxnSpLocks/>
            </p:cNvCxnSpPr>
            <p:nvPr/>
          </p:nvCxnSpPr>
          <p:spPr>
            <a:xfrm>
              <a:off x="8498573" y="3733207"/>
              <a:ext cx="196958" cy="164090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B805A5A-89C6-A145-E73B-502CB4A7D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8081" y="2851841"/>
              <a:ext cx="196958" cy="200528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EBF10B9-6074-E626-BBFB-6A514AEA3D81}"/>
                </a:ext>
              </a:extLst>
            </p:cNvPr>
            <p:cNvCxnSpPr>
              <a:cxnSpLocks/>
            </p:cNvCxnSpPr>
            <p:nvPr/>
          </p:nvCxnSpPr>
          <p:spPr>
            <a:xfrm>
              <a:off x="10187134" y="3733207"/>
              <a:ext cx="196958" cy="164090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1E94AC-49B8-442C-6729-7481DC4908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50588" y="2864758"/>
              <a:ext cx="194744" cy="205717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5B72CB-4A94-5BA8-1B19-CE6AE41D8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9805" y="3742260"/>
              <a:ext cx="198368" cy="155037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24B8285-9BD4-6B8A-9024-16C4F01FF0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3313" y="2851841"/>
              <a:ext cx="194744" cy="205717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B3ABB68-923B-68CD-0EDA-203886E11B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2530" y="3729343"/>
              <a:ext cx="198368" cy="155037"/>
            </a:xfrm>
            <a:prstGeom prst="line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ysDot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EBF51C1-DA2C-4375-F6A4-9B618DA01E73}"/>
              </a:ext>
            </a:extLst>
          </p:cNvPr>
          <p:cNvGrpSpPr/>
          <p:nvPr/>
        </p:nvGrpSpPr>
        <p:grpSpPr>
          <a:xfrm>
            <a:off x="6455664" y="5008727"/>
            <a:ext cx="1124712" cy="142592"/>
            <a:chOff x="5260062" y="3367889"/>
            <a:chExt cx="1122635" cy="142592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5F8B516-5107-758C-50AE-B46B2F1499C4}"/>
                </a:ext>
              </a:extLst>
            </p:cNvPr>
            <p:cNvCxnSpPr>
              <a:cxnSpLocks/>
            </p:cNvCxnSpPr>
            <p:nvPr/>
          </p:nvCxnSpPr>
          <p:spPr>
            <a:xfrm>
              <a:off x="5395864" y="3367889"/>
              <a:ext cx="986833" cy="0"/>
            </a:xfrm>
            <a:prstGeom prst="straightConnector1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E3EDEF7-DD13-D401-D8E4-F861D8BC4D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0062" y="3510481"/>
              <a:ext cx="991246" cy="0"/>
            </a:xfrm>
            <a:prstGeom prst="straightConnector1">
              <a:avLst/>
            </a:prstGeom>
            <a:solidFill>
              <a:srgbClr val="F7F6FE"/>
            </a:solidFill>
            <a:ln w="28575">
              <a:gradFill>
                <a:gsLst>
                  <a:gs pos="0">
                    <a:srgbClr val="C03BC4"/>
                  </a:gs>
                  <a:gs pos="80000">
                    <a:srgbClr val="1073D3"/>
                  </a:gs>
                </a:gsLst>
                <a:lin ang="5400000" scaled="1"/>
              </a:gradFill>
              <a:prstDash val="solid"/>
              <a:headEnd type="none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</p:grpSp>
      <p:pic>
        <p:nvPicPr>
          <p:cNvPr id="5" name="Graphic 4" descr="Excel">
            <a:extLst>
              <a:ext uri="{FF2B5EF4-FFF2-40B4-BE49-F238E27FC236}">
                <a16:creationId xmlns:a16="http://schemas.microsoft.com/office/drawing/2014/main" id="{7664CEBE-9A96-E044-5EE8-6F255694DF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3888" y="4218577"/>
            <a:ext cx="429768" cy="429768"/>
          </a:xfrm>
          <a:prstGeom prst="rect">
            <a:avLst/>
          </a:prstGeom>
        </p:spPr>
      </p:pic>
      <p:pic>
        <p:nvPicPr>
          <p:cNvPr id="7" name="Graphic 6" descr="Agent Builder">
            <a:extLst>
              <a:ext uri="{FF2B5EF4-FFF2-40B4-BE49-F238E27FC236}">
                <a16:creationId xmlns:a16="http://schemas.microsoft.com/office/drawing/2014/main" id="{DD4AB05B-2588-4C3E-40BA-336057927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01784" y="4931809"/>
            <a:ext cx="429768" cy="429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908A0-ADBF-87C7-043C-59E8333DA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544" y="4117993"/>
            <a:ext cx="1975104" cy="2048256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C1E6803-D39D-20F8-B6A8-F548F82839A8}"/>
              </a:ext>
            </a:extLst>
          </p:cNvPr>
          <p:cNvSpPr>
            <a:spLocks noChangeAspect="1"/>
          </p:cNvSpPr>
          <p:nvPr/>
        </p:nvSpPr>
        <p:spPr bwMode="auto">
          <a:xfrm>
            <a:off x="7798800" y="269773"/>
            <a:ext cx="4226602" cy="3585895"/>
          </a:xfrm>
          <a:prstGeom prst="roundRect">
            <a:avLst>
              <a:gd name="adj" fmla="val 3297"/>
            </a:avLst>
          </a:prstGeom>
          <a:blipFill>
            <a:blip r:embed="rId12"/>
            <a:stretch>
              <a:fillRect/>
            </a:stretch>
          </a:blip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SG" sz="2000" dirty="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2082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7A63D-F617-B2A8-175E-BB0916D71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49" y="2977823"/>
            <a:ext cx="11025188" cy="55399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7325102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icrosoft 365 Copilot Template">
  <a:themeElements>
    <a:clrScheme name="Microsoft 365 Copilot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0078D4"/>
      </a:accent1>
      <a:accent2>
        <a:srgbClr val="C03BC4"/>
      </a:accent2>
      <a:accent3>
        <a:srgbClr val="FFA38B"/>
      </a:accent3>
      <a:accent4>
        <a:srgbClr val="8661C5"/>
      </a:accent4>
      <a:accent5>
        <a:srgbClr val="8DC8E8"/>
      </a:accent5>
      <a:accent6>
        <a:srgbClr val="FF5C39"/>
      </a:accent6>
      <a:hlink>
        <a:srgbClr val="0078D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37823CB9-DC0F-DE49-A7F7-325A4228CCF9}" vid="{6CB80000-F9EA-4D40-9817-2B5CD0D7D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FCD3AC6483D14F9B2866D616EA94AB" ma:contentTypeVersion="11" ma:contentTypeDescription="Create a new document." ma:contentTypeScope="" ma:versionID="13036b64429b5c688893c27d4a367a21">
  <xsd:schema xmlns:xsd="http://www.w3.org/2001/XMLSchema" xmlns:xs="http://www.w3.org/2001/XMLSchema" xmlns:p="http://schemas.microsoft.com/office/2006/metadata/properties" xmlns:ns1="http://schemas.microsoft.com/sharepoint/v3" xmlns:ns2="e5770e9d-5b49-472e-8de3-9c0190553112" targetNamespace="http://schemas.microsoft.com/office/2006/metadata/properties" ma:root="true" ma:fieldsID="73f20dac0e77174d8b086b57a0cae245" ns1:_="" ns2:_="">
    <xsd:import namespace="http://schemas.microsoft.com/sharepoint/v3"/>
    <xsd:import namespace="e5770e9d-5b49-472e-8de3-9c01905531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770e9d-5b49-472e-8de3-9c01905531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5220B68-7A6D-4C3C-BBB2-A01231E2D630}">
  <ds:schemaRefs>
    <ds:schemaRef ds:uri="e5770e9d-5b49-472e-8de3-9c01905531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5BBA5E-F6E6-4C7D-81B4-026CD3E0D5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249F10-19D3-45E6-A02E-9AAB70D0FF9E}">
  <ds:schemaRefs>
    <ds:schemaRef ds:uri="e5770e9d-5b49-472e-8de3-9c01905531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1320</Words>
  <Application>Microsoft Office PowerPoint</Application>
  <PresentationFormat>Widescreen</PresentationFormat>
  <Paragraphs>203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Segoe Sans Display</vt:lpstr>
      <vt:lpstr>Segoe Sans Display Light</vt:lpstr>
      <vt:lpstr>Segoe Sans Display Semibold</vt:lpstr>
      <vt:lpstr>Segoe UI</vt:lpstr>
      <vt:lpstr>Segoe UI Semibold</vt:lpstr>
      <vt:lpstr>Wingdings</vt:lpstr>
      <vt:lpstr>Microsoft 365 Copilot Template</vt:lpstr>
      <vt:lpstr>PowerPoint Presentation</vt:lpstr>
      <vt:lpstr>PowerPoint Presentation</vt:lpstr>
      <vt:lpstr>Welcome to the Agent-a-thon</vt:lpstr>
      <vt:lpstr>PowerPoint Presentation</vt:lpstr>
      <vt:lpstr>PowerPoint Presentation</vt:lpstr>
      <vt:lpstr>Agents User Experience</vt:lpstr>
      <vt:lpstr>M365 Copilot Agents</vt:lpstr>
      <vt:lpstr>Researcher</vt:lpstr>
      <vt:lpstr>PowerPoint Presentation</vt:lpstr>
      <vt:lpstr>Analyst</vt:lpstr>
      <vt:lpstr>Working with Agents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Mahon</dc:creator>
  <cp:lastModifiedBy>Reuel Ngo</cp:lastModifiedBy>
  <cp:revision>3</cp:revision>
  <dcterms:created xsi:type="dcterms:W3CDTF">2025-07-25T13:58:21Z</dcterms:created>
  <dcterms:modified xsi:type="dcterms:W3CDTF">2026-09-21T02:52:30Z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0x010100B1FCD3AC6483D14F9B2866D616EA94AB</vt:lpwstr>
  </property>
</Properties>
</file>