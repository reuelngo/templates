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notesMasterIdLst>
    <p:notesMasterId r:id="rId15"/>
  </p:notesMasterIdLst>
  <p:sldIdLst>
    <p:sldId id="259" r:id="rId5"/>
    <p:sldId id="2147483184" r:id="rId6"/>
    <p:sldId id="2147483194" r:id="rId7"/>
    <p:sldId id="2147483190" r:id="rId8"/>
    <p:sldId id="2147483622" r:id="rId9"/>
    <p:sldId id="2147483200" r:id="rId10"/>
    <p:sldId id="2147483186" r:id="rId11"/>
    <p:sldId id="2147483197" r:id="rId12"/>
    <p:sldId id="2147483193" r:id="rId13"/>
    <p:sldId id="21474831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D0A7DF-AD26-411A-B01A-81DB55C12205}">
          <p14:sldIdLst>
            <p14:sldId id="259"/>
            <p14:sldId id="2147483184"/>
            <p14:sldId id="2147483194"/>
            <p14:sldId id="2147483190"/>
            <p14:sldId id="2147483622"/>
          </p14:sldIdLst>
        </p14:section>
        <p14:section name="Cheat Sheet" id="{0A6306ED-CCD1-450E-B068-D0C94078FA34}">
          <p14:sldIdLst>
            <p14:sldId id="2147483200"/>
          </p14:sldIdLst>
        </p14:section>
        <p14:section name="Samples - Communications Officer" id="{5BD21286-5EED-4C71-860F-E57EB27DB8DD}">
          <p14:sldIdLst>
            <p14:sldId id="2147483186"/>
            <p14:sldId id="2147483197"/>
          </p14:sldIdLst>
        </p14:section>
        <p14:section name="Samples - Student Services" id="{1FEA5F67-9161-47DF-9DB4-E7E8732FE844}">
          <p14:sldIdLst>
            <p14:sldId id="2147483193"/>
            <p14:sldId id="21474831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D09782-F204-47B0-AFCA-24A6884AA056}" v="99" dt="2026-09-20T16:11:08.2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8" autoAdjust="0"/>
    <p:restoredTop sz="94694"/>
  </p:normalViewPr>
  <p:slideViewPr>
    <p:cSldViewPr snapToGrid="0">
      <p:cViewPr varScale="1">
        <p:scale>
          <a:sx n="104" d="100"/>
          <a:sy n="104" d="100"/>
        </p:scale>
        <p:origin x="84" y="10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uel Ngo" userId="630da983-9bc0-4db9-b496-b90fbcc97014" providerId="ADAL" clId="{01D15D8C-B4EC-4734-B7CE-5EFABBF1D9DB}"/>
    <pc:docChg chg="undo custSel addSld delSld modSld delMainMaster modMainMaster">
      <pc:chgData name="Reuel Ngo" userId="630da983-9bc0-4db9-b496-b90fbcc97014" providerId="ADAL" clId="{01D15D8C-B4EC-4734-B7CE-5EFABBF1D9DB}" dt="2026-08-26T07:42:52.682" v="754" actId="1076"/>
      <pc:docMkLst>
        <pc:docMk/>
      </pc:docMkLst>
      <pc:sldChg chg="modSp mod">
        <pc:chgData name="Reuel Ngo" userId="630da983-9bc0-4db9-b496-b90fbcc97014" providerId="ADAL" clId="{01D15D8C-B4EC-4734-B7CE-5EFABBF1D9DB}" dt="2026-08-25T04:33:32.913" v="17" actId="20577"/>
        <pc:sldMkLst>
          <pc:docMk/>
          <pc:sldMk cId="2561546468" sldId="259"/>
        </pc:sldMkLst>
        <pc:spChg chg="mod">
          <ac:chgData name="Reuel Ngo" userId="630da983-9bc0-4db9-b496-b90fbcc97014" providerId="ADAL" clId="{01D15D8C-B4EC-4734-B7CE-5EFABBF1D9DB}" dt="2026-08-25T04:33:32.913" v="17" actId="20577"/>
          <ac:spMkLst>
            <pc:docMk/>
            <pc:sldMk cId="2561546468" sldId="259"/>
            <ac:spMk id="2" creationId="{1884FF81-8D16-F06E-EB4B-3BD12C7066AF}"/>
          </ac:spMkLst>
        </pc:spChg>
      </pc:sldChg>
      <pc:sldChg chg="modSp mod">
        <pc:chgData name="Reuel Ngo" userId="630da983-9bc0-4db9-b496-b90fbcc97014" providerId="ADAL" clId="{01D15D8C-B4EC-4734-B7CE-5EFABBF1D9DB}" dt="2026-08-25T08:44:41.226" v="677" actId="20577"/>
        <pc:sldMkLst>
          <pc:docMk/>
          <pc:sldMk cId="3892602516" sldId="2147483184"/>
        </pc:sldMkLst>
        <pc:spChg chg="mod">
          <ac:chgData name="Reuel Ngo" userId="630da983-9bc0-4db9-b496-b90fbcc97014" providerId="ADAL" clId="{01D15D8C-B4EC-4734-B7CE-5EFABBF1D9DB}" dt="2026-08-25T08:44:41.226" v="677" actId="20577"/>
          <ac:spMkLst>
            <pc:docMk/>
            <pc:sldMk cId="3892602516" sldId="2147483184"/>
            <ac:spMk id="57" creationId="{6E0C548E-147B-CE4B-3F35-CBD6CC999AB9}"/>
          </ac:spMkLst>
        </pc:spChg>
        <pc:graphicFrameChg chg="modGraphic">
          <ac:chgData name="Reuel Ngo" userId="630da983-9bc0-4db9-b496-b90fbcc97014" providerId="ADAL" clId="{01D15D8C-B4EC-4734-B7CE-5EFABBF1D9DB}" dt="2026-08-25T08:43:34.993" v="529" actId="20577"/>
          <ac:graphicFrameMkLst>
            <pc:docMk/>
            <pc:sldMk cId="3892602516" sldId="2147483184"/>
            <ac:graphicFrameMk id="5" creationId="{348531E1-A4C3-E51A-89A9-527FB3741654}"/>
          </ac:graphicFrameMkLst>
        </pc:graphicFrameChg>
      </pc:sldChg>
      <pc:sldChg chg="modSp mod">
        <pc:chgData name="Reuel Ngo" userId="630da983-9bc0-4db9-b496-b90fbcc97014" providerId="ADAL" clId="{01D15D8C-B4EC-4734-B7CE-5EFABBF1D9DB}" dt="2026-08-25T08:45:43.514" v="753" actId="20577"/>
        <pc:sldMkLst>
          <pc:docMk/>
          <pc:sldMk cId="3376623146" sldId="2147483186"/>
        </pc:sldMkLst>
        <pc:spChg chg="mod">
          <ac:chgData name="Reuel Ngo" userId="630da983-9bc0-4db9-b496-b90fbcc97014" providerId="ADAL" clId="{01D15D8C-B4EC-4734-B7CE-5EFABBF1D9DB}" dt="2026-08-25T08:45:22.802" v="712" actId="20577"/>
          <ac:spMkLst>
            <pc:docMk/>
            <pc:sldMk cId="3376623146" sldId="2147483186"/>
            <ac:spMk id="2" creationId="{D6B4E39A-320B-8E76-4428-0A4CA497A654}"/>
          </ac:spMkLst>
        </pc:spChg>
        <pc:spChg chg="mod">
          <ac:chgData name="Reuel Ngo" userId="630da983-9bc0-4db9-b496-b90fbcc97014" providerId="ADAL" clId="{01D15D8C-B4EC-4734-B7CE-5EFABBF1D9DB}" dt="2026-08-25T08:45:26.597" v="720" actId="20577"/>
          <ac:spMkLst>
            <pc:docMk/>
            <pc:sldMk cId="3376623146" sldId="2147483186"/>
            <ac:spMk id="4" creationId="{80027864-93A4-87A6-4FCA-482C63A8DE6B}"/>
          </ac:spMkLst>
        </pc:spChg>
        <pc:spChg chg="mod">
          <ac:chgData name="Reuel Ngo" userId="630da983-9bc0-4db9-b496-b90fbcc97014" providerId="ADAL" clId="{01D15D8C-B4EC-4734-B7CE-5EFABBF1D9DB}" dt="2026-08-25T08:38:05.961" v="431" actId="20577"/>
          <ac:spMkLst>
            <pc:docMk/>
            <pc:sldMk cId="3376623146" sldId="2147483186"/>
            <ac:spMk id="15" creationId="{BAAE2A05-E2AC-2FE8-E84D-C236462ECFE8}"/>
          </ac:spMkLst>
        </pc:spChg>
        <pc:spChg chg="mod">
          <ac:chgData name="Reuel Ngo" userId="630da983-9bc0-4db9-b496-b90fbcc97014" providerId="ADAL" clId="{01D15D8C-B4EC-4734-B7CE-5EFABBF1D9DB}" dt="2026-08-25T08:45:43.514" v="753" actId="20577"/>
          <ac:spMkLst>
            <pc:docMk/>
            <pc:sldMk cId="3376623146" sldId="2147483186"/>
            <ac:spMk id="37" creationId="{0EE967ED-3308-9B7F-4077-81C74C0EA63C}"/>
          </ac:spMkLst>
        </pc:spChg>
        <pc:grpChg chg="add mod">
          <ac:chgData name="Reuel Ngo" userId="630da983-9bc0-4db9-b496-b90fbcc97014" providerId="ADAL" clId="{01D15D8C-B4EC-4734-B7CE-5EFABBF1D9DB}" dt="2026-08-25T08:11:03.766" v="108" actId="26606"/>
          <ac:grpSpMkLst>
            <pc:docMk/>
            <pc:sldMk cId="3376623146" sldId="2147483186"/>
            <ac:grpSpMk id="7" creationId="{3ACC7A42-6993-8BE0-440A-8D9F64F9A85F}"/>
          </ac:grpSpMkLst>
        </pc:grpChg>
        <pc:picChg chg="mod">
          <ac:chgData name="Reuel Ngo" userId="630da983-9bc0-4db9-b496-b90fbcc97014" providerId="ADAL" clId="{01D15D8C-B4EC-4734-B7CE-5EFABBF1D9DB}" dt="2026-08-25T08:11:03.766" v="108" actId="26606"/>
          <ac:picMkLst>
            <pc:docMk/>
            <pc:sldMk cId="3376623146" sldId="2147483186"/>
            <ac:picMk id="65" creationId="{DBF1DED1-3296-2D41-94B6-2C33741F406F}"/>
          </ac:picMkLst>
        </pc:picChg>
      </pc:sldChg>
      <pc:sldChg chg="addSp delSp modSp add mod">
        <pc:chgData name="Reuel Ngo" userId="630da983-9bc0-4db9-b496-b90fbcc97014" providerId="ADAL" clId="{01D15D8C-B4EC-4734-B7CE-5EFABBF1D9DB}" dt="2026-08-25T08:40:54.938" v="447" actId="14100"/>
        <pc:sldMkLst>
          <pc:docMk/>
          <pc:sldMk cId="3380673983" sldId="2147483190"/>
        </pc:sldMkLst>
        <pc:spChg chg="mod">
          <ac:chgData name="Reuel Ngo" userId="630da983-9bc0-4db9-b496-b90fbcc97014" providerId="ADAL" clId="{01D15D8C-B4EC-4734-B7CE-5EFABBF1D9DB}" dt="2026-08-25T08:40:47.197" v="444" actId="108"/>
          <ac:spMkLst>
            <pc:docMk/>
            <pc:sldMk cId="3380673983" sldId="2147483190"/>
            <ac:spMk id="2" creationId="{91C68903-7EB3-E359-D4D4-E44B8BA6109F}"/>
          </ac:spMkLst>
        </pc:spChg>
        <pc:spChg chg="mod">
          <ac:chgData name="Reuel Ngo" userId="630da983-9bc0-4db9-b496-b90fbcc97014" providerId="ADAL" clId="{01D15D8C-B4EC-4734-B7CE-5EFABBF1D9DB}" dt="2026-08-25T08:35:15.975" v="323" actId="14100"/>
          <ac:spMkLst>
            <pc:docMk/>
            <pc:sldMk cId="3380673983" sldId="2147483190"/>
            <ac:spMk id="4" creationId="{99A2E8EE-E69A-46AF-6A6E-EA10C90472AD}"/>
          </ac:spMkLst>
        </pc:spChg>
        <pc:spChg chg="add mod">
          <ac:chgData name="Reuel Ngo" userId="630da983-9bc0-4db9-b496-b90fbcc97014" providerId="ADAL" clId="{01D15D8C-B4EC-4734-B7CE-5EFABBF1D9DB}" dt="2026-08-25T08:25:52.039" v="166" actId="1582"/>
          <ac:spMkLst>
            <pc:docMk/>
            <pc:sldMk cId="3380673983" sldId="2147483190"/>
            <ac:spMk id="7" creationId="{776AA18C-4574-6306-739C-BE3817BD2BCF}"/>
          </ac:spMkLst>
        </pc:spChg>
        <pc:spChg chg="mod">
          <ac:chgData name="Reuel Ngo" userId="630da983-9bc0-4db9-b496-b90fbcc97014" providerId="ADAL" clId="{01D15D8C-B4EC-4734-B7CE-5EFABBF1D9DB}" dt="2026-08-25T08:27:29.194" v="222" actId="113"/>
          <ac:spMkLst>
            <pc:docMk/>
            <pc:sldMk cId="3380673983" sldId="2147483190"/>
            <ac:spMk id="9" creationId="{7027A59A-9F43-64BF-E071-2E83B3E55469}"/>
          </ac:spMkLst>
        </pc:spChg>
        <pc:spChg chg="mod">
          <ac:chgData name="Reuel Ngo" userId="630da983-9bc0-4db9-b496-b90fbcc97014" providerId="ADAL" clId="{01D15D8C-B4EC-4734-B7CE-5EFABBF1D9DB}" dt="2026-08-25T08:40:54.938" v="447" actId="14100"/>
          <ac:spMkLst>
            <pc:docMk/>
            <pc:sldMk cId="3380673983" sldId="2147483190"/>
            <ac:spMk id="12" creationId="{3AB38EA1-D74A-6DCF-B6E7-6F3F2B54BDCC}"/>
          </ac:spMkLst>
        </pc:spChg>
        <pc:spChg chg="add mod">
          <ac:chgData name="Reuel Ngo" userId="630da983-9bc0-4db9-b496-b90fbcc97014" providerId="ADAL" clId="{01D15D8C-B4EC-4734-B7CE-5EFABBF1D9DB}" dt="2026-08-25T08:40:25.764" v="442" actId="208"/>
          <ac:spMkLst>
            <pc:docMk/>
            <pc:sldMk cId="3380673983" sldId="2147483190"/>
            <ac:spMk id="13" creationId="{D5D820CF-39FC-5F99-F4CE-85CE5F87E0C2}"/>
          </ac:spMkLst>
        </pc:spChg>
        <pc:spChg chg="add mod">
          <ac:chgData name="Reuel Ngo" userId="630da983-9bc0-4db9-b496-b90fbcc97014" providerId="ADAL" clId="{01D15D8C-B4EC-4734-B7CE-5EFABBF1D9DB}" dt="2026-08-25T08:34:39.428" v="304" actId="20577"/>
          <ac:spMkLst>
            <pc:docMk/>
            <pc:sldMk cId="3380673983" sldId="2147483190"/>
            <ac:spMk id="15" creationId="{9E767792-596B-50AE-B29D-5C9F542014DD}"/>
          </ac:spMkLst>
        </pc:spChg>
        <pc:spChg chg="mod">
          <ac:chgData name="Reuel Ngo" userId="630da983-9bc0-4db9-b496-b90fbcc97014" providerId="ADAL" clId="{01D15D8C-B4EC-4734-B7CE-5EFABBF1D9DB}" dt="2026-08-25T08:40:25.764" v="442" actId="208"/>
          <ac:spMkLst>
            <pc:docMk/>
            <pc:sldMk cId="3380673983" sldId="2147483190"/>
            <ac:spMk id="17" creationId="{5C104A1E-9CA7-4F5D-3C83-920DDAEBA1B6}"/>
          </ac:spMkLst>
        </pc:spChg>
        <pc:spChg chg="add mod">
          <ac:chgData name="Reuel Ngo" userId="630da983-9bc0-4db9-b496-b90fbcc97014" providerId="ADAL" clId="{01D15D8C-B4EC-4734-B7CE-5EFABBF1D9DB}" dt="2026-08-25T08:37:23.274" v="414"/>
          <ac:spMkLst>
            <pc:docMk/>
            <pc:sldMk cId="3380673983" sldId="2147483190"/>
            <ac:spMk id="19" creationId="{50FF861E-ACB9-4461-A708-E3D1FAF9F567}"/>
          </ac:spMkLst>
        </pc:spChg>
        <pc:spChg chg="mod">
          <ac:chgData name="Reuel Ngo" userId="630da983-9bc0-4db9-b496-b90fbcc97014" providerId="ADAL" clId="{01D15D8C-B4EC-4734-B7CE-5EFABBF1D9DB}" dt="2026-08-25T08:35:15.975" v="323" actId="14100"/>
          <ac:spMkLst>
            <pc:docMk/>
            <pc:sldMk cId="3380673983" sldId="2147483190"/>
            <ac:spMk id="23" creationId="{2AE75731-66DA-F0E5-9F97-AAA37352FD93}"/>
          </ac:spMkLst>
        </pc:spChg>
        <pc:spChg chg="mod">
          <ac:chgData name="Reuel Ngo" userId="630da983-9bc0-4db9-b496-b90fbcc97014" providerId="ADAL" clId="{01D15D8C-B4EC-4734-B7CE-5EFABBF1D9DB}" dt="2026-08-25T08:25:52.039" v="166" actId="1582"/>
          <ac:spMkLst>
            <pc:docMk/>
            <pc:sldMk cId="3380673983" sldId="2147483190"/>
            <ac:spMk id="25" creationId="{FEB0985D-0E54-643F-B06C-E68442BD7585}"/>
          </ac:spMkLst>
        </pc:spChg>
        <pc:spChg chg="mod">
          <ac:chgData name="Reuel Ngo" userId="630da983-9bc0-4db9-b496-b90fbcc97014" providerId="ADAL" clId="{01D15D8C-B4EC-4734-B7CE-5EFABBF1D9DB}" dt="2026-08-25T08:27:52.811" v="253" actId="20577"/>
          <ac:spMkLst>
            <pc:docMk/>
            <pc:sldMk cId="3380673983" sldId="2147483190"/>
            <ac:spMk id="27" creationId="{AD7829A7-8A05-0392-F087-E353E92F6D8E}"/>
          </ac:spMkLst>
        </pc:spChg>
        <pc:spChg chg="mod">
          <ac:chgData name="Reuel Ngo" userId="630da983-9bc0-4db9-b496-b90fbcc97014" providerId="ADAL" clId="{01D15D8C-B4EC-4734-B7CE-5EFABBF1D9DB}" dt="2026-08-25T08:40:25.764" v="442" actId="208"/>
          <ac:spMkLst>
            <pc:docMk/>
            <pc:sldMk cId="3380673983" sldId="2147483190"/>
            <ac:spMk id="29" creationId="{6B944038-4E3D-4A9D-E199-6EF62B83753B}"/>
          </ac:spMkLst>
        </pc:spChg>
        <pc:spChg chg="mod">
          <ac:chgData name="Reuel Ngo" userId="630da983-9bc0-4db9-b496-b90fbcc97014" providerId="ADAL" clId="{01D15D8C-B4EC-4734-B7CE-5EFABBF1D9DB}" dt="2026-08-25T08:34:43.157" v="305"/>
          <ac:spMkLst>
            <pc:docMk/>
            <pc:sldMk cId="3380673983" sldId="2147483190"/>
            <ac:spMk id="31" creationId="{0049697D-E57F-DBD3-7492-5A0E09DDEC75}"/>
          </ac:spMkLst>
        </pc:spChg>
        <pc:spChg chg="mod">
          <ac:chgData name="Reuel Ngo" userId="630da983-9bc0-4db9-b496-b90fbcc97014" providerId="ADAL" clId="{01D15D8C-B4EC-4734-B7CE-5EFABBF1D9DB}" dt="2026-08-25T08:40:25.764" v="442" actId="208"/>
          <ac:spMkLst>
            <pc:docMk/>
            <pc:sldMk cId="3380673983" sldId="2147483190"/>
            <ac:spMk id="33" creationId="{5ADCE346-84E8-DCFD-9259-330C2BF9EAAE}"/>
          </ac:spMkLst>
        </pc:spChg>
        <pc:spChg chg="mod">
          <ac:chgData name="Reuel Ngo" userId="630da983-9bc0-4db9-b496-b90fbcc97014" providerId="ADAL" clId="{01D15D8C-B4EC-4734-B7CE-5EFABBF1D9DB}" dt="2026-08-25T08:36:08.184" v="411" actId="1036"/>
          <ac:spMkLst>
            <pc:docMk/>
            <pc:sldMk cId="3380673983" sldId="2147483190"/>
            <ac:spMk id="35" creationId="{D159398E-FA28-4953-FB25-4AF532AF3583}"/>
          </ac:spMkLst>
        </pc:spChg>
        <pc:spChg chg="add mod">
          <ac:chgData name="Reuel Ngo" userId="630da983-9bc0-4db9-b496-b90fbcc97014" providerId="ADAL" clId="{01D15D8C-B4EC-4734-B7CE-5EFABBF1D9DB}" dt="2026-08-25T08:35:15.975" v="323" actId="14100"/>
          <ac:spMkLst>
            <pc:docMk/>
            <pc:sldMk cId="3380673983" sldId="2147483190"/>
            <ac:spMk id="39" creationId="{A864ED42-F3B3-DD1F-B62C-DDF14AB1E26E}"/>
          </ac:spMkLst>
        </pc:spChg>
        <pc:spChg chg="mod">
          <ac:chgData name="Reuel Ngo" userId="630da983-9bc0-4db9-b496-b90fbcc97014" providerId="ADAL" clId="{01D15D8C-B4EC-4734-B7CE-5EFABBF1D9DB}" dt="2026-08-25T08:25:52.039" v="166" actId="1582"/>
          <ac:spMkLst>
            <pc:docMk/>
            <pc:sldMk cId="3380673983" sldId="2147483190"/>
            <ac:spMk id="41" creationId="{0FD6C47C-8768-A118-0BFE-997C61B3E8A5}"/>
          </ac:spMkLst>
        </pc:spChg>
        <pc:spChg chg="mod">
          <ac:chgData name="Reuel Ngo" userId="630da983-9bc0-4db9-b496-b90fbcc97014" providerId="ADAL" clId="{01D15D8C-B4EC-4734-B7CE-5EFABBF1D9DB}" dt="2026-08-25T08:27:58.998" v="263" actId="20577"/>
          <ac:spMkLst>
            <pc:docMk/>
            <pc:sldMk cId="3380673983" sldId="2147483190"/>
            <ac:spMk id="43" creationId="{F35BD2F2-2CCC-2715-FAB3-024B4DB0E294}"/>
          </ac:spMkLst>
        </pc:spChg>
        <pc:spChg chg="mod">
          <ac:chgData name="Reuel Ngo" userId="630da983-9bc0-4db9-b496-b90fbcc97014" providerId="ADAL" clId="{01D15D8C-B4EC-4734-B7CE-5EFABBF1D9DB}" dt="2026-08-25T08:40:25.764" v="442" actId="208"/>
          <ac:spMkLst>
            <pc:docMk/>
            <pc:sldMk cId="3380673983" sldId="2147483190"/>
            <ac:spMk id="45" creationId="{D42DD167-34A3-A0EB-4106-1DB33F6C4580}"/>
          </ac:spMkLst>
        </pc:spChg>
        <pc:spChg chg="mod">
          <ac:chgData name="Reuel Ngo" userId="630da983-9bc0-4db9-b496-b90fbcc97014" providerId="ADAL" clId="{01D15D8C-B4EC-4734-B7CE-5EFABBF1D9DB}" dt="2026-08-25T08:34:44.911" v="306"/>
          <ac:spMkLst>
            <pc:docMk/>
            <pc:sldMk cId="3380673983" sldId="2147483190"/>
            <ac:spMk id="47" creationId="{13392D91-691C-F073-0AF2-0F413B0A4F24}"/>
          </ac:spMkLst>
        </pc:spChg>
        <pc:spChg chg="mod">
          <ac:chgData name="Reuel Ngo" userId="630da983-9bc0-4db9-b496-b90fbcc97014" providerId="ADAL" clId="{01D15D8C-B4EC-4734-B7CE-5EFABBF1D9DB}" dt="2026-08-25T08:40:25.764" v="442" actId="208"/>
          <ac:spMkLst>
            <pc:docMk/>
            <pc:sldMk cId="3380673983" sldId="2147483190"/>
            <ac:spMk id="49" creationId="{2302379C-BFED-1C01-674F-8E5A9E124141}"/>
          </ac:spMkLst>
        </pc:spChg>
        <pc:spChg chg="add mod">
          <ac:chgData name="Reuel Ngo" userId="630da983-9bc0-4db9-b496-b90fbcc97014" providerId="ADAL" clId="{01D15D8C-B4EC-4734-B7CE-5EFABBF1D9DB}" dt="2026-08-25T08:36:08.184" v="411" actId="1036"/>
          <ac:spMkLst>
            <pc:docMk/>
            <pc:sldMk cId="3380673983" sldId="2147483190"/>
            <ac:spMk id="51" creationId="{E808A4DF-BB71-CDC1-E767-EE7C27E080EA}"/>
          </ac:spMkLst>
        </pc:spChg>
        <pc:spChg chg="mod">
          <ac:chgData name="Reuel Ngo" userId="630da983-9bc0-4db9-b496-b90fbcc97014" providerId="ADAL" clId="{01D15D8C-B4EC-4734-B7CE-5EFABBF1D9DB}" dt="2026-08-25T08:35:15.975" v="323" actId="14100"/>
          <ac:spMkLst>
            <pc:docMk/>
            <pc:sldMk cId="3380673983" sldId="2147483190"/>
            <ac:spMk id="55" creationId="{A386260C-6AFF-6B83-C569-6E971B3C9D3A}"/>
          </ac:spMkLst>
        </pc:spChg>
        <pc:spChg chg="mod">
          <ac:chgData name="Reuel Ngo" userId="630da983-9bc0-4db9-b496-b90fbcc97014" providerId="ADAL" clId="{01D15D8C-B4EC-4734-B7CE-5EFABBF1D9DB}" dt="2026-08-25T08:25:52.039" v="166" actId="1582"/>
          <ac:spMkLst>
            <pc:docMk/>
            <pc:sldMk cId="3380673983" sldId="2147483190"/>
            <ac:spMk id="57" creationId="{A29403E9-C516-333D-1325-A6F6CB6BEDC6}"/>
          </ac:spMkLst>
        </pc:spChg>
        <pc:spChg chg="mod">
          <ac:chgData name="Reuel Ngo" userId="630da983-9bc0-4db9-b496-b90fbcc97014" providerId="ADAL" clId="{01D15D8C-B4EC-4734-B7CE-5EFABBF1D9DB}" dt="2026-08-25T08:28:04.754" v="273" actId="20577"/>
          <ac:spMkLst>
            <pc:docMk/>
            <pc:sldMk cId="3380673983" sldId="2147483190"/>
            <ac:spMk id="59" creationId="{DD8CA96D-2AEA-880E-8CF7-9D0CE2F01713}"/>
          </ac:spMkLst>
        </pc:spChg>
        <pc:spChg chg="mod">
          <ac:chgData name="Reuel Ngo" userId="630da983-9bc0-4db9-b496-b90fbcc97014" providerId="ADAL" clId="{01D15D8C-B4EC-4734-B7CE-5EFABBF1D9DB}" dt="2026-08-25T08:40:25.764" v="442" actId="208"/>
          <ac:spMkLst>
            <pc:docMk/>
            <pc:sldMk cId="3380673983" sldId="2147483190"/>
            <ac:spMk id="61" creationId="{EE6B9783-191B-1544-1C30-324F488E0709}"/>
          </ac:spMkLst>
        </pc:spChg>
        <pc:spChg chg="mod">
          <ac:chgData name="Reuel Ngo" userId="630da983-9bc0-4db9-b496-b90fbcc97014" providerId="ADAL" clId="{01D15D8C-B4EC-4734-B7CE-5EFABBF1D9DB}" dt="2026-08-25T08:34:46.782" v="307"/>
          <ac:spMkLst>
            <pc:docMk/>
            <pc:sldMk cId="3380673983" sldId="2147483190"/>
            <ac:spMk id="63" creationId="{09CE4DAC-F041-BFDA-38F4-4B5F7188096F}"/>
          </ac:spMkLst>
        </pc:spChg>
        <pc:spChg chg="add mod">
          <ac:chgData name="Reuel Ngo" userId="630da983-9bc0-4db9-b496-b90fbcc97014" providerId="ADAL" clId="{01D15D8C-B4EC-4734-B7CE-5EFABBF1D9DB}" dt="2026-08-25T08:40:25.764" v="442" actId="208"/>
          <ac:spMkLst>
            <pc:docMk/>
            <pc:sldMk cId="3380673983" sldId="2147483190"/>
            <ac:spMk id="65" creationId="{4D52993E-9236-8BCC-98A2-5A6883E90C87}"/>
          </ac:spMkLst>
        </pc:spChg>
        <pc:spChg chg="add mod">
          <ac:chgData name="Reuel Ngo" userId="630da983-9bc0-4db9-b496-b90fbcc97014" providerId="ADAL" clId="{01D15D8C-B4EC-4734-B7CE-5EFABBF1D9DB}" dt="2026-08-25T08:36:08.184" v="411" actId="1036"/>
          <ac:spMkLst>
            <pc:docMk/>
            <pc:sldMk cId="3380673983" sldId="2147483190"/>
            <ac:spMk id="67" creationId="{91EAB46F-AFA6-EA17-51A0-E1FA4F8030B3}"/>
          </ac:spMkLst>
        </pc:spChg>
        <pc:spChg chg="add mod">
          <ac:chgData name="Reuel Ngo" userId="630da983-9bc0-4db9-b496-b90fbcc97014" providerId="ADAL" clId="{01D15D8C-B4EC-4734-B7CE-5EFABBF1D9DB}" dt="2026-08-25T08:25:15.481" v="158" actId="255"/>
          <ac:spMkLst>
            <pc:docMk/>
            <pc:sldMk cId="3380673983" sldId="2147483190"/>
            <ac:spMk id="69" creationId="{3B948729-C049-C0CF-766C-3D3CDD1A0E6A}"/>
          </ac:spMkLst>
        </pc:spChg>
        <pc:spChg chg="mod">
          <ac:chgData name="Reuel Ngo" userId="630da983-9bc0-4db9-b496-b90fbcc97014" providerId="ADAL" clId="{01D15D8C-B4EC-4734-B7CE-5EFABBF1D9DB}" dt="2026-08-25T08:35:15.975" v="323" actId="14100"/>
          <ac:spMkLst>
            <pc:docMk/>
            <pc:sldMk cId="3380673983" sldId="2147483190"/>
            <ac:spMk id="71" creationId="{DEB4687D-67BC-AB7A-4022-AB9909C80807}"/>
          </ac:spMkLst>
        </pc:spChg>
        <pc:spChg chg="add mod">
          <ac:chgData name="Reuel Ngo" userId="630da983-9bc0-4db9-b496-b90fbcc97014" providerId="ADAL" clId="{01D15D8C-B4EC-4734-B7CE-5EFABBF1D9DB}" dt="2026-08-25T08:25:52.039" v="166" actId="1582"/>
          <ac:spMkLst>
            <pc:docMk/>
            <pc:sldMk cId="3380673983" sldId="2147483190"/>
            <ac:spMk id="73" creationId="{E31D9652-05E6-8AE6-530A-E19BAF692F25}"/>
          </ac:spMkLst>
        </pc:spChg>
        <pc:spChg chg="mod">
          <ac:chgData name="Reuel Ngo" userId="630da983-9bc0-4db9-b496-b90fbcc97014" providerId="ADAL" clId="{01D15D8C-B4EC-4734-B7CE-5EFABBF1D9DB}" dt="2026-08-25T08:28:11.280" v="284"/>
          <ac:spMkLst>
            <pc:docMk/>
            <pc:sldMk cId="3380673983" sldId="2147483190"/>
            <ac:spMk id="75" creationId="{F71BC64F-DBCD-A684-675B-AA3DE83F9FBF}"/>
          </ac:spMkLst>
        </pc:spChg>
        <pc:spChg chg="mod">
          <ac:chgData name="Reuel Ngo" userId="630da983-9bc0-4db9-b496-b90fbcc97014" providerId="ADAL" clId="{01D15D8C-B4EC-4734-B7CE-5EFABBF1D9DB}" dt="2026-08-25T08:40:25.764" v="442" actId="208"/>
          <ac:spMkLst>
            <pc:docMk/>
            <pc:sldMk cId="3380673983" sldId="2147483190"/>
            <ac:spMk id="77" creationId="{A46BA079-4CED-EBB1-AE08-7E367CEEAF9F}"/>
          </ac:spMkLst>
        </pc:spChg>
        <pc:spChg chg="mod">
          <ac:chgData name="Reuel Ngo" userId="630da983-9bc0-4db9-b496-b90fbcc97014" providerId="ADAL" clId="{01D15D8C-B4EC-4734-B7CE-5EFABBF1D9DB}" dt="2026-08-25T08:34:48.348" v="308"/>
          <ac:spMkLst>
            <pc:docMk/>
            <pc:sldMk cId="3380673983" sldId="2147483190"/>
            <ac:spMk id="79" creationId="{9CA3786E-77C7-4BEC-0847-A3E538D0DE29}"/>
          </ac:spMkLst>
        </pc:spChg>
        <pc:spChg chg="mod">
          <ac:chgData name="Reuel Ngo" userId="630da983-9bc0-4db9-b496-b90fbcc97014" providerId="ADAL" clId="{01D15D8C-B4EC-4734-B7CE-5EFABBF1D9DB}" dt="2026-08-25T08:40:25.764" v="442" actId="208"/>
          <ac:spMkLst>
            <pc:docMk/>
            <pc:sldMk cId="3380673983" sldId="2147483190"/>
            <ac:spMk id="81" creationId="{C253B519-B352-FD0B-76C2-45C7C5CB5641}"/>
          </ac:spMkLst>
        </pc:spChg>
        <pc:spChg chg="mod">
          <ac:chgData name="Reuel Ngo" userId="630da983-9bc0-4db9-b496-b90fbcc97014" providerId="ADAL" clId="{01D15D8C-B4EC-4734-B7CE-5EFABBF1D9DB}" dt="2026-08-25T08:36:08.184" v="411" actId="1036"/>
          <ac:spMkLst>
            <pc:docMk/>
            <pc:sldMk cId="3380673983" sldId="2147483190"/>
            <ac:spMk id="83" creationId="{D1521468-A40E-FEEF-CF3F-7FE831C6A21C}"/>
          </ac:spMkLst>
        </pc:spChg>
      </pc:sldChg>
      <pc:sldMasterChg chg="addSldLayout delSldLayout modSldLayout">
        <pc:chgData name="Reuel Ngo" userId="630da983-9bc0-4db9-b496-b90fbcc97014" providerId="ADAL" clId="{01D15D8C-B4EC-4734-B7CE-5EFABBF1D9DB}" dt="2026-08-25T08:11:03.766" v="108" actId="26606"/>
        <pc:sldMasterMkLst>
          <pc:docMk/>
          <pc:sldMasterMk cId="4207828971" sldId="2147483676"/>
        </pc:sldMasterMkLst>
      </pc:sldMasterChg>
    </pc:docChg>
  </pc:docChgLst>
  <pc:docChgLst>
    <pc:chgData name="Reuel Ngo" userId="630da983-9bc0-4db9-b496-b90fbcc97014" providerId="ADAL" clId="{09730227-1908-4EA8-BA8E-5A59BE832678}"/>
    <pc:docChg chg="undo custSel addSld delSld modSld sldOrd delMainMaster modMainMaster addSection modSection">
      <pc:chgData name="Reuel Ngo" userId="630da983-9bc0-4db9-b496-b90fbcc97014" providerId="ADAL" clId="{09730227-1908-4EA8-BA8E-5A59BE832678}" dt="2026-09-20T16:11:13.168" v="5983" actId="47"/>
      <pc:docMkLst>
        <pc:docMk/>
      </pc:docMkLst>
      <pc:sldChg chg="modSp mod modTransition">
        <pc:chgData name="Reuel Ngo" userId="630da983-9bc0-4db9-b496-b90fbcc97014" providerId="ADAL" clId="{09730227-1908-4EA8-BA8E-5A59BE832678}" dt="2026-09-20T09:38:33.905" v="3269" actId="26606"/>
        <pc:sldMkLst>
          <pc:docMk/>
          <pc:sldMk cId="2561546468" sldId="259"/>
        </pc:sldMkLst>
        <pc:spChg chg="mod">
          <ac:chgData name="Reuel Ngo" userId="630da983-9bc0-4db9-b496-b90fbcc97014" providerId="ADAL" clId="{09730227-1908-4EA8-BA8E-5A59BE832678}" dt="2026-09-20T07:32:06.367" v="2" actId="20577"/>
          <ac:spMkLst>
            <pc:docMk/>
            <pc:sldMk cId="2561546468" sldId="259"/>
            <ac:spMk id="2" creationId="{1884FF81-8D16-F06E-EB4B-3BD12C7066AF}"/>
          </ac:spMkLst>
        </pc:spChg>
      </pc:sldChg>
      <pc:sldChg chg="modSp mod">
        <pc:chgData name="Reuel Ngo" userId="630da983-9bc0-4db9-b496-b90fbcc97014" providerId="ADAL" clId="{09730227-1908-4EA8-BA8E-5A59BE832678}" dt="2026-09-20T10:58:09.765" v="5124" actId="20577"/>
        <pc:sldMkLst>
          <pc:docMk/>
          <pc:sldMk cId="3892602516" sldId="2147483184"/>
        </pc:sldMkLst>
        <pc:spChg chg="mod">
          <ac:chgData name="Reuel Ngo" userId="630da983-9bc0-4db9-b496-b90fbcc97014" providerId="ADAL" clId="{09730227-1908-4EA8-BA8E-5A59BE832678}" dt="2026-09-20T07:32:21.213" v="8" actId="20577"/>
          <ac:spMkLst>
            <pc:docMk/>
            <pc:sldMk cId="3892602516" sldId="2147483184"/>
            <ac:spMk id="15" creationId="{BAAE2A05-E2AC-2FE8-E84D-C236462ECFE8}"/>
          </ac:spMkLst>
        </pc:spChg>
        <pc:spChg chg="mod">
          <ac:chgData name="Reuel Ngo" userId="630da983-9bc0-4db9-b496-b90fbcc97014" providerId="ADAL" clId="{09730227-1908-4EA8-BA8E-5A59BE832678}" dt="2026-09-20T10:58:09.765" v="5124" actId="20577"/>
          <ac:spMkLst>
            <pc:docMk/>
            <pc:sldMk cId="3892602516" sldId="2147483184"/>
            <ac:spMk id="52" creationId="{D6BAAE47-DFCB-E619-1450-D8CF8496F7FB}"/>
          </ac:spMkLst>
        </pc:spChg>
        <pc:spChg chg="mod">
          <ac:chgData name="Reuel Ngo" userId="630da983-9bc0-4db9-b496-b90fbcc97014" providerId="ADAL" clId="{09730227-1908-4EA8-BA8E-5A59BE832678}" dt="2026-09-20T10:56:24.690" v="5040" actId="20577"/>
          <ac:spMkLst>
            <pc:docMk/>
            <pc:sldMk cId="3892602516" sldId="2147483184"/>
            <ac:spMk id="57" creationId="{6E0C548E-147B-CE4B-3F35-CBD6CC999AB9}"/>
          </ac:spMkLst>
        </pc:spChg>
        <pc:graphicFrameChg chg="mod modGraphic">
          <ac:chgData name="Reuel Ngo" userId="630da983-9bc0-4db9-b496-b90fbcc97014" providerId="ADAL" clId="{09730227-1908-4EA8-BA8E-5A59BE832678}" dt="2026-09-20T10:32:30.428" v="4808" actId="26606"/>
          <ac:graphicFrameMkLst>
            <pc:docMk/>
            <pc:sldMk cId="3892602516" sldId="2147483184"/>
            <ac:graphicFrameMk id="5" creationId="{348531E1-A4C3-E51A-89A9-527FB3741654}"/>
          </ac:graphicFrameMkLst>
        </pc:graphicFrameChg>
      </pc:sldChg>
      <pc:sldChg chg="addSp modSp mod ord">
        <pc:chgData name="Reuel Ngo" userId="630da983-9bc0-4db9-b496-b90fbcc97014" providerId="ADAL" clId="{09730227-1908-4EA8-BA8E-5A59BE832678}" dt="2026-09-20T13:41:01.390" v="5912"/>
        <pc:sldMkLst>
          <pc:docMk/>
          <pc:sldMk cId="3376623146" sldId="2147483186"/>
        </pc:sldMkLst>
        <pc:spChg chg="mod">
          <ac:chgData name="Reuel Ngo" userId="630da983-9bc0-4db9-b496-b90fbcc97014" providerId="ADAL" clId="{09730227-1908-4EA8-BA8E-5A59BE832678}" dt="2026-09-20T09:01:36.541" v="1873" actId="14100"/>
          <ac:spMkLst>
            <pc:docMk/>
            <pc:sldMk cId="3376623146" sldId="2147483186"/>
            <ac:spMk id="2" creationId="{D6B4E39A-320B-8E76-4428-0A4CA497A654}"/>
          </ac:spMkLst>
        </pc:spChg>
        <pc:spChg chg="mod">
          <ac:chgData name="Reuel Ngo" userId="630da983-9bc0-4db9-b496-b90fbcc97014" providerId="ADAL" clId="{09730227-1908-4EA8-BA8E-5A59BE832678}" dt="2026-09-20T09:38:33.905" v="3269" actId="26606"/>
          <ac:spMkLst>
            <pc:docMk/>
            <pc:sldMk cId="3376623146" sldId="2147483186"/>
            <ac:spMk id="3" creationId="{36602693-0016-829C-C6D4-FCFCCECA9862}"/>
          </ac:spMkLst>
        </pc:spChg>
        <pc:spChg chg="mod">
          <ac:chgData name="Reuel Ngo" userId="630da983-9bc0-4db9-b496-b90fbcc97014" providerId="ADAL" clId="{09730227-1908-4EA8-BA8E-5A59BE832678}" dt="2026-09-20T09:36:04.326" v="3264" actId="20577"/>
          <ac:spMkLst>
            <pc:docMk/>
            <pc:sldMk cId="3376623146" sldId="2147483186"/>
            <ac:spMk id="4" creationId="{80027864-93A4-87A6-4FCA-482C63A8DE6B}"/>
          </ac:spMkLst>
        </pc:spChg>
        <pc:spChg chg="mod">
          <ac:chgData name="Reuel Ngo" userId="630da983-9bc0-4db9-b496-b90fbcc97014" providerId="ADAL" clId="{09730227-1908-4EA8-BA8E-5A59BE832678}" dt="2026-09-20T09:31:21.317" v="2939" actId="20577"/>
          <ac:spMkLst>
            <pc:docMk/>
            <pc:sldMk cId="3376623146" sldId="2147483186"/>
            <ac:spMk id="6" creationId="{D468F13F-AB41-E045-6818-E4592426CEB7}"/>
          </ac:spMkLst>
        </pc:spChg>
        <pc:spChg chg="mod">
          <ac:chgData name="Reuel Ngo" userId="630da983-9bc0-4db9-b496-b90fbcc97014" providerId="ADAL" clId="{09730227-1908-4EA8-BA8E-5A59BE832678}" dt="2026-09-20T09:38:33.905" v="3269" actId="26606"/>
          <ac:spMkLst>
            <pc:docMk/>
            <pc:sldMk cId="3376623146" sldId="2147483186"/>
            <ac:spMk id="10" creationId="{38C2961F-5610-2A3E-A196-740DFA616316}"/>
          </ac:spMkLst>
        </pc:spChg>
        <pc:spChg chg="mod">
          <ac:chgData name="Reuel Ngo" userId="630da983-9bc0-4db9-b496-b90fbcc97014" providerId="ADAL" clId="{09730227-1908-4EA8-BA8E-5A59BE832678}" dt="2026-09-20T09:38:33.905" v="3269" actId="26606"/>
          <ac:spMkLst>
            <pc:docMk/>
            <pc:sldMk cId="3376623146" sldId="2147483186"/>
            <ac:spMk id="11" creationId="{9A339A2F-74C9-ABDD-8614-4F24EA868DA8}"/>
          </ac:spMkLst>
        </pc:spChg>
        <pc:spChg chg="mod">
          <ac:chgData name="Reuel Ngo" userId="630da983-9bc0-4db9-b496-b90fbcc97014" providerId="ADAL" clId="{09730227-1908-4EA8-BA8E-5A59BE832678}" dt="2026-09-20T09:56:15.646" v="3451" actId="20577"/>
          <ac:spMkLst>
            <pc:docMk/>
            <pc:sldMk cId="3376623146" sldId="2147483186"/>
            <ac:spMk id="15" creationId="{BAAE2A05-E2AC-2FE8-E84D-C236462ECFE8}"/>
          </ac:spMkLst>
        </pc:spChg>
        <pc:spChg chg="mod">
          <ac:chgData name="Reuel Ngo" userId="630da983-9bc0-4db9-b496-b90fbcc97014" providerId="ADAL" clId="{09730227-1908-4EA8-BA8E-5A59BE832678}" dt="2026-09-20T09:38:33.905" v="3269" actId="26606"/>
          <ac:spMkLst>
            <pc:docMk/>
            <pc:sldMk cId="3376623146" sldId="2147483186"/>
            <ac:spMk id="22" creationId="{C886BC01-C1AC-1573-F585-42F60DFFAFD7}"/>
          </ac:spMkLst>
        </pc:spChg>
        <pc:spChg chg="add">
          <ac:chgData name="Reuel Ngo" userId="630da983-9bc0-4db9-b496-b90fbcc97014" providerId="ADAL" clId="{09730227-1908-4EA8-BA8E-5A59BE832678}" dt="2026-09-20T09:37:58.459" v="3268" actId="22"/>
          <ac:spMkLst>
            <pc:docMk/>
            <pc:sldMk cId="3376623146" sldId="2147483186"/>
            <ac:spMk id="29" creationId="{F2D2FE8C-82B7-F936-8354-71D8B680AB0C}"/>
          </ac:spMkLst>
        </pc:spChg>
        <pc:spChg chg="mod">
          <ac:chgData name="Reuel Ngo" userId="630da983-9bc0-4db9-b496-b90fbcc97014" providerId="ADAL" clId="{09730227-1908-4EA8-BA8E-5A59BE832678}" dt="2026-09-20T09:38:33.905" v="3269" actId="26606"/>
          <ac:spMkLst>
            <pc:docMk/>
            <pc:sldMk cId="3376623146" sldId="2147483186"/>
            <ac:spMk id="32" creationId="{541A742E-7608-4CFB-E568-21FEFB14F80D}"/>
          </ac:spMkLst>
        </pc:spChg>
        <pc:spChg chg="mod">
          <ac:chgData name="Reuel Ngo" userId="630da983-9bc0-4db9-b496-b90fbcc97014" providerId="ADAL" clId="{09730227-1908-4EA8-BA8E-5A59BE832678}" dt="2026-09-20T09:38:33.905" v="3269" actId="26606"/>
          <ac:spMkLst>
            <pc:docMk/>
            <pc:sldMk cId="3376623146" sldId="2147483186"/>
            <ac:spMk id="34" creationId="{4F2F0205-EBF9-C0F3-4372-92CCD6327504}"/>
          </ac:spMkLst>
        </pc:spChg>
        <pc:spChg chg="mod">
          <ac:chgData name="Reuel Ngo" userId="630da983-9bc0-4db9-b496-b90fbcc97014" providerId="ADAL" clId="{09730227-1908-4EA8-BA8E-5A59BE832678}" dt="2026-09-20T09:38:33.905" v="3269" actId="26606"/>
          <ac:spMkLst>
            <pc:docMk/>
            <pc:sldMk cId="3376623146" sldId="2147483186"/>
            <ac:spMk id="35" creationId="{1C98A038-226F-46E6-90E0-DDF8C4A50562}"/>
          </ac:spMkLst>
        </pc:spChg>
        <pc:spChg chg="mod">
          <ac:chgData name="Reuel Ngo" userId="630da983-9bc0-4db9-b496-b90fbcc97014" providerId="ADAL" clId="{09730227-1908-4EA8-BA8E-5A59BE832678}" dt="2026-09-20T09:38:33.905" v="3269" actId="26606"/>
          <ac:spMkLst>
            <pc:docMk/>
            <pc:sldMk cId="3376623146" sldId="2147483186"/>
            <ac:spMk id="36" creationId="{E51C13A8-D933-C8A3-148F-AB95742DDC83}"/>
          </ac:spMkLst>
        </pc:spChg>
        <pc:spChg chg="mod">
          <ac:chgData name="Reuel Ngo" userId="630da983-9bc0-4db9-b496-b90fbcc97014" providerId="ADAL" clId="{09730227-1908-4EA8-BA8E-5A59BE832678}" dt="2026-09-20T09:39:38.363" v="3274" actId="14100"/>
          <ac:spMkLst>
            <pc:docMk/>
            <pc:sldMk cId="3376623146" sldId="2147483186"/>
            <ac:spMk id="37" creationId="{0EE967ED-3308-9B7F-4077-81C74C0EA63C}"/>
          </ac:spMkLst>
        </pc:spChg>
        <pc:spChg chg="mod">
          <ac:chgData name="Reuel Ngo" userId="630da983-9bc0-4db9-b496-b90fbcc97014" providerId="ADAL" clId="{09730227-1908-4EA8-BA8E-5A59BE832678}" dt="2026-09-20T09:38:33.905" v="3269" actId="26606"/>
          <ac:spMkLst>
            <pc:docMk/>
            <pc:sldMk cId="3376623146" sldId="2147483186"/>
            <ac:spMk id="38" creationId="{650BE89E-12DF-8194-02E7-8B9FE757B3F0}"/>
          </ac:spMkLst>
        </pc:spChg>
        <pc:spChg chg="mod">
          <ac:chgData name="Reuel Ngo" userId="630da983-9bc0-4db9-b496-b90fbcc97014" providerId="ADAL" clId="{09730227-1908-4EA8-BA8E-5A59BE832678}" dt="2026-09-20T09:31:25.906" v="2947" actId="20577"/>
          <ac:spMkLst>
            <pc:docMk/>
            <pc:sldMk cId="3376623146" sldId="2147483186"/>
            <ac:spMk id="40" creationId="{7BD639EA-07A0-010F-D6EE-79A7DB83AFFC}"/>
          </ac:spMkLst>
        </pc:spChg>
        <pc:spChg chg="mod">
          <ac:chgData name="Reuel Ngo" userId="630da983-9bc0-4db9-b496-b90fbcc97014" providerId="ADAL" clId="{09730227-1908-4EA8-BA8E-5A59BE832678}" dt="2026-09-20T09:32:19.304" v="3033" actId="20577"/>
          <ac:spMkLst>
            <pc:docMk/>
            <pc:sldMk cId="3376623146" sldId="2147483186"/>
            <ac:spMk id="45" creationId="{60F2A087-F5EA-1EF0-0AD6-502A6A6C823B}"/>
          </ac:spMkLst>
        </pc:spChg>
        <pc:spChg chg="mod">
          <ac:chgData name="Reuel Ngo" userId="630da983-9bc0-4db9-b496-b90fbcc97014" providerId="ADAL" clId="{09730227-1908-4EA8-BA8E-5A59BE832678}" dt="2026-09-20T09:31:28.156" v="2948" actId="20577"/>
          <ac:spMkLst>
            <pc:docMk/>
            <pc:sldMk cId="3376623146" sldId="2147483186"/>
            <ac:spMk id="51" creationId="{221D699E-698E-EE97-C575-5F17497638EA}"/>
          </ac:spMkLst>
        </pc:spChg>
        <pc:spChg chg="mod">
          <ac:chgData name="Reuel Ngo" userId="630da983-9bc0-4db9-b496-b90fbcc97014" providerId="ADAL" clId="{09730227-1908-4EA8-BA8E-5A59BE832678}" dt="2026-09-20T09:31:39.902" v="2951" actId="20577"/>
          <ac:spMkLst>
            <pc:docMk/>
            <pc:sldMk cId="3376623146" sldId="2147483186"/>
            <ac:spMk id="59" creationId="{A7016523-2C2A-86C1-2877-1E852355B9DE}"/>
          </ac:spMkLst>
        </pc:spChg>
      </pc:sldChg>
      <pc:sldChg chg="del ord">
        <pc:chgData name="Reuel Ngo" userId="630da983-9bc0-4db9-b496-b90fbcc97014" providerId="ADAL" clId="{09730227-1908-4EA8-BA8E-5A59BE832678}" dt="2026-09-20T10:58:58.659" v="5126" actId="47"/>
        <pc:sldMkLst>
          <pc:docMk/>
          <pc:sldMk cId="753791196" sldId="2147483187"/>
        </pc:sldMkLst>
      </pc:sldChg>
      <pc:sldChg chg="modSp mod">
        <pc:chgData name="Reuel Ngo" userId="630da983-9bc0-4db9-b496-b90fbcc97014" providerId="ADAL" clId="{09730227-1908-4EA8-BA8E-5A59BE832678}" dt="2026-09-20T09:59:12.370" v="3543"/>
        <pc:sldMkLst>
          <pc:docMk/>
          <pc:sldMk cId="3380673983" sldId="2147483190"/>
        </pc:sldMkLst>
        <pc:spChg chg="mod">
          <ac:chgData name="Reuel Ngo" userId="630da983-9bc0-4db9-b496-b90fbcc97014" providerId="ADAL" clId="{09730227-1908-4EA8-BA8E-5A59BE832678}" dt="2026-09-20T09:57:07.805" v="3476" actId="20577"/>
          <ac:spMkLst>
            <pc:docMk/>
            <pc:sldMk cId="3380673983" sldId="2147483190"/>
            <ac:spMk id="2" creationId="{91C68903-7EB3-E359-D4D4-E44B8BA6109F}"/>
          </ac:spMkLst>
        </pc:spChg>
        <pc:spChg chg="mod">
          <ac:chgData name="Reuel Ngo" userId="630da983-9bc0-4db9-b496-b90fbcc97014" providerId="ADAL" clId="{09730227-1908-4EA8-BA8E-5A59BE832678}" dt="2026-09-20T08:21:33.093" v="437" actId="20577"/>
          <ac:spMkLst>
            <pc:docMk/>
            <pc:sldMk cId="3380673983" sldId="2147483190"/>
            <ac:spMk id="9" creationId="{7027A59A-9F43-64BF-E071-2E83B3E55469}"/>
          </ac:spMkLst>
        </pc:spChg>
        <pc:spChg chg="mod">
          <ac:chgData name="Reuel Ngo" userId="630da983-9bc0-4db9-b496-b90fbcc97014" providerId="ADAL" clId="{09730227-1908-4EA8-BA8E-5A59BE832678}" dt="2026-09-20T08:22:16.019" v="545" actId="20577"/>
          <ac:spMkLst>
            <pc:docMk/>
            <pc:sldMk cId="3380673983" sldId="2147483190"/>
            <ac:spMk id="12" creationId="{3AB38EA1-D74A-6DCF-B6E7-6F3F2B54BDCC}"/>
          </ac:spMkLst>
        </pc:spChg>
        <pc:spChg chg="mod">
          <ac:chgData name="Reuel Ngo" userId="630da983-9bc0-4db9-b496-b90fbcc97014" providerId="ADAL" clId="{09730227-1908-4EA8-BA8E-5A59BE832678}" dt="2026-09-20T09:58:48.633" v="3504"/>
          <ac:spMkLst>
            <pc:docMk/>
            <pc:sldMk cId="3380673983" sldId="2147483190"/>
            <ac:spMk id="15" creationId="{9E767792-596B-50AE-B29D-5C9F542014DD}"/>
          </ac:spMkLst>
        </pc:spChg>
        <pc:spChg chg="mod">
          <ac:chgData name="Reuel Ngo" userId="630da983-9bc0-4db9-b496-b90fbcc97014" providerId="ADAL" clId="{09730227-1908-4EA8-BA8E-5A59BE832678}" dt="2026-09-20T09:58:56.025" v="3535" actId="20577"/>
          <ac:spMkLst>
            <pc:docMk/>
            <pc:sldMk cId="3380673983" sldId="2147483190"/>
            <ac:spMk id="19" creationId="{50FF861E-ACB9-4461-A708-E3D1FAF9F567}"/>
          </ac:spMkLst>
        </pc:spChg>
        <pc:spChg chg="mod">
          <ac:chgData name="Reuel Ngo" userId="630da983-9bc0-4db9-b496-b90fbcc97014" providerId="ADAL" clId="{09730227-1908-4EA8-BA8E-5A59BE832678}" dt="2026-09-20T09:58:59.508" v="3536"/>
          <ac:spMkLst>
            <pc:docMk/>
            <pc:sldMk cId="3380673983" sldId="2147483190"/>
            <ac:spMk id="31" creationId="{0049697D-E57F-DBD3-7492-5A0E09DDEC75}"/>
          </ac:spMkLst>
        </pc:spChg>
        <pc:spChg chg="mod">
          <ac:chgData name="Reuel Ngo" userId="630da983-9bc0-4db9-b496-b90fbcc97014" providerId="ADAL" clId="{09730227-1908-4EA8-BA8E-5A59BE832678}" dt="2026-09-20T09:59:01.865" v="3537"/>
          <ac:spMkLst>
            <pc:docMk/>
            <pc:sldMk cId="3380673983" sldId="2147483190"/>
            <ac:spMk id="35" creationId="{D159398E-FA28-4953-FB25-4AF532AF3583}"/>
          </ac:spMkLst>
        </pc:spChg>
        <pc:spChg chg="mod">
          <ac:chgData name="Reuel Ngo" userId="630da983-9bc0-4db9-b496-b90fbcc97014" providerId="ADAL" clId="{09730227-1908-4EA8-BA8E-5A59BE832678}" dt="2026-09-20T09:59:09.835" v="3541"/>
          <ac:spMkLst>
            <pc:docMk/>
            <pc:sldMk cId="3380673983" sldId="2147483190"/>
            <ac:spMk id="47" creationId="{13392D91-691C-F073-0AF2-0F413B0A4F24}"/>
          </ac:spMkLst>
        </pc:spChg>
        <pc:spChg chg="mod">
          <ac:chgData name="Reuel Ngo" userId="630da983-9bc0-4db9-b496-b90fbcc97014" providerId="ADAL" clId="{09730227-1908-4EA8-BA8E-5A59BE832678}" dt="2026-09-20T09:59:03.621" v="3538"/>
          <ac:spMkLst>
            <pc:docMk/>
            <pc:sldMk cId="3380673983" sldId="2147483190"/>
            <ac:spMk id="51" creationId="{E808A4DF-BB71-CDC1-E767-EE7C27E080EA}"/>
          </ac:spMkLst>
        </pc:spChg>
        <pc:spChg chg="mod">
          <ac:chgData name="Reuel Ngo" userId="630da983-9bc0-4db9-b496-b90fbcc97014" providerId="ADAL" clId="{09730227-1908-4EA8-BA8E-5A59BE832678}" dt="2026-09-20T09:59:11.648" v="3542"/>
          <ac:spMkLst>
            <pc:docMk/>
            <pc:sldMk cId="3380673983" sldId="2147483190"/>
            <ac:spMk id="63" creationId="{09CE4DAC-F041-BFDA-38F4-4B5F7188096F}"/>
          </ac:spMkLst>
        </pc:spChg>
        <pc:spChg chg="mod">
          <ac:chgData name="Reuel Ngo" userId="630da983-9bc0-4db9-b496-b90fbcc97014" providerId="ADAL" clId="{09730227-1908-4EA8-BA8E-5A59BE832678}" dt="2026-09-20T09:59:04.350" v="3539"/>
          <ac:spMkLst>
            <pc:docMk/>
            <pc:sldMk cId="3380673983" sldId="2147483190"/>
            <ac:spMk id="67" creationId="{91EAB46F-AFA6-EA17-51A0-E1FA4F8030B3}"/>
          </ac:spMkLst>
        </pc:spChg>
        <pc:spChg chg="mod">
          <ac:chgData name="Reuel Ngo" userId="630da983-9bc0-4db9-b496-b90fbcc97014" providerId="ADAL" clId="{09730227-1908-4EA8-BA8E-5A59BE832678}" dt="2026-09-20T09:59:12.370" v="3543"/>
          <ac:spMkLst>
            <pc:docMk/>
            <pc:sldMk cId="3380673983" sldId="2147483190"/>
            <ac:spMk id="79" creationId="{9CA3786E-77C7-4BEC-0847-A3E538D0DE29}"/>
          </ac:spMkLst>
        </pc:spChg>
        <pc:spChg chg="mod">
          <ac:chgData name="Reuel Ngo" userId="630da983-9bc0-4db9-b496-b90fbcc97014" providerId="ADAL" clId="{09730227-1908-4EA8-BA8E-5A59BE832678}" dt="2026-09-20T09:59:06.093" v="3540"/>
          <ac:spMkLst>
            <pc:docMk/>
            <pc:sldMk cId="3380673983" sldId="2147483190"/>
            <ac:spMk id="83" creationId="{D1521468-A40E-FEEF-CF3F-7FE831C6A21C}"/>
          </ac:spMkLst>
        </pc:spChg>
      </pc:sldChg>
      <pc:sldChg chg="addSp modSp add del mod ord">
        <pc:chgData name="Reuel Ngo" userId="630da983-9bc0-4db9-b496-b90fbcc97014" providerId="ADAL" clId="{09730227-1908-4EA8-BA8E-5A59BE832678}" dt="2026-09-20T08:26:23.785" v="806" actId="47"/>
        <pc:sldMkLst>
          <pc:docMk/>
          <pc:sldMk cId="25741038" sldId="2147483191"/>
        </pc:sldMkLst>
        <pc:spChg chg="add mod">
          <ac:chgData name="Reuel Ngo" userId="630da983-9bc0-4db9-b496-b90fbcc97014" providerId="ADAL" clId="{09730227-1908-4EA8-BA8E-5A59BE832678}" dt="2026-09-20T07:47:59.702" v="143" actId="1076"/>
          <ac:spMkLst>
            <pc:docMk/>
            <pc:sldMk cId="25741038" sldId="2147483191"/>
            <ac:spMk id="8" creationId="{E97D6640-69A0-934B-6E58-7FB06BBA8630}"/>
          </ac:spMkLst>
        </pc:spChg>
      </pc:sldChg>
      <pc:sldChg chg="add del">
        <pc:chgData name="Reuel Ngo" userId="630da983-9bc0-4db9-b496-b90fbcc97014" providerId="ADAL" clId="{09730227-1908-4EA8-BA8E-5A59BE832678}" dt="2026-09-20T07:47:27.202" v="129"/>
        <pc:sldMkLst>
          <pc:docMk/>
          <pc:sldMk cId="409514326" sldId="2147483192"/>
        </pc:sldMkLst>
      </pc:sldChg>
      <pc:sldChg chg="addSp delSp modSp new del mod ord">
        <pc:chgData name="Reuel Ngo" userId="630da983-9bc0-4db9-b496-b90fbcc97014" providerId="ADAL" clId="{09730227-1908-4EA8-BA8E-5A59BE832678}" dt="2026-09-20T13:18:21.743" v="5367" actId="2696"/>
        <pc:sldMkLst>
          <pc:docMk/>
          <pc:sldMk cId="4222775240" sldId="2147483192"/>
        </pc:sldMkLst>
        <pc:spChg chg="mod">
          <ac:chgData name="Reuel Ngo" userId="630da983-9bc0-4db9-b496-b90fbcc97014" providerId="ADAL" clId="{09730227-1908-4EA8-BA8E-5A59BE832678}" dt="2026-09-20T11:21:26.063" v="5156" actId="20577"/>
          <ac:spMkLst>
            <pc:docMk/>
            <pc:sldMk cId="4222775240" sldId="2147483192"/>
            <ac:spMk id="2" creationId="{C0918D34-4A5F-3680-CB84-FAC938E4E59F}"/>
          </ac:spMkLst>
        </pc:spChg>
        <pc:spChg chg="del">
          <ac:chgData name="Reuel Ngo" userId="630da983-9bc0-4db9-b496-b90fbcc97014" providerId="ADAL" clId="{09730227-1908-4EA8-BA8E-5A59BE832678}" dt="2026-09-20T11:01:17.263" v="5131" actId="478"/>
          <ac:spMkLst>
            <pc:docMk/>
            <pc:sldMk cId="4222775240" sldId="2147483192"/>
            <ac:spMk id="3" creationId="{46B5495B-8736-8DFE-EC99-26EB87852AB2}"/>
          </ac:spMkLst>
        </pc:spChg>
        <pc:spChg chg="del">
          <ac:chgData name="Reuel Ngo" userId="630da983-9bc0-4db9-b496-b90fbcc97014" providerId="ADAL" clId="{09730227-1908-4EA8-BA8E-5A59BE832678}" dt="2026-09-20T11:25:20.833" v="5179" actId="478"/>
          <ac:spMkLst>
            <pc:docMk/>
            <pc:sldMk cId="4222775240" sldId="2147483192"/>
            <ac:spMk id="4" creationId="{00000000-0000-0000-0000-000000000000}"/>
          </ac:spMkLst>
        </pc:spChg>
        <pc:spChg chg="del">
          <ac:chgData name="Reuel Ngo" userId="630da983-9bc0-4db9-b496-b90fbcc97014" providerId="ADAL" clId="{09730227-1908-4EA8-BA8E-5A59BE832678}" dt="2026-09-20T10:59:40.107" v="5127" actId="478"/>
          <ac:spMkLst>
            <pc:docMk/>
            <pc:sldMk cId="4222775240" sldId="2147483192"/>
            <ac:spMk id="4" creationId="{DDB1F6D9-6220-1BF1-D97A-1502899EE83C}"/>
          </ac:spMkLst>
        </pc:spChg>
        <pc:spChg chg="del">
          <ac:chgData name="Reuel Ngo" userId="630da983-9bc0-4db9-b496-b90fbcc97014" providerId="ADAL" clId="{09730227-1908-4EA8-BA8E-5A59BE832678}" dt="2026-09-20T11:25:22.362" v="5180" actId="478"/>
          <ac:spMkLst>
            <pc:docMk/>
            <pc:sldMk cId="4222775240" sldId="2147483192"/>
            <ac:spMk id="5" creationId="{00000000-0000-0000-0000-000000000000}"/>
          </ac:spMkLst>
        </pc:spChg>
        <pc:spChg chg="del">
          <ac:chgData name="Reuel Ngo" userId="630da983-9bc0-4db9-b496-b90fbcc97014" providerId="ADAL" clId="{09730227-1908-4EA8-BA8E-5A59BE832678}" dt="2026-09-20T11:25:24.732" v="5181" actId="478"/>
          <ac:spMkLst>
            <pc:docMk/>
            <pc:sldMk cId="4222775240" sldId="2147483192"/>
            <ac:spMk id="6" creationId="{00000000-0000-0000-0000-000000000000}"/>
          </ac:spMkLst>
        </pc:spChg>
        <pc:spChg chg="del">
          <ac:chgData name="Reuel Ngo" userId="630da983-9bc0-4db9-b496-b90fbcc97014" providerId="ADAL" clId="{09730227-1908-4EA8-BA8E-5A59BE832678}" dt="2026-09-20T11:25:25.633" v="5182" actId="478"/>
          <ac:spMkLst>
            <pc:docMk/>
            <pc:sldMk cId="4222775240" sldId="2147483192"/>
            <ac:spMk id="7" creationId="{00000000-0000-0000-0000-000000000000}"/>
          </ac:spMkLst>
        </pc:spChg>
        <pc:spChg chg="add del">
          <ac:chgData name="Reuel Ngo" userId="630da983-9bc0-4db9-b496-b90fbcc97014" providerId="ADAL" clId="{09730227-1908-4EA8-BA8E-5A59BE832678}" dt="2026-09-20T11:21:31.151" v="5159" actId="22"/>
          <ac:spMkLst>
            <pc:docMk/>
            <pc:sldMk cId="4222775240" sldId="2147483192"/>
            <ac:spMk id="7" creationId="{AD355FA8-4806-2BD3-01CB-E4E0ABA6D495}"/>
          </ac:spMkLst>
        </pc:spChg>
        <pc:spChg chg="mod">
          <ac:chgData name="Reuel Ngo" userId="630da983-9bc0-4db9-b496-b90fbcc97014" providerId="ADAL" clId="{09730227-1908-4EA8-BA8E-5A59BE832678}" dt="2026-09-20T13:14:23.901" v="5344" actId="26606"/>
          <ac:spMkLst>
            <pc:docMk/>
            <pc:sldMk cId="4222775240" sldId="2147483192"/>
            <ac:spMk id="8" creationId="{00000000-0000-0000-0000-000000000000}"/>
          </ac:spMkLst>
        </pc:spChg>
        <pc:spChg chg="mod">
          <ac:chgData name="Reuel Ngo" userId="630da983-9bc0-4db9-b496-b90fbcc97014" providerId="ADAL" clId="{09730227-1908-4EA8-BA8E-5A59BE832678}" dt="2026-09-20T13:14:23.901" v="5344" actId="26606"/>
          <ac:spMkLst>
            <pc:docMk/>
            <pc:sldMk cId="4222775240" sldId="2147483192"/>
            <ac:spMk id="9" creationId="{00000000-0000-0000-0000-000000000000}"/>
          </ac:spMkLst>
        </pc:spChg>
        <pc:spChg chg="mod">
          <ac:chgData name="Reuel Ngo" userId="630da983-9bc0-4db9-b496-b90fbcc97014" providerId="ADAL" clId="{09730227-1908-4EA8-BA8E-5A59BE832678}" dt="2026-09-20T13:14:40.142" v="5346" actId="14100"/>
          <ac:spMkLst>
            <pc:docMk/>
            <pc:sldMk cId="4222775240" sldId="2147483192"/>
            <ac:spMk id="11" creationId="{00000000-0000-0000-0000-000000000000}"/>
          </ac:spMkLst>
        </pc:spChg>
        <pc:spChg chg="mod">
          <ac:chgData name="Reuel Ngo" userId="630da983-9bc0-4db9-b496-b90fbcc97014" providerId="ADAL" clId="{09730227-1908-4EA8-BA8E-5A59BE832678}" dt="2026-09-20T13:14:23.901" v="5344" actId="26606"/>
          <ac:spMkLst>
            <pc:docMk/>
            <pc:sldMk cId="4222775240" sldId="2147483192"/>
            <ac:spMk id="12" creationId="{00000000-0000-0000-0000-000000000000}"/>
          </ac:spMkLst>
        </pc:spChg>
        <pc:spChg chg="add mod">
          <ac:chgData name="Reuel Ngo" userId="630da983-9bc0-4db9-b496-b90fbcc97014" providerId="ADAL" clId="{09730227-1908-4EA8-BA8E-5A59BE832678}" dt="2026-09-20T13:14:23.901" v="5344" actId="26606"/>
          <ac:spMkLst>
            <pc:docMk/>
            <pc:sldMk cId="4222775240" sldId="2147483192"/>
            <ac:spMk id="13" creationId="{00000000-0000-0000-0000-000000000000}"/>
          </ac:spMkLst>
        </pc:spChg>
        <pc:spChg chg="mod">
          <ac:chgData name="Reuel Ngo" userId="630da983-9bc0-4db9-b496-b90fbcc97014" providerId="ADAL" clId="{09730227-1908-4EA8-BA8E-5A59BE832678}" dt="2026-09-20T13:14:53.837" v="5350" actId="14100"/>
          <ac:spMkLst>
            <pc:docMk/>
            <pc:sldMk cId="4222775240" sldId="2147483192"/>
            <ac:spMk id="14" creationId="{00000000-0000-0000-0000-000000000000}"/>
          </ac:spMkLst>
        </pc:spChg>
        <pc:spChg chg="mod">
          <ac:chgData name="Reuel Ngo" userId="630da983-9bc0-4db9-b496-b90fbcc97014" providerId="ADAL" clId="{09730227-1908-4EA8-BA8E-5A59BE832678}" dt="2026-09-20T13:06:33.464" v="5301" actId="26606"/>
          <ac:spMkLst>
            <pc:docMk/>
            <pc:sldMk cId="4222775240" sldId="2147483192"/>
            <ac:spMk id="15" creationId="{00000000-0000-0000-0000-000000000000}"/>
          </ac:spMkLst>
        </pc:spChg>
        <pc:spChg chg="mod">
          <ac:chgData name="Reuel Ngo" userId="630da983-9bc0-4db9-b496-b90fbcc97014" providerId="ADAL" clId="{09730227-1908-4EA8-BA8E-5A59BE832678}" dt="2026-09-20T11:29:49.739" v="5190" actId="26606"/>
          <ac:spMkLst>
            <pc:docMk/>
            <pc:sldMk cId="4222775240" sldId="2147483192"/>
            <ac:spMk id="18"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20" creationId="{00000000-0000-0000-0000-000000000000}"/>
          </ac:spMkLst>
        </pc:spChg>
        <pc:spChg chg="add">
          <ac:chgData name="Reuel Ngo" userId="630da983-9bc0-4db9-b496-b90fbcc97014" providerId="ADAL" clId="{09730227-1908-4EA8-BA8E-5A59BE832678}" dt="2026-09-20T11:25:04.945" v="5178" actId="26606"/>
          <ac:spMkLst>
            <pc:docMk/>
            <pc:sldMk cId="4222775240" sldId="2147483192"/>
            <ac:spMk id="21" creationId="{00000000-0000-0000-0000-000000000000}"/>
          </ac:spMkLst>
        </pc:spChg>
        <pc:spChg chg="mod">
          <ac:chgData name="Reuel Ngo" userId="630da983-9bc0-4db9-b496-b90fbcc97014" providerId="ADAL" clId="{09730227-1908-4EA8-BA8E-5A59BE832678}" dt="2026-09-20T12:52:05.564" v="5191" actId="26606"/>
          <ac:spMkLst>
            <pc:docMk/>
            <pc:sldMk cId="4222775240" sldId="2147483192"/>
            <ac:spMk id="22" creationId="{00000000-0000-0000-0000-000000000000}"/>
          </ac:spMkLst>
        </pc:spChg>
        <pc:spChg chg="add mod">
          <ac:chgData name="Reuel Ngo" userId="630da983-9bc0-4db9-b496-b90fbcc97014" providerId="ADAL" clId="{09730227-1908-4EA8-BA8E-5A59BE832678}" dt="2026-09-20T12:52:05.564" v="5191" actId="26606"/>
          <ac:spMkLst>
            <pc:docMk/>
            <pc:sldMk cId="4222775240" sldId="2147483192"/>
            <ac:spMk id="23" creationId="{00000000-0000-0000-0000-000000000000}"/>
          </ac:spMkLst>
        </pc:spChg>
        <pc:spChg chg="add">
          <ac:chgData name="Reuel Ngo" userId="630da983-9bc0-4db9-b496-b90fbcc97014" providerId="ADAL" clId="{09730227-1908-4EA8-BA8E-5A59BE832678}" dt="2026-09-20T11:25:04.945" v="5178" actId="26606"/>
          <ac:spMkLst>
            <pc:docMk/>
            <pc:sldMk cId="4222775240" sldId="2147483192"/>
            <ac:spMk id="25" creationId="{00000000-0000-0000-0000-000000000000}"/>
          </ac:spMkLst>
        </pc:spChg>
        <pc:spChg chg="mod">
          <ac:chgData name="Reuel Ngo" userId="630da983-9bc0-4db9-b496-b90fbcc97014" providerId="ADAL" clId="{09730227-1908-4EA8-BA8E-5A59BE832678}" dt="2026-09-20T12:58:57.670" v="5242" actId="1076"/>
          <ac:spMkLst>
            <pc:docMk/>
            <pc:sldMk cId="4222775240" sldId="2147483192"/>
            <ac:spMk id="26" creationId="{00000000-0000-0000-0000-000000000000}"/>
          </ac:spMkLst>
        </pc:spChg>
        <pc:spChg chg="mod">
          <ac:chgData name="Reuel Ngo" userId="630da983-9bc0-4db9-b496-b90fbcc97014" providerId="ADAL" clId="{09730227-1908-4EA8-BA8E-5A59BE832678}" dt="2026-09-20T12:56:38.474" v="5228"/>
          <ac:spMkLst>
            <pc:docMk/>
            <pc:sldMk cId="4222775240" sldId="2147483192"/>
            <ac:spMk id="29" creationId="{00000000-0000-0000-0000-000000000000}"/>
          </ac:spMkLst>
        </pc:spChg>
        <pc:spChg chg="mod">
          <ac:chgData name="Reuel Ngo" userId="630da983-9bc0-4db9-b496-b90fbcc97014" providerId="ADAL" clId="{09730227-1908-4EA8-BA8E-5A59BE832678}" dt="2026-09-20T12:52:05.564" v="5191" actId="26606"/>
          <ac:spMkLst>
            <pc:docMk/>
            <pc:sldMk cId="4222775240" sldId="2147483192"/>
            <ac:spMk id="32" creationId="{00000000-0000-0000-0000-000000000000}"/>
          </ac:spMkLst>
        </pc:spChg>
        <pc:spChg chg="add mod">
          <ac:chgData name="Reuel Ngo" userId="630da983-9bc0-4db9-b496-b90fbcc97014" providerId="ADAL" clId="{09730227-1908-4EA8-BA8E-5A59BE832678}" dt="2026-09-20T11:29:49.739" v="5190" actId="26606"/>
          <ac:spMkLst>
            <pc:docMk/>
            <pc:sldMk cId="4222775240" sldId="2147483192"/>
            <ac:spMk id="33" creationId="{00000000-0000-0000-0000-000000000000}"/>
          </ac:spMkLst>
        </pc:spChg>
        <pc:spChg chg="mod">
          <ac:chgData name="Reuel Ngo" userId="630da983-9bc0-4db9-b496-b90fbcc97014" providerId="ADAL" clId="{09730227-1908-4EA8-BA8E-5A59BE832678}" dt="2026-09-20T12:56:48.203" v="5230"/>
          <ac:spMkLst>
            <pc:docMk/>
            <pc:sldMk cId="4222775240" sldId="2147483192"/>
            <ac:spMk id="34"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35" creationId="{00000000-0000-0000-0000-000000000000}"/>
          </ac:spMkLst>
        </pc:spChg>
        <pc:spChg chg="mod">
          <ac:chgData name="Reuel Ngo" userId="630da983-9bc0-4db9-b496-b90fbcc97014" providerId="ADAL" clId="{09730227-1908-4EA8-BA8E-5A59BE832678}" dt="2026-09-20T13:06:33.464" v="5301" actId="26606"/>
          <ac:spMkLst>
            <pc:docMk/>
            <pc:sldMk cId="4222775240" sldId="2147483192"/>
            <ac:spMk id="36" creationId="{00000000-0000-0000-0000-000000000000}"/>
          </ac:spMkLst>
        </pc:spChg>
        <pc:spChg chg="mod">
          <ac:chgData name="Reuel Ngo" userId="630da983-9bc0-4db9-b496-b90fbcc97014" providerId="ADAL" clId="{09730227-1908-4EA8-BA8E-5A59BE832678}" dt="2026-09-20T12:52:05.564" v="5191" actId="26606"/>
          <ac:spMkLst>
            <pc:docMk/>
            <pc:sldMk cId="4222775240" sldId="2147483192"/>
            <ac:spMk id="39" creationId="{00000000-0000-0000-0000-000000000000}"/>
          </ac:spMkLst>
        </pc:spChg>
        <pc:spChg chg="add">
          <ac:chgData name="Reuel Ngo" userId="630da983-9bc0-4db9-b496-b90fbcc97014" providerId="ADAL" clId="{09730227-1908-4EA8-BA8E-5A59BE832678}" dt="2026-09-20T11:25:04.945" v="5178" actId="26606"/>
          <ac:spMkLst>
            <pc:docMk/>
            <pc:sldMk cId="4222775240" sldId="2147483192"/>
            <ac:spMk id="40" creationId="{00000000-0000-0000-0000-000000000000}"/>
          </ac:spMkLst>
        </pc:spChg>
        <pc:spChg chg="add">
          <ac:chgData name="Reuel Ngo" userId="630da983-9bc0-4db9-b496-b90fbcc97014" providerId="ADAL" clId="{09730227-1908-4EA8-BA8E-5A59BE832678}" dt="2026-09-20T11:25:04.945" v="5178" actId="26606"/>
          <ac:spMkLst>
            <pc:docMk/>
            <pc:sldMk cId="4222775240" sldId="2147483192"/>
            <ac:spMk id="43" creationId="{00000000-0000-0000-0000-000000000000}"/>
          </ac:spMkLst>
        </pc:spChg>
        <pc:spChg chg="mod">
          <ac:chgData name="Reuel Ngo" userId="630da983-9bc0-4db9-b496-b90fbcc97014" providerId="ADAL" clId="{09730227-1908-4EA8-BA8E-5A59BE832678}" dt="2026-09-20T13:06:33.464" v="5301" actId="26606"/>
          <ac:spMkLst>
            <pc:docMk/>
            <pc:sldMk cId="4222775240" sldId="2147483192"/>
            <ac:spMk id="47" creationId="{00000000-0000-0000-0000-000000000000}"/>
          </ac:spMkLst>
        </pc:spChg>
        <pc:spChg chg="add">
          <ac:chgData name="Reuel Ngo" userId="630da983-9bc0-4db9-b496-b90fbcc97014" providerId="ADAL" clId="{09730227-1908-4EA8-BA8E-5A59BE832678}" dt="2026-09-20T11:25:04.945" v="5178" actId="26606"/>
          <ac:spMkLst>
            <pc:docMk/>
            <pc:sldMk cId="4222775240" sldId="2147483192"/>
            <ac:spMk id="49" creationId="{00000000-0000-0000-0000-000000000000}"/>
          </ac:spMkLst>
        </pc:spChg>
        <pc:spChg chg="mod">
          <ac:chgData name="Reuel Ngo" userId="630da983-9bc0-4db9-b496-b90fbcc97014" providerId="ADAL" clId="{09730227-1908-4EA8-BA8E-5A59BE832678}" dt="2026-09-20T11:29:49.739" v="5190" actId="26606"/>
          <ac:spMkLst>
            <pc:docMk/>
            <pc:sldMk cId="4222775240" sldId="2147483192"/>
            <ac:spMk id="50" creationId="{00000000-0000-0000-0000-000000000000}"/>
          </ac:spMkLst>
        </pc:spChg>
        <pc:spChg chg="mod">
          <ac:chgData name="Reuel Ngo" userId="630da983-9bc0-4db9-b496-b90fbcc97014" providerId="ADAL" clId="{09730227-1908-4EA8-BA8E-5A59BE832678}" dt="2026-09-20T12:52:05.564" v="5191" actId="26606"/>
          <ac:spMkLst>
            <pc:docMk/>
            <pc:sldMk cId="4222775240" sldId="2147483192"/>
            <ac:spMk id="53" creationId="{00000000-0000-0000-0000-000000000000}"/>
          </ac:spMkLst>
        </pc:spChg>
        <pc:spChg chg="add mod">
          <ac:chgData name="Reuel Ngo" userId="630da983-9bc0-4db9-b496-b90fbcc97014" providerId="ADAL" clId="{09730227-1908-4EA8-BA8E-5A59BE832678}" dt="2026-09-20T13:06:33.464" v="5301" actId="26606"/>
          <ac:spMkLst>
            <pc:docMk/>
            <pc:sldMk cId="4222775240" sldId="2147483192"/>
            <ac:spMk id="54"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56" creationId="{00000000-0000-0000-0000-000000000000}"/>
          </ac:spMkLst>
        </pc:spChg>
        <pc:spChg chg="mod">
          <ac:chgData name="Reuel Ngo" userId="630da983-9bc0-4db9-b496-b90fbcc97014" providerId="ADAL" clId="{09730227-1908-4EA8-BA8E-5A59BE832678}" dt="2026-09-20T13:06:33.464" v="5301" actId="26606"/>
          <ac:spMkLst>
            <pc:docMk/>
            <pc:sldMk cId="4222775240" sldId="2147483192"/>
            <ac:spMk id="57" creationId="{00000000-0000-0000-0000-000000000000}"/>
          </ac:spMkLst>
        </pc:spChg>
        <pc:spChg chg="add">
          <ac:chgData name="Reuel Ngo" userId="630da983-9bc0-4db9-b496-b90fbcc97014" providerId="ADAL" clId="{09730227-1908-4EA8-BA8E-5A59BE832678}" dt="2026-09-20T11:25:04.945" v="5178" actId="26606"/>
          <ac:spMkLst>
            <pc:docMk/>
            <pc:sldMk cId="4222775240" sldId="2147483192"/>
            <ac:spMk id="63" creationId="{00000000-0000-0000-0000-000000000000}"/>
          </ac:spMkLst>
        </pc:spChg>
        <pc:spChg chg="mod">
          <ac:chgData name="Reuel Ngo" userId="630da983-9bc0-4db9-b496-b90fbcc97014" providerId="ADAL" clId="{09730227-1908-4EA8-BA8E-5A59BE832678}" dt="2026-09-20T12:52:05.564" v="5191" actId="26606"/>
          <ac:spMkLst>
            <pc:docMk/>
            <pc:sldMk cId="4222775240" sldId="2147483192"/>
            <ac:spMk id="64" creationId="{00000000-0000-0000-0000-000000000000}"/>
          </ac:spMkLst>
        </pc:spChg>
        <pc:spChg chg="add mod replId">
          <ac:chgData name="Reuel Ngo" userId="630da983-9bc0-4db9-b496-b90fbcc97014" providerId="ADAL" clId="{09730227-1908-4EA8-BA8E-5A59BE832678}" dt="2026-09-20T11:25:04.859" v="5177" actId="26606"/>
          <ac:spMkLst>
            <pc:docMk/>
            <pc:sldMk cId="4222775240" sldId="2147483192"/>
            <ac:spMk id="64" creationId="{D1452D9B-C091-365E-6B2E-1B6ACD6D4222}"/>
          </ac:spMkLst>
        </pc:spChg>
        <pc:spChg chg="add">
          <ac:chgData name="Reuel Ngo" userId="630da983-9bc0-4db9-b496-b90fbcc97014" providerId="ADAL" clId="{09730227-1908-4EA8-BA8E-5A59BE832678}" dt="2026-09-20T11:29:49.739" v="5190" actId="26606"/>
          <ac:spMkLst>
            <pc:docMk/>
            <pc:sldMk cId="4222775240" sldId="2147483192"/>
            <ac:spMk id="65" creationId="{00000000-0000-0000-0000-000000000000}"/>
          </ac:spMkLst>
        </pc:spChg>
        <pc:spChg chg="add mod replId">
          <ac:chgData name="Reuel Ngo" userId="630da983-9bc0-4db9-b496-b90fbcc97014" providerId="ADAL" clId="{09730227-1908-4EA8-BA8E-5A59BE832678}" dt="2026-09-20T11:25:04.859" v="5177" actId="26606"/>
          <ac:spMkLst>
            <pc:docMk/>
            <pc:sldMk cId="4222775240" sldId="2147483192"/>
            <ac:spMk id="68" creationId="{3C97A0A0-B1C2-82CF-A858-4540FAF3FADD}"/>
          </ac:spMkLst>
        </pc:spChg>
        <pc:spChg chg="mod">
          <ac:chgData name="Reuel Ngo" userId="630da983-9bc0-4db9-b496-b90fbcc97014" providerId="ADAL" clId="{09730227-1908-4EA8-BA8E-5A59BE832678}" dt="2026-09-20T12:52:05.564" v="5191" actId="26606"/>
          <ac:spMkLst>
            <pc:docMk/>
            <pc:sldMk cId="4222775240" sldId="2147483192"/>
            <ac:spMk id="71" creationId="{00000000-0000-0000-0000-000000000000}"/>
          </ac:spMkLst>
        </pc:spChg>
        <pc:spChg chg="add mod replId">
          <ac:chgData name="Reuel Ngo" userId="630da983-9bc0-4db9-b496-b90fbcc97014" providerId="ADAL" clId="{09730227-1908-4EA8-BA8E-5A59BE832678}" dt="2026-09-20T11:25:04.859" v="5177" actId="26606"/>
          <ac:spMkLst>
            <pc:docMk/>
            <pc:sldMk cId="4222775240" sldId="2147483192"/>
            <ac:spMk id="71" creationId="{13106867-F3FF-A767-7635-0DFEBF90A453}"/>
          </ac:spMkLst>
        </pc:spChg>
        <pc:spChg chg="add mod replId">
          <ac:chgData name="Reuel Ngo" userId="630da983-9bc0-4db9-b496-b90fbcc97014" providerId="ADAL" clId="{09730227-1908-4EA8-BA8E-5A59BE832678}" dt="2026-09-20T11:25:04.859" v="5177" actId="26606"/>
          <ac:spMkLst>
            <pc:docMk/>
            <pc:sldMk cId="4222775240" sldId="2147483192"/>
            <ac:spMk id="73" creationId="{84CF9342-DB6A-B5B4-9B49-1590D7963B73}"/>
          </ac:spMkLst>
        </pc:spChg>
        <pc:spChg chg="add">
          <ac:chgData name="Reuel Ngo" userId="630da983-9bc0-4db9-b496-b90fbcc97014" providerId="ADAL" clId="{09730227-1908-4EA8-BA8E-5A59BE832678}" dt="2026-09-20T11:29:49.739" v="5190" actId="26606"/>
          <ac:spMkLst>
            <pc:docMk/>
            <pc:sldMk cId="4222775240" sldId="2147483192"/>
            <ac:spMk id="88"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89" creationId="{00000000-0000-0000-0000-000000000000}"/>
          </ac:spMkLst>
        </pc:spChg>
        <pc:spChg chg="add mod">
          <ac:chgData name="Reuel Ngo" userId="630da983-9bc0-4db9-b496-b90fbcc97014" providerId="ADAL" clId="{09730227-1908-4EA8-BA8E-5A59BE832678}" dt="2026-09-20T13:06:33.464" v="5301" actId="26606"/>
          <ac:spMkLst>
            <pc:docMk/>
            <pc:sldMk cId="4222775240" sldId="2147483192"/>
            <ac:spMk id="92" creationId="{00000000-0000-0000-0000-000000000000}"/>
          </ac:spMkLst>
        </pc:spChg>
        <pc:spChg chg="add mod">
          <ac:chgData name="Reuel Ngo" userId="630da983-9bc0-4db9-b496-b90fbcc97014" providerId="ADAL" clId="{09730227-1908-4EA8-BA8E-5A59BE832678}" dt="2026-09-20T13:16:32.452" v="5359" actId="26606"/>
          <ac:spMkLst>
            <pc:docMk/>
            <pc:sldMk cId="4222775240" sldId="2147483192"/>
            <ac:spMk id="95"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97" creationId="{00000000-0000-0000-0000-000000000000}"/>
          </ac:spMkLst>
        </pc:spChg>
        <pc:spChg chg="add">
          <ac:chgData name="Reuel Ngo" userId="630da983-9bc0-4db9-b496-b90fbcc97014" providerId="ADAL" clId="{09730227-1908-4EA8-BA8E-5A59BE832678}" dt="2026-09-20T11:29:49.739" v="5190" actId="26606"/>
          <ac:spMkLst>
            <pc:docMk/>
            <pc:sldMk cId="4222775240" sldId="2147483192"/>
            <ac:spMk id="98" creationId="{00000000-0000-0000-0000-000000000000}"/>
          </ac:spMkLst>
        </pc:spChg>
        <pc:spChg chg="add mod">
          <ac:chgData name="Reuel Ngo" userId="630da983-9bc0-4db9-b496-b90fbcc97014" providerId="ADAL" clId="{09730227-1908-4EA8-BA8E-5A59BE832678}" dt="2026-09-20T13:01:26.694" v="5280" actId="20577"/>
          <ac:spMkLst>
            <pc:docMk/>
            <pc:sldMk cId="4222775240" sldId="2147483192"/>
            <ac:spMk id="113" creationId="{DD36A085-882C-AF3F-6F23-8C69840C58AF}"/>
          </ac:spMkLst>
        </pc:spChg>
        <pc:spChg chg="add mod">
          <ac:chgData name="Reuel Ngo" userId="630da983-9bc0-4db9-b496-b90fbcc97014" providerId="ADAL" clId="{09730227-1908-4EA8-BA8E-5A59BE832678}" dt="2026-09-20T13:01:32.135" v="5292" actId="20577"/>
          <ac:spMkLst>
            <pc:docMk/>
            <pc:sldMk cId="4222775240" sldId="2147483192"/>
            <ac:spMk id="115" creationId="{100F894F-7C22-BE68-413D-082BB0BC2859}"/>
          </ac:spMkLst>
        </pc:spChg>
        <pc:spChg chg="add del mod">
          <ac:chgData name="Reuel Ngo" userId="630da983-9bc0-4db9-b496-b90fbcc97014" providerId="ADAL" clId="{09730227-1908-4EA8-BA8E-5A59BE832678}" dt="2026-09-20T13:01:44.503" v="5295"/>
          <ac:spMkLst>
            <pc:docMk/>
            <pc:sldMk cId="4222775240" sldId="2147483192"/>
            <ac:spMk id="116" creationId="{14434D58-8AA1-3D89-8E0A-92A49700C6A3}"/>
          </ac:spMkLst>
        </pc:spChg>
        <pc:spChg chg="mod">
          <ac:chgData name="Reuel Ngo" userId="630da983-9bc0-4db9-b496-b90fbcc97014" providerId="ADAL" clId="{09730227-1908-4EA8-BA8E-5A59BE832678}" dt="2026-09-20T13:16:32.452" v="5359" actId="26606"/>
          <ac:spMkLst>
            <pc:docMk/>
            <pc:sldMk cId="4222775240" sldId="2147483192"/>
            <ac:spMk id="120"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121" creationId="{00000000-0000-0000-0000-000000000000}"/>
          </ac:spMkLst>
        </pc:spChg>
        <pc:spChg chg="add mod">
          <ac:chgData name="Reuel Ngo" userId="630da983-9bc0-4db9-b496-b90fbcc97014" providerId="ADAL" clId="{09730227-1908-4EA8-BA8E-5A59BE832678}" dt="2026-09-20T13:06:33.464" v="5301" actId="26606"/>
          <ac:spMkLst>
            <pc:docMk/>
            <pc:sldMk cId="4222775240" sldId="2147483192"/>
            <ac:spMk id="129"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135" creationId="{00000000-0000-0000-0000-000000000000}"/>
          </ac:spMkLst>
        </pc:spChg>
        <pc:spChg chg="add mod">
          <ac:chgData name="Reuel Ngo" userId="630da983-9bc0-4db9-b496-b90fbcc97014" providerId="ADAL" clId="{09730227-1908-4EA8-BA8E-5A59BE832678}" dt="2026-09-20T13:06:33.464" v="5301" actId="26606"/>
          <ac:spMkLst>
            <pc:docMk/>
            <pc:sldMk cId="4222775240" sldId="2147483192"/>
            <ac:spMk id="139" creationId="{00000000-0000-0000-0000-000000000000}"/>
          </ac:spMkLst>
        </pc:spChg>
        <pc:spChg chg="mod">
          <ac:chgData name="Reuel Ngo" userId="630da983-9bc0-4db9-b496-b90fbcc97014" providerId="ADAL" clId="{09730227-1908-4EA8-BA8E-5A59BE832678}" dt="2026-09-20T13:16:32.452" v="5359" actId="26606"/>
          <ac:spMkLst>
            <pc:docMk/>
            <pc:sldMk cId="4222775240" sldId="2147483192"/>
            <ac:spMk id="145" creationId="{00000000-0000-0000-0000-000000000000}"/>
          </ac:spMkLst>
        </pc:spChg>
        <pc:spChg chg="add del">
          <ac:chgData name="Reuel Ngo" userId="630da983-9bc0-4db9-b496-b90fbcc97014" providerId="ADAL" clId="{09730227-1908-4EA8-BA8E-5A59BE832678}" dt="2026-09-20T13:06:33.464" v="5301" actId="26606"/>
          <ac:spMkLst>
            <pc:docMk/>
            <pc:sldMk cId="4222775240" sldId="2147483192"/>
            <ac:spMk id="171" creationId="{00000000-0000-0000-0000-000000000000}"/>
          </ac:spMkLst>
        </pc:spChg>
        <pc:spChg chg="add del">
          <ac:chgData name="Reuel Ngo" userId="630da983-9bc0-4db9-b496-b90fbcc97014" providerId="ADAL" clId="{09730227-1908-4EA8-BA8E-5A59BE832678}" dt="2026-09-20T13:06:33.464" v="5301" actId="26606"/>
          <ac:spMkLst>
            <pc:docMk/>
            <pc:sldMk cId="4222775240" sldId="2147483192"/>
            <ac:spMk id="175" creationId="{00000000-0000-0000-0000-000000000000}"/>
          </ac:spMkLst>
        </pc:spChg>
        <pc:spChg chg="add del mod">
          <ac:chgData name="Reuel Ngo" userId="630da983-9bc0-4db9-b496-b90fbcc97014" providerId="ADAL" clId="{09730227-1908-4EA8-BA8E-5A59BE832678}" dt="2026-09-20T13:09:24.210" v="5333"/>
          <ac:spMkLst>
            <pc:docMk/>
            <pc:sldMk cId="4222775240" sldId="2147483192"/>
            <ac:spMk id="191" creationId="{35FA489C-7843-28DC-7B59-1622F3CDC57B}"/>
          </ac:spMkLst>
        </pc:spChg>
        <pc:spChg chg="add del mod">
          <ac:chgData name="Reuel Ngo" userId="630da983-9bc0-4db9-b496-b90fbcc97014" providerId="ADAL" clId="{09730227-1908-4EA8-BA8E-5A59BE832678}" dt="2026-09-20T13:09:26.178" v="5337"/>
          <ac:spMkLst>
            <pc:docMk/>
            <pc:sldMk cId="4222775240" sldId="2147483192"/>
            <ac:spMk id="192" creationId="{54036528-90D7-AAFC-017C-BBFCB2DEC2E7}"/>
          </ac:spMkLst>
        </pc:spChg>
        <pc:spChg chg="add del mod">
          <ac:chgData name="Reuel Ngo" userId="630da983-9bc0-4db9-b496-b90fbcc97014" providerId="ADAL" clId="{09730227-1908-4EA8-BA8E-5A59BE832678}" dt="2026-09-20T13:09:26.179" v="5339"/>
          <ac:spMkLst>
            <pc:docMk/>
            <pc:sldMk cId="4222775240" sldId="2147483192"/>
            <ac:spMk id="193" creationId="{BEF44035-2FCA-1A7F-8059-813351094AD8}"/>
          </ac:spMkLst>
        </pc:spChg>
        <pc:graphicFrameChg chg="add del mod modGraphic">
          <ac:chgData name="Reuel Ngo" userId="630da983-9bc0-4db9-b496-b90fbcc97014" providerId="ADAL" clId="{09730227-1908-4EA8-BA8E-5A59BE832678}" dt="2026-09-20T11:21:28.608" v="5157" actId="478"/>
          <ac:graphicFrameMkLst>
            <pc:docMk/>
            <pc:sldMk cId="4222775240" sldId="2147483192"/>
            <ac:graphicFrameMk id="5" creationId="{3E370C20-1505-D5A8-1759-F707FEA88FFF}"/>
          </ac:graphicFrameMkLst>
        </pc:graphicFrameChg>
        <pc:picChg chg="del">
          <ac:chgData name="Reuel Ngo" userId="630da983-9bc0-4db9-b496-b90fbcc97014" providerId="ADAL" clId="{09730227-1908-4EA8-BA8E-5A59BE832678}" dt="2026-09-20T12:54:37.724" v="5197" actId="478"/>
          <ac:picMkLst>
            <pc:docMk/>
            <pc:sldMk cId="4222775240" sldId="2147483192"/>
            <ac:picMk id="10" creationId="{00000000-0000-0000-0000-000000000000}"/>
          </ac:picMkLst>
        </pc:picChg>
        <pc:picChg chg="del">
          <ac:chgData name="Reuel Ngo" userId="630da983-9bc0-4db9-b496-b90fbcc97014" providerId="ADAL" clId="{09730227-1908-4EA8-BA8E-5A59BE832678}" dt="2026-09-20T12:56:21.368" v="5222" actId="478"/>
          <ac:picMkLst>
            <pc:docMk/>
            <pc:sldMk cId="4222775240" sldId="2147483192"/>
            <ac:picMk id="17" creationId="{00000000-0000-0000-0000-000000000000}"/>
          </ac:picMkLst>
        </pc:picChg>
        <pc:picChg chg="add del">
          <ac:chgData name="Reuel Ngo" userId="630da983-9bc0-4db9-b496-b90fbcc97014" providerId="ADAL" clId="{09730227-1908-4EA8-BA8E-5A59BE832678}" dt="2026-09-20T11:22:11.651" v="5175" actId="478"/>
          <ac:picMkLst>
            <pc:docMk/>
            <pc:sldMk cId="4222775240" sldId="2147483192"/>
            <ac:picMk id="17" creationId="{8ECF1B32-7C6A-A605-C27E-BE235BA8EBF0}"/>
          </ac:picMkLst>
        </pc:picChg>
        <pc:picChg chg="add del">
          <ac:chgData name="Reuel Ngo" userId="630da983-9bc0-4db9-b496-b90fbcc97014" providerId="ADAL" clId="{09730227-1908-4EA8-BA8E-5A59BE832678}" dt="2026-09-20T11:22:12.482" v="5176" actId="478"/>
          <ac:picMkLst>
            <pc:docMk/>
            <pc:sldMk cId="4222775240" sldId="2147483192"/>
            <ac:picMk id="18" creationId="{102EBC48-DCE2-5B98-7351-1B9E4EDF7890}"/>
          </ac:picMkLst>
        </pc:picChg>
        <pc:picChg chg="add del">
          <ac:chgData name="Reuel Ngo" userId="630da983-9bc0-4db9-b496-b90fbcc97014" providerId="ADAL" clId="{09730227-1908-4EA8-BA8E-5A59BE832678}" dt="2026-09-20T11:22:11.022" v="5174" actId="478"/>
          <ac:picMkLst>
            <pc:docMk/>
            <pc:sldMk cId="4222775240" sldId="2147483192"/>
            <ac:picMk id="19" creationId="{B35DBA17-52FE-EDCE-D6CB-1BEDC02AF354}"/>
          </ac:picMkLst>
        </pc:picChg>
        <pc:picChg chg="add del">
          <ac:chgData name="Reuel Ngo" userId="630da983-9bc0-4db9-b496-b90fbcc97014" providerId="ADAL" clId="{09730227-1908-4EA8-BA8E-5A59BE832678}" dt="2026-09-20T11:22:10.394" v="5173" actId="478"/>
          <ac:picMkLst>
            <pc:docMk/>
            <pc:sldMk cId="4222775240" sldId="2147483192"/>
            <ac:picMk id="23" creationId="{05CAD0FC-D038-0D68-7471-732A3C17EC7E}"/>
          </ac:picMkLst>
        </pc:picChg>
        <pc:picChg chg="add del">
          <ac:chgData name="Reuel Ngo" userId="630da983-9bc0-4db9-b496-b90fbcc97014" providerId="ADAL" clId="{09730227-1908-4EA8-BA8E-5A59BE832678}" dt="2026-09-20T11:22:09.603" v="5172" actId="478"/>
          <ac:picMkLst>
            <pc:docMk/>
            <pc:sldMk cId="4222775240" sldId="2147483192"/>
            <ac:picMk id="24" creationId="{ACD4C620-33B4-77C9-AFF6-96CDABDDA2CE}"/>
          </ac:picMkLst>
        </pc:picChg>
        <pc:picChg chg="add del">
          <ac:chgData name="Reuel Ngo" userId="630da983-9bc0-4db9-b496-b90fbcc97014" providerId="ADAL" clId="{09730227-1908-4EA8-BA8E-5A59BE832678}" dt="2026-09-20T11:22:08.769" v="5171" actId="478"/>
          <ac:picMkLst>
            <pc:docMk/>
            <pc:sldMk cId="4222775240" sldId="2147483192"/>
            <ac:picMk id="25" creationId="{198F9B5D-5B45-61C2-2CFF-AD6E97984E83}"/>
          </ac:picMkLst>
        </pc:picChg>
        <pc:picChg chg="add del mod">
          <ac:chgData name="Reuel Ngo" userId="630da983-9bc0-4db9-b496-b90fbcc97014" providerId="ADAL" clId="{09730227-1908-4EA8-BA8E-5A59BE832678}" dt="2026-09-20T11:22:07.332" v="5169" actId="478"/>
          <ac:picMkLst>
            <pc:docMk/>
            <pc:sldMk cId="4222775240" sldId="2147483192"/>
            <ac:picMk id="28" creationId="{B40AB83D-C4E8-4845-C85F-B1B59C1B9BD7}"/>
          </ac:picMkLst>
        </pc:picChg>
        <pc:picChg chg="add del">
          <ac:chgData name="Reuel Ngo" userId="630da983-9bc0-4db9-b496-b90fbcc97014" providerId="ADAL" clId="{09730227-1908-4EA8-BA8E-5A59BE832678}" dt="2026-09-20T11:22:07.781" v="5170" actId="478"/>
          <ac:picMkLst>
            <pc:docMk/>
            <pc:sldMk cId="4222775240" sldId="2147483192"/>
            <ac:picMk id="29" creationId="{7C0BC79D-E834-EB82-1E4B-32246CD0C6CA}"/>
          </ac:picMkLst>
        </pc:picChg>
        <pc:picChg chg="add mod replId">
          <ac:chgData name="Reuel Ngo" userId="630da983-9bc0-4db9-b496-b90fbcc97014" providerId="ADAL" clId="{09730227-1908-4EA8-BA8E-5A59BE832678}" dt="2026-09-20T11:25:04.859" v="5177" actId="26606"/>
          <ac:picMkLst>
            <pc:docMk/>
            <pc:sldMk cId="4222775240" sldId="2147483192"/>
            <ac:picMk id="65" creationId="{0B45AA9F-C466-ABDB-F5AE-7C8C90694AB5}"/>
          </ac:picMkLst>
        </pc:picChg>
        <pc:picChg chg="add mod replId">
          <ac:chgData name="Reuel Ngo" userId="630da983-9bc0-4db9-b496-b90fbcc97014" providerId="ADAL" clId="{09730227-1908-4EA8-BA8E-5A59BE832678}" dt="2026-09-20T11:25:04.859" v="5177" actId="26606"/>
          <ac:picMkLst>
            <pc:docMk/>
            <pc:sldMk cId="4222775240" sldId="2147483192"/>
            <ac:picMk id="66" creationId="{76DF7217-09E2-BA59-09E7-E30D5FD1618A}"/>
          </ac:picMkLst>
        </pc:picChg>
        <pc:picChg chg="add mod replId">
          <ac:chgData name="Reuel Ngo" userId="630da983-9bc0-4db9-b496-b90fbcc97014" providerId="ADAL" clId="{09730227-1908-4EA8-BA8E-5A59BE832678}" dt="2026-09-20T11:25:04.859" v="5177" actId="26606"/>
          <ac:picMkLst>
            <pc:docMk/>
            <pc:sldMk cId="4222775240" sldId="2147483192"/>
            <ac:picMk id="67" creationId="{D94DCD29-EBF4-1081-500C-434FC3CAB4AC}"/>
          </ac:picMkLst>
        </pc:picChg>
        <pc:picChg chg="add mod replId">
          <ac:chgData name="Reuel Ngo" userId="630da983-9bc0-4db9-b496-b90fbcc97014" providerId="ADAL" clId="{09730227-1908-4EA8-BA8E-5A59BE832678}" dt="2026-09-20T11:25:04.859" v="5177" actId="26606"/>
          <ac:picMkLst>
            <pc:docMk/>
            <pc:sldMk cId="4222775240" sldId="2147483192"/>
            <ac:picMk id="69" creationId="{D9FD21EF-8A6F-A0B1-89EC-879C0CDF3AED}"/>
          </ac:picMkLst>
        </pc:picChg>
        <pc:picChg chg="add mod replId">
          <ac:chgData name="Reuel Ngo" userId="630da983-9bc0-4db9-b496-b90fbcc97014" providerId="ADAL" clId="{09730227-1908-4EA8-BA8E-5A59BE832678}" dt="2026-09-20T11:25:04.859" v="5177" actId="26606"/>
          <ac:picMkLst>
            <pc:docMk/>
            <pc:sldMk cId="4222775240" sldId="2147483192"/>
            <ac:picMk id="70" creationId="{D1B1A4BE-ED21-3AE5-A988-5CE1C36680BE}"/>
          </ac:picMkLst>
        </pc:picChg>
        <pc:picChg chg="add mod replId">
          <ac:chgData name="Reuel Ngo" userId="630da983-9bc0-4db9-b496-b90fbcc97014" providerId="ADAL" clId="{09730227-1908-4EA8-BA8E-5A59BE832678}" dt="2026-09-20T11:25:04.859" v="5177" actId="26606"/>
          <ac:picMkLst>
            <pc:docMk/>
            <pc:sldMk cId="4222775240" sldId="2147483192"/>
            <ac:picMk id="72" creationId="{912B3BC1-2536-1759-29F6-3771035F80B7}"/>
          </ac:picMkLst>
        </pc:picChg>
        <pc:picChg chg="add mod">
          <ac:chgData name="Reuel Ngo" userId="630da983-9bc0-4db9-b496-b90fbcc97014" providerId="ADAL" clId="{09730227-1908-4EA8-BA8E-5A59BE832678}" dt="2026-09-20T13:14:23.901" v="5344" actId="26606"/>
          <ac:picMkLst>
            <pc:docMk/>
            <pc:sldMk cId="4222775240" sldId="2147483192"/>
            <ac:picMk id="99" creationId="{F97DDEBE-A80C-DF60-7B6B-C58CF35F2B24}"/>
          </ac:picMkLst>
        </pc:picChg>
        <pc:picChg chg="add mod">
          <ac:chgData name="Reuel Ngo" userId="630da983-9bc0-4db9-b496-b90fbcc97014" providerId="ADAL" clId="{09730227-1908-4EA8-BA8E-5A59BE832678}" dt="2026-09-20T12:56:29.805" v="5227" actId="1076"/>
          <ac:picMkLst>
            <pc:docMk/>
            <pc:sldMk cId="4222775240" sldId="2147483192"/>
            <ac:picMk id="100" creationId="{3EF41E4A-781A-7E3E-A328-A3F0F93B536B}"/>
          </ac:picMkLst>
        </pc:picChg>
        <pc:picChg chg="mod">
          <ac:chgData name="Reuel Ngo" userId="630da983-9bc0-4db9-b496-b90fbcc97014" providerId="ADAL" clId="{09730227-1908-4EA8-BA8E-5A59BE832678}" dt="2026-09-20T12:57:00.574" v="5238" actId="1076"/>
          <ac:picMkLst>
            <pc:docMk/>
            <pc:sldMk cId="4222775240" sldId="2147483192"/>
            <ac:picMk id="101" creationId="{321E1C66-3675-4C51-92F0-F2AD9A3FFFF6}"/>
          </ac:picMkLst>
        </pc:picChg>
        <pc:picChg chg="mod">
          <ac:chgData name="Reuel Ngo" userId="630da983-9bc0-4db9-b496-b90fbcc97014" providerId="ADAL" clId="{09730227-1908-4EA8-BA8E-5A59BE832678}" dt="2026-09-20T12:56:56.712" v="5235" actId="1076"/>
          <ac:picMkLst>
            <pc:docMk/>
            <pc:sldMk cId="4222775240" sldId="2147483192"/>
            <ac:picMk id="102" creationId="{5B8E0630-C379-C335-249B-C5C597E03BD9}"/>
          </ac:picMkLst>
        </pc:picChg>
        <pc:picChg chg="mod">
          <ac:chgData name="Reuel Ngo" userId="630da983-9bc0-4db9-b496-b90fbcc97014" providerId="ADAL" clId="{09730227-1908-4EA8-BA8E-5A59BE832678}" dt="2026-09-20T12:56:53.829" v="5233" actId="1076"/>
          <ac:picMkLst>
            <pc:docMk/>
            <pc:sldMk cId="4222775240" sldId="2147483192"/>
            <ac:picMk id="103" creationId="{92297C15-AF7B-9A37-5F8D-52BDEF03A0A7}"/>
          </ac:picMkLst>
        </pc:picChg>
        <pc:picChg chg="add mod">
          <ac:chgData name="Reuel Ngo" userId="630da983-9bc0-4db9-b496-b90fbcc97014" providerId="ADAL" clId="{09730227-1908-4EA8-BA8E-5A59BE832678}" dt="2026-09-20T12:59:00.823" v="5244" actId="1076"/>
          <ac:picMkLst>
            <pc:docMk/>
            <pc:sldMk cId="4222775240" sldId="2147483192"/>
            <ac:picMk id="104" creationId="{08C612A4-D886-AEA7-5A3A-767C8D3E8B09}"/>
          </ac:picMkLst>
        </pc:picChg>
        <pc:picChg chg="add mod">
          <ac:chgData name="Reuel Ngo" userId="630da983-9bc0-4db9-b496-b90fbcc97014" providerId="ADAL" clId="{09730227-1908-4EA8-BA8E-5A59BE832678}" dt="2026-09-20T12:59:11.439" v="5248" actId="1076"/>
          <ac:picMkLst>
            <pc:docMk/>
            <pc:sldMk cId="4222775240" sldId="2147483192"/>
            <ac:picMk id="106" creationId="{89B63E23-7542-6D87-EDE2-D1E114ED87DA}"/>
          </ac:picMkLst>
        </pc:picChg>
        <pc:picChg chg="add mod">
          <ac:chgData name="Reuel Ngo" userId="630da983-9bc0-4db9-b496-b90fbcc97014" providerId="ADAL" clId="{09730227-1908-4EA8-BA8E-5A59BE832678}" dt="2026-09-20T12:59:21.148" v="5251" actId="1076"/>
          <ac:picMkLst>
            <pc:docMk/>
            <pc:sldMk cId="4222775240" sldId="2147483192"/>
            <ac:picMk id="108" creationId="{3D4B0653-BB33-F8E4-00AA-B3594036D947}"/>
          </ac:picMkLst>
        </pc:picChg>
        <pc:picChg chg="add mod">
          <ac:chgData name="Reuel Ngo" userId="630da983-9bc0-4db9-b496-b90fbcc97014" providerId="ADAL" clId="{09730227-1908-4EA8-BA8E-5A59BE832678}" dt="2026-09-20T12:59:35.318" v="5255" actId="1076"/>
          <ac:picMkLst>
            <pc:docMk/>
            <pc:sldMk cId="4222775240" sldId="2147483192"/>
            <ac:picMk id="110" creationId="{6D921999-928E-BC3D-66D3-02598AB33EA2}"/>
          </ac:picMkLst>
        </pc:picChg>
        <pc:picChg chg="add mod">
          <ac:chgData name="Reuel Ngo" userId="630da983-9bc0-4db9-b496-b90fbcc97014" providerId="ADAL" clId="{09730227-1908-4EA8-BA8E-5A59BE832678}" dt="2026-09-20T13:00:22.448" v="5260" actId="1076"/>
          <ac:picMkLst>
            <pc:docMk/>
            <pc:sldMk cId="4222775240" sldId="2147483192"/>
            <ac:picMk id="111" creationId="{5963BF97-2403-EB99-F798-05B973F4BD71}"/>
          </ac:picMkLst>
        </pc:picChg>
        <pc:picChg chg="add mod">
          <ac:chgData name="Reuel Ngo" userId="630da983-9bc0-4db9-b496-b90fbcc97014" providerId="ADAL" clId="{09730227-1908-4EA8-BA8E-5A59BE832678}" dt="2026-09-20T13:01:49.334" v="5299" actId="1076"/>
          <ac:picMkLst>
            <pc:docMk/>
            <pc:sldMk cId="4222775240" sldId="2147483192"/>
            <ac:picMk id="118" creationId="{4131381B-154D-A957-B96C-B2881DE7C68A}"/>
          </ac:picMkLst>
        </pc:picChg>
      </pc:sldChg>
      <pc:sldChg chg="addSp delSp modSp add mod">
        <pc:chgData name="Reuel Ngo" userId="630da983-9bc0-4db9-b496-b90fbcc97014" providerId="ADAL" clId="{09730227-1908-4EA8-BA8E-5A59BE832678}" dt="2026-09-20T13:24:48.847" v="5476" actId="21"/>
        <pc:sldMkLst>
          <pc:docMk/>
          <pc:sldMk cId="461461759" sldId="2147483193"/>
        </pc:sldMkLst>
        <pc:spChg chg="mod">
          <ac:chgData name="Reuel Ngo" userId="630da983-9bc0-4db9-b496-b90fbcc97014" providerId="ADAL" clId="{09730227-1908-4EA8-BA8E-5A59BE832678}" dt="2026-09-20T09:54:15.498" v="3394" actId="20577"/>
          <ac:spMkLst>
            <pc:docMk/>
            <pc:sldMk cId="461461759" sldId="2147483193"/>
            <ac:spMk id="2" creationId="{1D9AED52-2077-1E25-DE44-D8A8BCEF45E2}"/>
          </ac:spMkLst>
        </pc:spChg>
        <pc:spChg chg="mod">
          <ac:chgData name="Reuel Ngo" userId="630da983-9bc0-4db9-b496-b90fbcc97014" providerId="ADAL" clId="{09730227-1908-4EA8-BA8E-5A59BE832678}" dt="2026-09-20T09:54:46.498" v="3429" actId="20577"/>
          <ac:spMkLst>
            <pc:docMk/>
            <pc:sldMk cId="461461759" sldId="2147483193"/>
            <ac:spMk id="4" creationId="{5199BB13-4607-1F4F-EBB5-612E44974454}"/>
          </ac:spMkLst>
        </pc:spChg>
        <pc:spChg chg="mod">
          <ac:chgData name="Reuel Ngo" userId="630da983-9bc0-4db9-b496-b90fbcc97014" providerId="ADAL" clId="{09730227-1908-4EA8-BA8E-5A59BE832678}" dt="2026-09-20T08:28:42.010" v="1182" actId="20577"/>
          <ac:spMkLst>
            <pc:docMk/>
            <pc:sldMk cId="461461759" sldId="2147483193"/>
            <ac:spMk id="6" creationId="{D976DC8F-303D-C955-1D07-BEF6378452F0}"/>
          </ac:spMkLst>
        </pc:spChg>
        <pc:spChg chg="mod">
          <ac:chgData name="Reuel Ngo" userId="630da983-9bc0-4db9-b496-b90fbcc97014" providerId="ADAL" clId="{09730227-1908-4EA8-BA8E-5A59BE832678}" dt="2026-09-20T09:56:27.393" v="3456" actId="20577"/>
          <ac:spMkLst>
            <pc:docMk/>
            <pc:sldMk cId="461461759" sldId="2147483193"/>
            <ac:spMk id="15" creationId="{0151C507-365E-912D-2E96-E4B5AA1E7F8D}"/>
          </ac:spMkLst>
        </pc:spChg>
        <pc:spChg chg="mod">
          <ac:chgData name="Reuel Ngo" userId="630da983-9bc0-4db9-b496-b90fbcc97014" providerId="ADAL" clId="{09730227-1908-4EA8-BA8E-5A59BE832678}" dt="2026-09-20T08:32:43.909" v="1463" actId="20577"/>
          <ac:spMkLst>
            <pc:docMk/>
            <pc:sldMk cId="461461759" sldId="2147483193"/>
            <ac:spMk id="22" creationId="{CDA8E516-DEC6-96F0-1363-8DA567237435}"/>
          </ac:spMkLst>
        </pc:spChg>
        <pc:spChg chg="add">
          <ac:chgData name="Reuel Ngo" userId="630da983-9bc0-4db9-b496-b90fbcc97014" providerId="ADAL" clId="{09730227-1908-4EA8-BA8E-5A59BE832678}" dt="2026-09-20T08:26:21.864" v="805" actId="22"/>
          <ac:spMkLst>
            <pc:docMk/>
            <pc:sldMk cId="461461759" sldId="2147483193"/>
            <ac:spMk id="29" creationId="{A5E08D0F-5509-CACC-1CBD-648657100869}"/>
          </ac:spMkLst>
        </pc:spChg>
        <pc:spChg chg="mod">
          <ac:chgData name="Reuel Ngo" userId="630da983-9bc0-4db9-b496-b90fbcc97014" providerId="ADAL" clId="{09730227-1908-4EA8-BA8E-5A59BE832678}" dt="2026-09-20T08:36:52.359" v="1869" actId="20577"/>
          <ac:spMkLst>
            <pc:docMk/>
            <pc:sldMk cId="461461759" sldId="2147483193"/>
            <ac:spMk id="36" creationId="{B69DD410-DEFD-568E-3987-162FD8937BA0}"/>
          </ac:spMkLst>
        </pc:spChg>
        <pc:spChg chg="mod">
          <ac:chgData name="Reuel Ngo" userId="630da983-9bc0-4db9-b496-b90fbcc97014" providerId="ADAL" clId="{09730227-1908-4EA8-BA8E-5A59BE832678}" dt="2026-09-20T09:50:16.678" v="3344" actId="20577"/>
          <ac:spMkLst>
            <pc:docMk/>
            <pc:sldMk cId="461461759" sldId="2147483193"/>
            <ac:spMk id="37" creationId="{C5FC2832-2031-7BB5-E70E-20A89D6252C0}"/>
          </ac:spMkLst>
        </pc:spChg>
        <pc:spChg chg="mod">
          <ac:chgData name="Reuel Ngo" userId="630da983-9bc0-4db9-b496-b90fbcc97014" providerId="ADAL" clId="{09730227-1908-4EA8-BA8E-5A59BE832678}" dt="2026-09-20T08:28:46.801" v="1184" actId="20577"/>
          <ac:spMkLst>
            <pc:docMk/>
            <pc:sldMk cId="461461759" sldId="2147483193"/>
            <ac:spMk id="40" creationId="{A7F2099D-C523-5EF5-4778-E51753068C77}"/>
          </ac:spMkLst>
        </pc:spChg>
        <pc:spChg chg="mod">
          <ac:chgData name="Reuel Ngo" userId="630da983-9bc0-4db9-b496-b90fbcc97014" providerId="ADAL" clId="{09730227-1908-4EA8-BA8E-5A59BE832678}" dt="2026-09-20T09:51:21.050" v="3361" actId="20577"/>
          <ac:spMkLst>
            <pc:docMk/>
            <pc:sldMk cId="461461759" sldId="2147483193"/>
            <ac:spMk id="45" creationId="{69AC6F09-C178-FBA9-93C7-8CAF553B917E}"/>
          </ac:spMkLst>
        </pc:spChg>
        <pc:spChg chg="mod">
          <ac:chgData name="Reuel Ngo" userId="630da983-9bc0-4db9-b496-b90fbcc97014" providerId="ADAL" clId="{09730227-1908-4EA8-BA8E-5A59BE832678}" dt="2026-09-20T08:28:51.863" v="1186" actId="20577"/>
          <ac:spMkLst>
            <pc:docMk/>
            <pc:sldMk cId="461461759" sldId="2147483193"/>
            <ac:spMk id="51" creationId="{EEE7D5D0-03D7-79AD-90E2-905ED601A064}"/>
          </ac:spMkLst>
        </pc:spChg>
        <pc:spChg chg="mod">
          <ac:chgData name="Reuel Ngo" userId="630da983-9bc0-4db9-b496-b90fbcc97014" providerId="ADAL" clId="{09730227-1908-4EA8-BA8E-5A59BE832678}" dt="2026-09-20T08:28:57.649" v="1188" actId="20577"/>
          <ac:spMkLst>
            <pc:docMk/>
            <pc:sldMk cId="461461759" sldId="2147483193"/>
            <ac:spMk id="59" creationId="{94506185-A75E-C745-5F71-B5B4380C28D4}"/>
          </ac:spMkLst>
        </pc:spChg>
        <pc:picChg chg="add del">
          <ac:chgData name="Reuel Ngo" userId="630da983-9bc0-4db9-b496-b90fbcc97014" providerId="ADAL" clId="{09730227-1908-4EA8-BA8E-5A59BE832678}" dt="2026-09-20T13:24:48.847" v="5476" actId="21"/>
          <ac:picMkLst>
            <pc:docMk/>
            <pc:sldMk cId="461461759" sldId="2147483193"/>
            <ac:picMk id="8" creationId="{F00637F6-0DC2-E0F4-B4B1-E452D748D5CC}"/>
          </ac:picMkLst>
        </pc:picChg>
        <pc:picChg chg="add del mod">
          <ac:chgData name="Reuel Ngo" userId="630da983-9bc0-4db9-b496-b90fbcc97014" providerId="ADAL" clId="{09730227-1908-4EA8-BA8E-5A59BE832678}" dt="2026-09-20T13:24:48.847" v="5476" actId="21"/>
          <ac:picMkLst>
            <pc:docMk/>
            <pc:sldMk cId="461461759" sldId="2147483193"/>
            <ac:picMk id="30" creationId="{8A626E2B-D5EE-E7DF-5B40-44BC355987EA}"/>
          </ac:picMkLst>
        </pc:picChg>
        <pc:picChg chg="add del">
          <ac:chgData name="Reuel Ngo" userId="630da983-9bc0-4db9-b496-b90fbcc97014" providerId="ADAL" clId="{09730227-1908-4EA8-BA8E-5A59BE832678}" dt="2026-09-20T13:24:44.659" v="5474" actId="21"/>
          <ac:picMkLst>
            <pc:docMk/>
            <pc:sldMk cId="461461759" sldId="2147483193"/>
            <ac:picMk id="31" creationId="{948C36E9-92C4-C85B-5D57-AD76C29B9BC6}"/>
          </ac:picMkLst>
        </pc:picChg>
        <pc:picChg chg="add del mod">
          <ac:chgData name="Reuel Ngo" userId="630da983-9bc0-4db9-b496-b90fbcc97014" providerId="ADAL" clId="{09730227-1908-4EA8-BA8E-5A59BE832678}" dt="2026-09-20T13:24:44.659" v="5474" actId="21"/>
          <ac:picMkLst>
            <pc:docMk/>
            <pc:sldMk cId="461461759" sldId="2147483193"/>
            <ac:picMk id="33" creationId="{C0C85832-74C0-7767-43E9-7564CDE6624D}"/>
          </ac:picMkLst>
        </pc:picChg>
      </pc:sldChg>
      <pc:sldChg chg="modSp add mod">
        <pc:chgData name="Reuel Ngo" userId="630da983-9bc0-4db9-b496-b90fbcc97014" providerId="ADAL" clId="{09730227-1908-4EA8-BA8E-5A59BE832678}" dt="2026-09-20T11:26:50.486" v="5183" actId="20577"/>
        <pc:sldMkLst>
          <pc:docMk/>
          <pc:sldMk cId="3211341740" sldId="2147483194"/>
        </pc:sldMkLst>
        <pc:spChg chg="mod">
          <ac:chgData name="Reuel Ngo" userId="630da983-9bc0-4db9-b496-b90fbcc97014" providerId="ADAL" clId="{09730227-1908-4EA8-BA8E-5A59BE832678}" dt="2026-09-20T11:26:50.486" v="5183" actId="20577"/>
          <ac:spMkLst>
            <pc:docMk/>
            <pc:sldMk cId="3211341740" sldId="2147483194"/>
            <ac:spMk id="2" creationId="{D6B4E39A-320B-8E76-4428-0A4CA497A654}"/>
          </ac:spMkLst>
        </pc:spChg>
      </pc:sldChg>
      <pc:sldChg chg="addSp delSp modSp add mod">
        <pc:chgData name="Reuel Ngo" userId="630da983-9bc0-4db9-b496-b90fbcc97014" providerId="ADAL" clId="{09730227-1908-4EA8-BA8E-5A59BE832678}" dt="2026-09-20T10:10:55.337" v="4319" actId="20577"/>
        <pc:sldMkLst>
          <pc:docMk/>
          <pc:sldMk cId="1304659930" sldId="2147483195"/>
        </pc:sldMkLst>
        <pc:spChg chg="mod">
          <ac:chgData name="Reuel Ngo" userId="630da983-9bc0-4db9-b496-b90fbcc97014" providerId="ADAL" clId="{09730227-1908-4EA8-BA8E-5A59BE832678}" dt="2026-09-20T09:57:14.352" v="3478" actId="20577"/>
          <ac:spMkLst>
            <pc:docMk/>
            <pc:sldMk cId="1304659930" sldId="2147483195"/>
            <ac:spMk id="2" creationId="{BDCECEAE-3F41-8D29-E5A2-9A1BFC80EB1D}"/>
          </ac:spMkLst>
        </pc:spChg>
        <pc:spChg chg="mod">
          <ac:chgData name="Reuel Ngo" userId="630da983-9bc0-4db9-b496-b90fbcc97014" providerId="ADAL" clId="{09730227-1908-4EA8-BA8E-5A59BE832678}" dt="2026-09-20T09:40:47.996" v="3276" actId="26606"/>
          <ac:spMkLst>
            <pc:docMk/>
            <pc:sldMk cId="1304659930" sldId="2147483195"/>
            <ac:spMk id="4" creationId="{8D8A80FC-E37B-B4B4-CE57-77985C347218}"/>
          </ac:spMkLst>
        </pc:spChg>
        <pc:spChg chg="add del">
          <ac:chgData name="Reuel Ngo" userId="630da983-9bc0-4db9-b496-b90fbcc97014" providerId="ADAL" clId="{09730227-1908-4EA8-BA8E-5A59BE832678}" dt="2026-09-20T09:58:11.680" v="3480" actId="478"/>
          <ac:spMkLst>
            <pc:docMk/>
            <pc:sldMk cId="1304659930" sldId="2147483195"/>
            <ac:spMk id="5" creationId="{F7D154D4-BF70-714F-B04A-88E54B759009}"/>
          </ac:spMkLst>
        </pc:spChg>
        <pc:spChg chg="add">
          <ac:chgData name="Reuel Ngo" userId="630da983-9bc0-4db9-b496-b90fbcc97014" providerId="ADAL" clId="{09730227-1908-4EA8-BA8E-5A59BE832678}" dt="2026-09-20T09:58:23.121" v="3482" actId="22"/>
          <ac:spMkLst>
            <pc:docMk/>
            <pc:sldMk cId="1304659930" sldId="2147483195"/>
            <ac:spMk id="8" creationId="{F5554684-DB8F-4C42-14B7-CFBEFDB3DA8E}"/>
          </ac:spMkLst>
        </pc:spChg>
        <pc:spChg chg="mod">
          <ac:chgData name="Reuel Ngo" userId="630da983-9bc0-4db9-b496-b90fbcc97014" providerId="ADAL" clId="{09730227-1908-4EA8-BA8E-5A59BE832678}" dt="2026-09-20T10:07:09.416" v="3713" actId="20577"/>
          <ac:spMkLst>
            <pc:docMk/>
            <pc:sldMk cId="1304659930" sldId="2147483195"/>
            <ac:spMk id="9" creationId="{01E9DC9C-6E31-493A-3350-26B39EB07C54}"/>
          </ac:spMkLst>
        </pc:spChg>
        <pc:spChg chg="mod">
          <ac:chgData name="Reuel Ngo" userId="630da983-9bc0-4db9-b496-b90fbcc97014" providerId="ADAL" clId="{09730227-1908-4EA8-BA8E-5A59BE832678}" dt="2026-09-20T10:04:46.612" v="3568" actId="207"/>
          <ac:spMkLst>
            <pc:docMk/>
            <pc:sldMk cId="1304659930" sldId="2147483195"/>
            <ac:spMk id="12" creationId="{F2B13279-1CB0-0C28-96F2-79E4D6A7373E}"/>
          </ac:spMkLst>
        </pc:spChg>
        <pc:spChg chg="mod">
          <ac:chgData name="Reuel Ngo" userId="630da983-9bc0-4db9-b496-b90fbcc97014" providerId="ADAL" clId="{09730227-1908-4EA8-BA8E-5A59BE832678}" dt="2026-09-20T10:06:17.562" v="3582"/>
          <ac:spMkLst>
            <pc:docMk/>
            <pc:sldMk cId="1304659930" sldId="2147483195"/>
            <ac:spMk id="15" creationId="{5BE71630-2E69-5D3D-EBEC-740ACCAA0C01}"/>
          </ac:spMkLst>
        </pc:spChg>
        <pc:spChg chg="mod">
          <ac:chgData name="Reuel Ngo" userId="630da983-9bc0-4db9-b496-b90fbcc97014" providerId="ADAL" clId="{09730227-1908-4EA8-BA8E-5A59BE832678}" dt="2026-09-20T10:07:38.877" v="3714"/>
          <ac:spMkLst>
            <pc:docMk/>
            <pc:sldMk cId="1304659930" sldId="2147483195"/>
            <ac:spMk id="19" creationId="{E6823880-825E-582D-C753-92FE1E58CF2F}"/>
          </ac:spMkLst>
        </pc:spChg>
        <pc:spChg chg="mod">
          <ac:chgData name="Reuel Ngo" userId="630da983-9bc0-4db9-b496-b90fbcc97014" providerId="ADAL" clId="{09730227-1908-4EA8-BA8E-5A59BE832678}" dt="2026-09-20T09:40:47.996" v="3276" actId="26606"/>
          <ac:spMkLst>
            <pc:docMk/>
            <pc:sldMk cId="1304659930" sldId="2147483195"/>
            <ac:spMk id="23" creationId="{4525BA78-2107-4CA5-BB1A-9F23BC6AF811}"/>
          </ac:spMkLst>
        </pc:spChg>
        <pc:spChg chg="mod">
          <ac:chgData name="Reuel Ngo" userId="630da983-9bc0-4db9-b496-b90fbcc97014" providerId="ADAL" clId="{09730227-1908-4EA8-BA8E-5A59BE832678}" dt="2026-09-20T10:08:10.098" v="3761" actId="20577"/>
          <ac:spMkLst>
            <pc:docMk/>
            <pc:sldMk cId="1304659930" sldId="2147483195"/>
            <ac:spMk id="27" creationId="{1D71F80A-00A3-4563-D97B-E6259B832BAE}"/>
          </ac:spMkLst>
        </pc:spChg>
        <pc:spChg chg="mod">
          <ac:chgData name="Reuel Ngo" userId="630da983-9bc0-4db9-b496-b90fbcc97014" providerId="ADAL" clId="{09730227-1908-4EA8-BA8E-5A59BE832678}" dt="2026-09-20T09:40:47.996" v="3276" actId="26606"/>
          <ac:spMkLst>
            <pc:docMk/>
            <pc:sldMk cId="1304659930" sldId="2147483195"/>
            <ac:spMk id="29" creationId="{11AA3349-11DD-AE97-13A2-E44DD8310511}"/>
          </ac:spMkLst>
        </pc:spChg>
        <pc:spChg chg="mod">
          <ac:chgData name="Reuel Ngo" userId="630da983-9bc0-4db9-b496-b90fbcc97014" providerId="ADAL" clId="{09730227-1908-4EA8-BA8E-5A59BE832678}" dt="2026-09-20T10:08:46.905" v="3935" actId="20577"/>
          <ac:spMkLst>
            <pc:docMk/>
            <pc:sldMk cId="1304659930" sldId="2147483195"/>
            <ac:spMk id="31" creationId="{A21B92EA-127C-7BB8-634D-E5CF9E11011F}"/>
          </ac:spMkLst>
        </pc:spChg>
        <pc:spChg chg="mod">
          <ac:chgData name="Reuel Ngo" userId="630da983-9bc0-4db9-b496-b90fbcc97014" providerId="ADAL" clId="{09730227-1908-4EA8-BA8E-5A59BE832678}" dt="2026-09-20T10:09:14.784" v="4075" actId="20577"/>
          <ac:spMkLst>
            <pc:docMk/>
            <pc:sldMk cId="1304659930" sldId="2147483195"/>
            <ac:spMk id="35" creationId="{6060B44F-04EB-AC6A-32BD-D307EF7BD8CB}"/>
          </ac:spMkLst>
        </pc:spChg>
        <pc:spChg chg="mod">
          <ac:chgData name="Reuel Ngo" userId="630da983-9bc0-4db9-b496-b90fbcc97014" providerId="ADAL" clId="{09730227-1908-4EA8-BA8E-5A59BE832678}" dt="2026-09-20T09:40:47.996" v="3276" actId="26606"/>
          <ac:spMkLst>
            <pc:docMk/>
            <pc:sldMk cId="1304659930" sldId="2147483195"/>
            <ac:spMk id="39" creationId="{9EDE4A90-D6AA-4F9D-BA45-575DE393E1A1}"/>
          </ac:spMkLst>
        </pc:spChg>
        <pc:spChg chg="mod">
          <ac:chgData name="Reuel Ngo" userId="630da983-9bc0-4db9-b496-b90fbcc97014" providerId="ADAL" clId="{09730227-1908-4EA8-BA8E-5A59BE832678}" dt="2026-09-20T10:09:43.294" v="4124" actId="20577"/>
          <ac:spMkLst>
            <pc:docMk/>
            <pc:sldMk cId="1304659930" sldId="2147483195"/>
            <ac:spMk id="43" creationId="{56D93785-8600-BDB4-867A-8FF368B71273}"/>
          </ac:spMkLst>
        </pc:spChg>
        <pc:spChg chg="mod">
          <ac:chgData name="Reuel Ngo" userId="630da983-9bc0-4db9-b496-b90fbcc97014" providerId="ADAL" clId="{09730227-1908-4EA8-BA8E-5A59BE832678}" dt="2026-09-20T10:10:29.011" v="4209" actId="20577"/>
          <ac:spMkLst>
            <pc:docMk/>
            <pc:sldMk cId="1304659930" sldId="2147483195"/>
            <ac:spMk id="47" creationId="{315A9E53-C1A1-4608-0E34-17F6A01DA902}"/>
          </ac:spMkLst>
        </pc:spChg>
        <pc:spChg chg="mod">
          <ac:chgData name="Reuel Ngo" userId="630da983-9bc0-4db9-b496-b90fbcc97014" providerId="ADAL" clId="{09730227-1908-4EA8-BA8E-5A59BE832678}" dt="2026-09-20T09:40:47.996" v="3276" actId="26606"/>
          <ac:spMkLst>
            <pc:docMk/>
            <pc:sldMk cId="1304659930" sldId="2147483195"/>
            <ac:spMk id="49" creationId="{0F443C13-BBE4-DDEF-52EF-C552ADAC5C3E}"/>
          </ac:spMkLst>
        </pc:spChg>
        <pc:spChg chg="mod">
          <ac:chgData name="Reuel Ngo" userId="630da983-9bc0-4db9-b496-b90fbcc97014" providerId="ADAL" clId="{09730227-1908-4EA8-BA8E-5A59BE832678}" dt="2026-09-20T10:10:55.337" v="4319" actId="20577"/>
          <ac:spMkLst>
            <pc:docMk/>
            <pc:sldMk cId="1304659930" sldId="2147483195"/>
            <ac:spMk id="51" creationId="{5CB8F69C-6ABD-BD82-3BCB-D33369432413}"/>
          </ac:spMkLst>
        </pc:spChg>
        <pc:spChg chg="del">
          <ac:chgData name="Reuel Ngo" userId="630da983-9bc0-4db9-b496-b90fbcc97014" providerId="ADAL" clId="{09730227-1908-4EA8-BA8E-5A59BE832678}" dt="2026-09-20T09:40:47.996" v="3276" actId="26606"/>
          <ac:spMkLst>
            <pc:docMk/>
            <pc:sldMk cId="1304659930" sldId="2147483195"/>
            <ac:spMk id="67" creationId="{50CD2688-8F06-2569-4CF3-9C9C77FA4EB1}"/>
          </ac:spMkLst>
        </pc:spChg>
        <pc:spChg chg="del">
          <ac:chgData name="Reuel Ngo" userId="630da983-9bc0-4db9-b496-b90fbcc97014" providerId="ADAL" clId="{09730227-1908-4EA8-BA8E-5A59BE832678}" dt="2026-09-20T09:40:47.996" v="3276" actId="26606"/>
          <ac:spMkLst>
            <pc:docMk/>
            <pc:sldMk cId="1304659930" sldId="2147483195"/>
            <ac:spMk id="81" creationId="{01B56795-B530-1182-06FD-EBC3DA8160E5}"/>
          </ac:spMkLst>
        </pc:spChg>
      </pc:sldChg>
      <pc:sldChg chg="add del">
        <pc:chgData name="Reuel Ngo" userId="630da983-9bc0-4db9-b496-b90fbcc97014" providerId="ADAL" clId="{09730227-1908-4EA8-BA8E-5A59BE832678}" dt="2026-09-20T10:20:52.332" v="4754" actId="47"/>
        <pc:sldMkLst>
          <pc:docMk/>
          <pc:sldMk cId="3561584905" sldId="2147483196"/>
        </pc:sldMkLst>
      </pc:sldChg>
      <pc:sldChg chg="modSp add mod ord">
        <pc:chgData name="Reuel Ngo" userId="630da983-9bc0-4db9-b496-b90fbcc97014" providerId="ADAL" clId="{09730227-1908-4EA8-BA8E-5A59BE832678}" dt="2026-09-20T13:41:01.390" v="5912"/>
        <pc:sldMkLst>
          <pc:docMk/>
          <pc:sldMk cId="789055600" sldId="2147483197"/>
        </pc:sldMkLst>
        <pc:spChg chg="mod">
          <ac:chgData name="Reuel Ngo" userId="630da983-9bc0-4db9-b496-b90fbcc97014" providerId="ADAL" clId="{09730227-1908-4EA8-BA8E-5A59BE832678}" dt="2026-09-20T10:19:11.486" v="4654" actId="20577"/>
          <ac:spMkLst>
            <pc:docMk/>
            <pc:sldMk cId="789055600" sldId="2147483197"/>
            <ac:spMk id="9" creationId="{C2C52420-598D-94DD-435C-5C05F7BC5F31}"/>
          </ac:spMkLst>
        </pc:spChg>
        <pc:spChg chg="mod">
          <ac:chgData name="Reuel Ngo" userId="630da983-9bc0-4db9-b496-b90fbcc97014" providerId="ADAL" clId="{09730227-1908-4EA8-BA8E-5A59BE832678}" dt="2026-09-20T10:20:42.973" v="4753" actId="207"/>
          <ac:spMkLst>
            <pc:docMk/>
            <pc:sldMk cId="789055600" sldId="2147483197"/>
            <ac:spMk id="12" creationId="{BBD2C26C-79FB-D732-0629-B0B7C11E35E4}"/>
          </ac:spMkLst>
        </pc:spChg>
        <pc:spChg chg="mod">
          <ac:chgData name="Reuel Ngo" userId="630da983-9bc0-4db9-b496-b90fbcc97014" providerId="ADAL" clId="{09730227-1908-4EA8-BA8E-5A59BE832678}" dt="2026-09-20T10:17:43.864" v="4493"/>
          <ac:spMkLst>
            <pc:docMk/>
            <pc:sldMk cId="789055600" sldId="2147483197"/>
            <ac:spMk id="15" creationId="{BDFD33E5-B5B3-4C7A-890C-3DF4597DBB7D}"/>
          </ac:spMkLst>
        </pc:spChg>
        <pc:spChg chg="mod">
          <ac:chgData name="Reuel Ngo" userId="630da983-9bc0-4db9-b496-b90fbcc97014" providerId="ADAL" clId="{09730227-1908-4EA8-BA8E-5A59BE832678}" dt="2026-09-20T10:17:51.625" v="4494"/>
          <ac:spMkLst>
            <pc:docMk/>
            <pc:sldMk cId="789055600" sldId="2147483197"/>
            <ac:spMk id="19" creationId="{C7C55FC5-57A0-C48F-3601-DC76E0DFF4B4}"/>
          </ac:spMkLst>
        </pc:spChg>
        <pc:spChg chg="mod">
          <ac:chgData name="Reuel Ngo" userId="630da983-9bc0-4db9-b496-b90fbcc97014" providerId="ADAL" clId="{09730227-1908-4EA8-BA8E-5A59BE832678}" dt="2026-09-20T10:18:57.807" v="4622" actId="20577"/>
          <ac:spMkLst>
            <pc:docMk/>
            <pc:sldMk cId="789055600" sldId="2147483197"/>
            <ac:spMk id="27" creationId="{36E4D434-F629-BB01-064E-0654C082E184}"/>
          </ac:spMkLst>
        </pc:spChg>
        <pc:spChg chg="mod">
          <ac:chgData name="Reuel Ngo" userId="630da983-9bc0-4db9-b496-b90fbcc97014" providerId="ADAL" clId="{09730227-1908-4EA8-BA8E-5A59BE832678}" dt="2026-09-20T10:18:23.878" v="4574" actId="20577"/>
          <ac:spMkLst>
            <pc:docMk/>
            <pc:sldMk cId="789055600" sldId="2147483197"/>
            <ac:spMk id="31" creationId="{F0127484-0E03-B541-7405-ADCACEF2350B}"/>
          </ac:spMkLst>
        </pc:spChg>
        <pc:spChg chg="mod">
          <ac:chgData name="Reuel Ngo" userId="630da983-9bc0-4db9-b496-b90fbcc97014" providerId="ADAL" clId="{09730227-1908-4EA8-BA8E-5A59BE832678}" dt="2026-09-20T10:18:43.058" v="4576"/>
          <ac:spMkLst>
            <pc:docMk/>
            <pc:sldMk cId="789055600" sldId="2147483197"/>
            <ac:spMk id="35" creationId="{2E2C4BCA-A541-5077-F110-3642630FBDA0}"/>
          </ac:spMkLst>
        </pc:spChg>
        <pc:spChg chg="mod">
          <ac:chgData name="Reuel Ngo" userId="630da983-9bc0-4db9-b496-b90fbcc97014" providerId="ADAL" clId="{09730227-1908-4EA8-BA8E-5A59BE832678}" dt="2026-09-20T10:19:19.293" v="4678" actId="20577"/>
          <ac:spMkLst>
            <pc:docMk/>
            <pc:sldMk cId="789055600" sldId="2147483197"/>
            <ac:spMk id="43" creationId="{5C5BC110-C9F3-AE6D-E5E2-542710582BC5}"/>
          </ac:spMkLst>
        </pc:spChg>
        <pc:spChg chg="mod">
          <ac:chgData name="Reuel Ngo" userId="630da983-9bc0-4db9-b496-b90fbcc97014" providerId="ADAL" clId="{09730227-1908-4EA8-BA8E-5A59BE832678}" dt="2026-09-20T10:19:56.870" v="4742" actId="20577"/>
          <ac:spMkLst>
            <pc:docMk/>
            <pc:sldMk cId="789055600" sldId="2147483197"/>
            <ac:spMk id="47" creationId="{667CF07A-BE90-ED42-1879-2FA6CAA3BBAF}"/>
          </ac:spMkLst>
        </pc:spChg>
        <pc:spChg chg="mod">
          <ac:chgData name="Reuel Ngo" userId="630da983-9bc0-4db9-b496-b90fbcc97014" providerId="ADAL" clId="{09730227-1908-4EA8-BA8E-5A59BE832678}" dt="2026-09-20T10:20:14.894" v="4751" actId="20577"/>
          <ac:spMkLst>
            <pc:docMk/>
            <pc:sldMk cId="789055600" sldId="2147483197"/>
            <ac:spMk id="51" creationId="{F856850A-4334-9DCD-CEB7-F1A087D300B8}"/>
          </ac:spMkLst>
        </pc:spChg>
      </pc:sldChg>
      <pc:sldChg chg="modSp add del mod">
        <pc:chgData name="Reuel Ngo" userId="630da983-9bc0-4db9-b496-b90fbcc97014" providerId="ADAL" clId="{09730227-1908-4EA8-BA8E-5A59BE832678}" dt="2026-09-20T10:58:58.036" v="5125" actId="47"/>
        <pc:sldMkLst>
          <pc:docMk/>
          <pc:sldMk cId="3731553362" sldId="2147483198"/>
        </pc:sldMkLst>
        <pc:spChg chg="mod">
          <ac:chgData name="Reuel Ngo" userId="630da983-9bc0-4db9-b496-b90fbcc97014" providerId="ADAL" clId="{09730227-1908-4EA8-BA8E-5A59BE832678}" dt="2026-09-20T10:14:59.487" v="4338" actId="20577"/>
          <ac:spMkLst>
            <pc:docMk/>
            <pc:sldMk cId="3731553362" sldId="2147483198"/>
            <ac:spMk id="9" creationId="{5C416EF0-5736-0439-F894-B2E6EB30C66D}"/>
          </ac:spMkLst>
        </pc:spChg>
        <pc:spChg chg="mod">
          <ac:chgData name="Reuel Ngo" userId="630da983-9bc0-4db9-b496-b90fbcc97014" providerId="ADAL" clId="{09730227-1908-4EA8-BA8E-5A59BE832678}" dt="2026-09-20T10:16:01.137" v="4445" actId="20577"/>
          <ac:spMkLst>
            <pc:docMk/>
            <pc:sldMk cId="3731553362" sldId="2147483198"/>
            <ac:spMk id="89" creationId="{F825C7D8-80EB-F99A-48A6-39E4035C021C}"/>
          </ac:spMkLst>
        </pc:spChg>
        <pc:spChg chg="mod">
          <ac:chgData name="Reuel Ngo" userId="630da983-9bc0-4db9-b496-b90fbcc97014" providerId="ADAL" clId="{09730227-1908-4EA8-BA8E-5A59BE832678}" dt="2026-09-20T10:16:08.718" v="4455" actId="20577"/>
          <ac:spMkLst>
            <pc:docMk/>
            <pc:sldMk cId="3731553362" sldId="2147483198"/>
            <ac:spMk id="92" creationId="{DF872518-14A1-256A-F589-F494F3E095A2}"/>
          </ac:spMkLst>
        </pc:spChg>
        <pc:spChg chg="mod">
          <ac:chgData name="Reuel Ngo" userId="630da983-9bc0-4db9-b496-b90fbcc97014" providerId="ADAL" clId="{09730227-1908-4EA8-BA8E-5A59BE832678}" dt="2026-09-20T10:15:43.028" v="4420"/>
          <ac:spMkLst>
            <pc:docMk/>
            <pc:sldMk cId="3731553362" sldId="2147483198"/>
            <ac:spMk id="93" creationId="{C8516232-E57B-9B04-C907-B3946A29AFB5}"/>
          </ac:spMkLst>
        </pc:spChg>
        <pc:spChg chg="mod">
          <ac:chgData name="Reuel Ngo" userId="630da983-9bc0-4db9-b496-b90fbcc97014" providerId="ADAL" clId="{09730227-1908-4EA8-BA8E-5A59BE832678}" dt="2026-09-20T10:16:04.549" v="4446"/>
          <ac:spMkLst>
            <pc:docMk/>
            <pc:sldMk cId="3731553362" sldId="2147483198"/>
            <ac:spMk id="94" creationId="{B9003BC9-AFFC-1C4A-6457-BC43F6E037AF}"/>
          </ac:spMkLst>
        </pc:spChg>
        <pc:spChg chg="mod">
          <ac:chgData name="Reuel Ngo" userId="630da983-9bc0-4db9-b496-b90fbcc97014" providerId="ADAL" clId="{09730227-1908-4EA8-BA8E-5A59BE832678}" dt="2026-09-20T10:16:17.942" v="4460" actId="20577"/>
          <ac:spMkLst>
            <pc:docMk/>
            <pc:sldMk cId="3731553362" sldId="2147483198"/>
            <ac:spMk id="96" creationId="{EC23ECB6-8E3B-4D51-E1E1-37F8B10D2E14}"/>
          </ac:spMkLst>
        </pc:spChg>
        <pc:grpChg chg="mod">
          <ac:chgData name="Reuel Ngo" userId="630da983-9bc0-4db9-b496-b90fbcc97014" providerId="ADAL" clId="{09730227-1908-4EA8-BA8E-5A59BE832678}" dt="2026-09-20T10:15:50.575" v="4421" actId="1076"/>
          <ac:grpSpMkLst>
            <pc:docMk/>
            <pc:sldMk cId="3731553362" sldId="2147483198"/>
            <ac:grpSpMk id="36" creationId="{A72FEBAB-59D6-7C8F-60E9-DFBE47E0C03A}"/>
          </ac:grpSpMkLst>
        </pc:grpChg>
      </pc:sldChg>
      <pc:sldChg chg="modSp new del mod ord">
        <pc:chgData name="Reuel Ngo" userId="630da983-9bc0-4db9-b496-b90fbcc97014" providerId="ADAL" clId="{09730227-1908-4EA8-BA8E-5A59BE832678}" dt="2026-09-20T16:11:13.168" v="5983" actId="47"/>
        <pc:sldMkLst>
          <pc:docMk/>
          <pc:sldMk cId="3586179513" sldId="2147483199"/>
        </pc:sldMkLst>
        <pc:spChg chg="mod">
          <ac:chgData name="Reuel Ngo" userId="630da983-9bc0-4db9-b496-b90fbcc97014" providerId="ADAL" clId="{09730227-1908-4EA8-BA8E-5A59BE832678}" dt="2026-09-20T16:01:02.534" v="5973"/>
          <ac:spMkLst>
            <pc:docMk/>
            <pc:sldMk cId="3586179513" sldId="2147483199"/>
            <ac:spMk id="2" creationId="{EF8D0DCC-114F-2D67-5987-0122509FD824}"/>
          </ac:spMkLst>
        </pc:spChg>
      </pc:sldChg>
      <pc:sldChg chg="delSp add del mod ord">
        <pc:chgData name="Reuel Ngo" userId="630da983-9bc0-4db9-b496-b90fbcc97014" providerId="ADAL" clId="{09730227-1908-4EA8-BA8E-5A59BE832678}" dt="2026-09-20T11:29:49.739" v="5190" actId="26606"/>
        <pc:sldMkLst>
          <pc:docMk/>
          <pc:sldMk cId="0" sldId="2147483200"/>
        </pc:sldMkLst>
        <pc:spChg chg="del">
          <ac:chgData name="Reuel Ngo" userId="630da983-9bc0-4db9-b496-b90fbcc97014" providerId="ADAL" clId="{09730227-1908-4EA8-BA8E-5A59BE832678}" dt="2026-09-20T11:27:39.826" v="5189" actId="478"/>
          <ac:spMkLst>
            <pc:docMk/>
            <pc:sldMk cId="0" sldId="2147483200"/>
            <ac:spMk id="8"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11"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12"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15"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18"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19"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21"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22"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25" creationId="{00000000-0000-0000-0000-000000000000}"/>
          </ac:spMkLst>
        </pc:spChg>
        <pc:spChg chg="del">
          <ac:chgData name="Reuel Ngo" userId="630da983-9bc0-4db9-b496-b90fbcc97014" providerId="ADAL" clId="{09730227-1908-4EA8-BA8E-5A59BE832678}" dt="2026-09-20T11:27:39.826" v="5189" actId="478"/>
          <ac:spMkLst>
            <pc:docMk/>
            <pc:sldMk cId="0" sldId="2147483200"/>
            <ac:spMk id="27" creationId="{00000000-0000-0000-0000-000000000000}"/>
          </ac:spMkLst>
        </pc:spChg>
        <pc:spChg chg="del">
          <ac:chgData name="Reuel Ngo" userId="630da983-9bc0-4db9-b496-b90fbcc97014" providerId="ADAL" clId="{09730227-1908-4EA8-BA8E-5A59BE832678}" dt="2026-09-20T11:27:35.390" v="5187" actId="478"/>
          <ac:spMkLst>
            <pc:docMk/>
            <pc:sldMk cId="0" sldId="2147483200"/>
            <ac:spMk id="29" creationId="{00000000-0000-0000-0000-000000000000}"/>
          </ac:spMkLst>
        </pc:spChg>
        <pc:spChg chg="del">
          <ac:chgData name="Reuel Ngo" userId="630da983-9bc0-4db9-b496-b90fbcc97014" providerId="ADAL" clId="{09730227-1908-4EA8-BA8E-5A59BE832678}" dt="2026-09-20T11:27:36.967" v="5188" actId="478"/>
          <ac:spMkLst>
            <pc:docMk/>
            <pc:sldMk cId="0" sldId="2147483200"/>
            <ac:spMk id="30" creationId="{00000000-0000-0000-0000-000000000000}"/>
          </ac:spMkLst>
        </pc:spChg>
        <pc:spChg chg="del">
          <ac:chgData name="Reuel Ngo" userId="630da983-9bc0-4db9-b496-b90fbcc97014" providerId="ADAL" clId="{09730227-1908-4EA8-BA8E-5A59BE832678}" dt="2026-09-20T11:27:36.967" v="5188" actId="478"/>
          <ac:spMkLst>
            <pc:docMk/>
            <pc:sldMk cId="0" sldId="2147483200"/>
            <ac:spMk id="32" creationId="{00000000-0000-0000-0000-000000000000}"/>
          </ac:spMkLst>
        </pc:spChg>
        <pc:spChg chg="del">
          <ac:chgData name="Reuel Ngo" userId="630da983-9bc0-4db9-b496-b90fbcc97014" providerId="ADAL" clId="{09730227-1908-4EA8-BA8E-5A59BE832678}" dt="2026-09-20T11:27:36.967" v="5188" actId="478"/>
          <ac:spMkLst>
            <pc:docMk/>
            <pc:sldMk cId="0" sldId="2147483200"/>
            <ac:spMk id="33" creationId="{00000000-0000-0000-0000-000000000000}"/>
          </ac:spMkLst>
        </pc:spChg>
        <pc:spChg chg="del">
          <ac:chgData name="Reuel Ngo" userId="630da983-9bc0-4db9-b496-b90fbcc97014" providerId="ADAL" clId="{09730227-1908-4EA8-BA8E-5A59BE832678}" dt="2026-09-20T11:27:36.967" v="5188" actId="478"/>
          <ac:spMkLst>
            <pc:docMk/>
            <pc:sldMk cId="0" sldId="2147483200"/>
            <ac:spMk id="34" creationId="{00000000-0000-0000-0000-000000000000}"/>
          </ac:spMkLst>
        </pc:spChg>
        <pc:spChg chg="del">
          <ac:chgData name="Reuel Ngo" userId="630da983-9bc0-4db9-b496-b90fbcc97014" providerId="ADAL" clId="{09730227-1908-4EA8-BA8E-5A59BE832678}" dt="2026-09-20T11:27:36.967" v="5188" actId="478"/>
          <ac:spMkLst>
            <pc:docMk/>
            <pc:sldMk cId="0" sldId="2147483200"/>
            <ac:spMk id="35" creationId="{00000000-0000-0000-0000-000000000000}"/>
          </ac:spMkLst>
        </pc:spChg>
        <pc:picChg chg="del">
          <ac:chgData name="Reuel Ngo" userId="630da983-9bc0-4db9-b496-b90fbcc97014" providerId="ADAL" clId="{09730227-1908-4EA8-BA8E-5A59BE832678}" dt="2026-09-20T11:27:36.967" v="5188" actId="478"/>
          <ac:picMkLst>
            <pc:docMk/>
            <pc:sldMk cId="0" sldId="2147483200"/>
            <ac:picMk id="31" creationId="{00000000-0000-0000-0000-000000000000}"/>
          </ac:picMkLst>
        </pc:picChg>
      </pc:sldChg>
      <pc:sldChg chg="addSp delSp modSp add mod">
        <pc:chgData name="Reuel Ngo" userId="630da983-9bc0-4db9-b496-b90fbcc97014" providerId="ADAL" clId="{09730227-1908-4EA8-BA8E-5A59BE832678}" dt="2026-09-20T13:44:04.488" v="5971" actId="313"/>
        <pc:sldMkLst>
          <pc:docMk/>
          <pc:sldMk cId="3341310795" sldId="2147483200"/>
        </pc:sldMkLst>
        <pc:spChg chg="del">
          <ac:chgData name="Reuel Ngo" userId="630da983-9bc0-4db9-b496-b90fbcc97014" providerId="ADAL" clId="{09730227-1908-4EA8-BA8E-5A59BE832678}" dt="2026-09-20T13:22:48.417" v="5413" actId="478"/>
          <ac:spMkLst>
            <pc:docMk/>
            <pc:sldMk cId="3341310795" sldId="2147483200"/>
            <ac:spMk id="4" creationId="{D019BFA6-97B8-D708-9B33-E3079822AB47}"/>
          </ac:spMkLst>
        </pc:spChg>
        <pc:spChg chg="del">
          <ac:chgData name="Reuel Ngo" userId="630da983-9bc0-4db9-b496-b90fbcc97014" providerId="ADAL" clId="{09730227-1908-4EA8-BA8E-5A59BE832678}" dt="2026-09-20T13:22:48.417" v="5413" actId="478"/>
          <ac:spMkLst>
            <pc:docMk/>
            <pc:sldMk cId="3341310795" sldId="2147483200"/>
            <ac:spMk id="5" creationId="{61EB3E43-2170-432A-EB77-48E922AC5E19}"/>
          </ac:spMkLst>
        </pc:spChg>
        <pc:spChg chg="del">
          <ac:chgData name="Reuel Ngo" userId="630da983-9bc0-4db9-b496-b90fbcc97014" providerId="ADAL" clId="{09730227-1908-4EA8-BA8E-5A59BE832678}" dt="2026-09-20T13:22:48.417" v="5413" actId="478"/>
          <ac:spMkLst>
            <pc:docMk/>
            <pc:sldMk cId="3341310795" sldId="2147483200"/>
            <ac:spMk id="6" creationId="{8CFE5E74-B1E6-017E-726E-4BEBD7E883A8}"/>
          </ac:spMkLst>
        </pc:spChg>
        <pc:spChg chg="del">
          <ac:chgData name="Reuel Ngo" userId="630da983-9bc0-4db9-b496-b90fbcc97014" providerId="ADAL" clId="{09730227-1908-4EA8-BA8E-5A59BE832678}" dt="2026-09-20T13:22:48.417" v="5413" actId="478"/>
          <ac:spMkLst>
            <pc:docMk/>
            <pc:sldMk cId="3341310795" sldId="2147483200"/>
            <ac:spMk id="7" creationId="{3A46FE51-3981-33D9-F723-CD3DB463E30F}"/>
          </ac:spMkLst>
        </pc:spChg>
        <pc:spChg chg="mod">
          <ac:chgData name="Reuel Ngo" userId="630da983-9bc0-4db9-b496-b90fbcc97014" providerId="ADAL" clId="{09730227-1908-4EA8-BA8E-5A59BE832678}" dt="2026-09-20T13:22:29.005" v="5412" actId="207"/>
          <ac:spMkLst>
            <pc:docMk/>
            <pc:sldMk cId="3341310795" sldId="2147483200"/>
            <ac:spMk id="9" creationId="{D7A2165A-4ECB-C8F4-2577-B1354B75A794}"/>
          </ac:spMkLst>
        </pc:spChg>
        <pc:spChg chg="del">
          <ac:chgData name="Reuel Ngo" userId="630da983-9bc0-4db9-b496-b90fbcc97014" providerId="ADAL" clId="{09730227-1908-4EA8-BA8E-5A59BE832678}" dt="2026-09-20T13:21:30.653" v="5391" actId="478"/>
          <ac:spMkLst>
            <pc:docMk/>
            <pc:sldMk cId="3341310795" sldId="2147483200"/>
            <ac:spMk id="11" creationId="{B82097F1-6CBF-E180-A901-5BD1CB45F1C9}"/>
          </ac:spMkLst>
        </pc:spChg>
        <pc:spChg chg="mod">
          <ac:chgData name="Reuel Ngo" userId="630da983-9bc0-4db9-b496-b90fbcc97014" providerId="ADAL" clId="{09730227-1908-4EA8-BA8E-5A59BE832678}" dt="2026-09-20T13:35:06.203" v="5697"/>
          <ac:spMkLst>
            <pc:docMk/>
            <pc:sldMk cId="3341310795" sldId="2147483200"/>
            <ac:spMk id="14" creationId="{E0554E27-4731-EA6A-962F-91A6A596DFEA}"/>
          </ac:spMkLst>
        </pc:spChg>
        <pc:spChg chg="del mod">
          <ac:chgData name="Reuel Ngo" userId="630da983-9bc0-4db9-b496-b90fbcc97014" providerId="ADAL" clId="{09730227-1908-4EA8-BA8E-5A59BE832678}" dt="2026-09-20T13:19:36.821" v="5374" actId="478"/>
          <ac:spMkLst>
            <pc:docMk/>
            <pc:sldMk cId="3341310795" sldId="2147483200"/>
            <ac:spMk id="18" creationId="{5CA693BE-6F9C-0AB2-B567-4CDC51B0BD5A}"/>
          </ac:spMkLst>
        </pc:spChg>
        <pc:spChg chg="mod">
          <ac:chgData name="Reuel Ngo" userId="630da983-9bc0-4db9-b496-b90fbcc97014" providerId="ADAL" clId="{09730227-1908-4EA8-BA8E-5A59BE832678}" dt="2026-09-20T13:18:42.789" v="5372" actId="1076"/>
          <ac:spMkLst>
            <pc:docMk/>
            <pc:sldMk cId="3341310795" sldId="2147483200"/>
            <ac:spMk id="19" creationId="{503A203C-2B35-3DA3-EEB3-0BB3FEED2680}"/>
          </ac:spMkLst>
        </pc:spChg>
        <pc:spChg chg="mod">
          <ac:chgData name="Reuel Ngo" userId="630da983-9bc0-4db9-b496-b90fbcc97014" providerId="ADAL" clId="{09730227-1908-4EA8-BA8E-5A59BE832678}" dt="2026-09-20T13:18:35.656" v="5370" actId="1076"/>
          <ac:spMkLst>
            <pc:docMk/>
            <pc:sldMk cId="3341310795" sldId="2147483200"/>
            <ac:spMk id="20" creationId="{8D9FC9DD-748D-29DB-1864-156C76F6F478}"/>
          </ac:spMkLst>
        </pc:spChg>
        <pc:spChg chg="mod">
          <ac:chgData name="Reuel Ngo" userId="630da983-9bc0-4db9-b496-b90fbcc97014" providerId="ADAL" clId="{09730227-1908-4EA8-BA8E-5A59BE832678}" dt="2026-09-20T13:44:01.701" v="5970" actId="2711"/>
          <ac:spMkLst>
            <pc:docMk/>
            <pc:sldMk cId="3341310795" sldId="2147483200"/>
            <ac:spMk id="21" creationId="{85AB41F2-31D6-015B-6FF7-6F99F8C7ABDD}"/>
          </ac:spMkLst>
        </pc:spChg>
        <pc:spChg chg="del">
          <ac:chgData name="Reuel Ngo" userId="630da983-9bc0-4db9-b496-b90fbcc97014" providerId="ADAL" clId="{09730227-1908-4EA8-BA8E-5A59BE832678}" dt="2026-09-20T13:21:34.525" v="5395" actId="478"/>
          <ac:spMkLst>
            <pc:docMk/>
            <pc:sldMk cId="3341310795" sldId="2147483200"/>
            <ac:spMk id="25" creationId="{491C9653-5F5E-5370-D8FA-33E702762BBD}"/>
          </ac:spMkLst>
        </pc:spChg>
        <pc:spChg chg="mod">
          <ac:chgData name="Reuel Ngo" userId="630da983-9bc0-4db9-b496-b90fbcc97014" providerId="ADAL" clId="{09730227-1908-4EA8-BA8E-5A59BE832678}" dt="2026-09-20T13:24:25.528" v="5440" actId="20577"/>
          <ac:spMkLst>
            <pc:docMk/>
            <pc:sldMk cId="3341310795" sldId="2147483200"/>
            <ac:spMk id="27" creationId="{6C4F1A88-BE2D-6523-EE82-D5BC45815A34}"/>
          </ac:spMkLst>
        </pc:spChg>
        <pc:spChg chg="mod">
          <ac:chgData name="Reuel Ngo" userId="630da983-9bc0-4db9-b496-b90fbcc97014" providerId="ADAL" clId="{09730227-1908-4EA8-BA8E-5A59BE832678}" dt="2026-09-20T13:38:07.494" v="5897" actId="313"/>
          <ac:spMkLst>
            <pc:docMk/>
            <pc:sldMk cId="3341310795" sldId="2147483200"/>
            <ac:spMk id="28" creationId="{B551232E-E3BF-0CD7-61BF-17505F9C1391}"/>
          </ac:spMkLst>
        </pc:spChg>
        <pc:spChg chg="mod">
          <ac:chgData name="Reuel Ngo" userId="630da983-9bc0-4db9-b496-b90fbcc97014" providerId="ADAL" clId="{09730227-1908-4EA8-BA8E-5A59BE832678}" dt="2026-09-20T13:22:26.317" v="5411" actId="207"/>
          <ac:spMkLst>
            <pc:docMk/>
            <pc:sldMk cId="3341310795" sldId="2147483200"/>
            <ac:spMk id="30" creationId="{6D3DF041-9EB1-5FDF-D34D-35092CF06B65}"/>
          </ac:spMkLst>
        </pc:spChg>
        <pc:spChg chg="add del mod">
          <ac:chgData name="Reuel Ngo" userId="630da983-9bc0-4db9-b496-b90fbcc97014" providerId="ADAL" clId="{09730227-1908-4EA8-BA8E-5A59BE832678}" dt="2026-09-20T13:23:47.196" v="5416"/>
          <ac:spMkLst>
            <pc:docMk/>
            <pc:sldMk cId="3341310795" sldId="2147483200"/>
            <ac:spMk id="31" creationId="{44F44DC2-9D53-3BFC-A099-EBF8E9CF943E}"/>
          </ac:spMkLst>
        </pc:spChg>
        <pc:spChg chg="del">
          <ac:chgData name="Reuel Ngo" userId="630da983-9bc0-4db9-b496-b90fbcc97014" providerId="ADAL" clId="{09730227-1908-4EA8-BA8E-5A59BE832678}" dt="2026-09-20T13:21:38.643" v="5397" actId="478"/>
          <ac:spMkLst>
            <pc:docMk/>
            <pc:sldMk cId="3341310795" sldId="2147483200"/>
            <ac:spMk id="32" creationId="{D0242DF4-F03B-971D-859D-1B914E8B5E37}"/>
          </ac:spMkLst>
        </pc:spChg>
        <pc:spChg chg="mod">
          <ac:chgData name="Reuel Ngo" userId="630da983-9bc0-4db9-b496-b90fbcc97014" providerId="ADAL" clId="{09730227-1908-4EA8-BA8E-5A59BE832678}" dt="2026-09-20T13:24:31.162" v="5458" actId="20577"/>
          <ac:spMkLst>
            <pc:docMk/>
            <pc:sldMk cId="3341310795" sldId="2147483200"/>
            <ac:spMk id="34" creationId="{DAA54561-60FE-CFB4-9B5E-0DBFD899D516}"/>
          </ac:spMkLst>
        </pc:spChg>
        <pc:spChg chg="mod">
          <ac:chgData name="Reuel Ngo" userId="630da983-9bc0-4db9-b496-b90fbcc97014" providerId="ADAL" clId="{09730227-1908-4EA8-BA8E-5A59BE832678}" dt="2026-09-20T13:44:01.701" v="5970" actId="2711"/>
          <ac:spMkLst>
            <pc:docMk/>
            <pc:sldMk cId="3341310795" sldId="2147483200"/>
            <ac:spMk id="35" creationId="{667D5A6C-1743-56BD-F86D-11F8CE10750F}"/>
          </ac:spMkLst>
        </pc:spChg>
        <pc:spChg chg="mod">
          <ac:chgData name="Reuel Ngo" userId="630da983-9bc0-4db9-b496-b90fbcc97014" providerId="ADAL" clId="{09730227-1908-4EA8-BA8E-5A59BE832678}" dt="2026-09-20T13:22:26.317" v="5411" actId="207"/>
          <ac:spMkLst>
            <pc:docMk/>
            <pc:sldMk cId="3341310795" sldId="2147483200"/>
            <ac:spMk id="37" creationId="{8CCA348B-C8B8-B6FE-3B86-5BCC3037D23C}"/>
          </ac:spMkLst>
        </pc:spChg>
        <pc:spChg chg="del">
          <ac:chgData name="Reuel Ngo" userId="630da983-9bc0-4db9-b496-b90fbcc97014" providerId="ADAL" clId="{09730227-1908-4EA8-BA8E-5A59BE832678}" dt="2026-09-20T13:21:39.389" v="5398" actId="478"/>
          <ac:spMkLst>
            <pc:docMk/>
            <pc:sldMk cId="3341310795" sldId="2147483200"/>
            <ac:spMk id="39" creationId="{9C5B8F57-B5D2-1142-D075-979F6487BB0F}"/>
          </ac:spMkLst>
        </pc:spChg>
        <pc:spChg chg="mod">
          <ac:chgData name="Reuel Ngo" userId="630da983-9bc0-4db9-b496-b90fbcc97014" providerId="ADAL" clId="{09730227-1908-4EA8-BA8E-5A59BE832678}" dt="2026-09-20T13:21:12.437" v="5390" actId="26606"/>
          <ac:spMkLst>
            <pc:docMk/>
            <pc:sldMk cId="3341310795" sldId="2147483200"/>
            <ac:spMk id="40" creationId="{9F1F2699-A6C2-F25C-4456-A08C63BE719E}"/>
          </ac:spMkLst>
        </pc:spChg>
        <pc:spChg chg="mod">
          <ac:chgData name="Reuel Ngo" userId="630da983-9bc0-4db9-b496-b90fbcc97014" providerId="ADAL" clId="{09730227-1908-4EA8-BA8E-5A59BE832678}" dt="2026-09-20T13:24:35.439" v="5472" actId="20577"/>
          <ac:spMkLst>
            <pc:docMk/>
            <pc:sldMk cId="3341310795" sldId="2147483200"/>
            <ac:spMk id="41" creationId="{20C346BC-A6FF-24DF-775C-B4682C198436}"/>
          </ac:spMkLst>
        </pc:spChg>
        <pc:spChg chg="mod">
          <ac:chgData name="Reuel Ngo" userId="630da983-9bc0-4db9-b496-b90fbcc97014" providerId="ADAL" clId="{09730227-1908-4EA8-BA8E-5A59BE832678}" dt="2026-09-20T13:44:01.701" v="5970" actId="2711"/>
          <ac:spMkLst>
            <pc:docMk/>
            <pc:sldMk cId="3341310795" sldId="2147483200"/>
            <ac:spMk id="42" creationId="{3DDF34E9-5F57-A819-A920-243C91D98F50}"/>
          </ac:spMkLst>
        </pc:spChg>
        <pc:spChg chg="mod">
          <ac:chgData name="Reuel Ngo" userId="630da983-9bc0-4db9-b496-b90fbcc97014" providerId="ADAL" clId="{09730227-1908-4EA8-BA8E-5A59BE832678}" dt="2026-09-20T13:22:26.317" v="5411" actId="207"/>
          <ac:spMkLst>
            <pc:docMk/>
            <pc:sldMk cId="3341310795" sldId="2147483200"/>
            <ac:spMk id="44" creationId="{65C2C217-E455-DD3D-DC73-8CA87F2B8EE1}"/>
          </ac:spMkLst>
        </pc:spChg>
        <pc:spChg chg="del">
          <ac:chgData name="Reuel Ngo" userId="630da983-9bc0-4db9-b496-b90fbcc97014" providerId="ADAL" clId="{09730227-1908-4EA8-BA8E-5A59BE832678}" dt="2026-09-20T13:21:31.603" v="5392" actId="478"/>
          <ac:spMkLst>
            <pc:docMk/>
            <pc:sldMk cId="3341310795" sldId="2147483200"/>
            <ac:spMk id="46" creationId="{9671A174-8CD7-D6BB-8FDF-D29E1B33850A}"/>
          </ac:spMkLst>
        </pc:spChg>
        <pc:spChg chg="mod">
          <ac:chgData name="Reuel Ngo" userId="630da983-9bc0-4db9-b496-b90fbcc97014" providerId="ADAL" clId="{09730227-1908-4EA8-BA8E-5A59BE832678}" dt="2026-09-20T13:34:41.562" v="5694" actId="20577"/>
          <ac:spMkLst>
            <pc:docMk/>
            <pc:sldMk cId="3341310795" sldId="2147483200"/>
            <ac:spMk id="49" creationId="{33756000-D0E1-E25B-E860-4C3FA571D19A}"/>
          </ac:spMkLst>
        </pc:spChg>
        <pc:spChg chg="mod">
          <ac:chgData name="Reuel Ngo" userId="630da983-9bc0-4db9-b496-b90fbcc97014" providerId="ADAL" clId="{09730227-1908-4EA8-BA8E-5A59BE832678}" dt="2026-09-20T13:22:26.317" v="5411" actId="207"/>
          <ac:spMkLst>
            <pc:docMk/>
            <pc:sldMk cId="3341310795" sldId="2147483200"/>
            <ac:spMk id="51" creationId="{5BD800A1-7C8A-5FA1-875F-171EDC7280A1}"/>
          </ac:spMkLst>
        </pc:spChg>
        <pc:spChg chg="del">
          <ac:chgData name="Reuel Ngo" userId="630da983-9bc0-4db9-b496-b90fbcc97014" providerId="ADAL" clId="{09730227-1908-4EA8-BA8E-5A59BE832678}" dt="2026-09-20T13:21:32.278" v="5393" actId="478"/>
          <ac:spMkLst>
            <pc:docMk/>
            <pc:sldMk cId="3341310795" sldId="2147483200"/>
            <ac:spMk id="53" creationId="{74021A31-5936-63FA-7813-03E86928188F}"/>
          </ac:spMkLst>
        </pc:spChg>
        <pc:spChg chg="mod">
          <ac:chgData name="Reuel Ngo" userId="630da983-9bc0-4db9-b496-b90fbcc97014" providerId="ADAL" clId="{09730227-1908-4EA8-BA8E-5A59BE832678}" dt="2026-09-20T13:41:25.681" v="5913" actId="26606"/>
          <ac:spMkLst>
            <pc:docMk/>
            <pc:sldMk cId="3341310795" sldId="2147483200"/>
            <ac:spMk id="54" creationId="{C9E0A2B9-D80D-B812-93FF-AB8C251D8C90}"/>
          </ac:spMkLst>
        </pc:spChg>
        <pc:spChg chg="mod">
          <ac:chgData name="Reuel Ngo" userId="630da983-9bc0-4db9-b496-b90fbcc97014" providerId="ADAL" clId="{09730227-1908-4EA8-BA8E-5A59BE832678}" dt="2026-09-20T13:29:51.983" v="5526" actId="20577"/>
          <ac:spMkLst>
            <pc:docMk/>
            <pc:sldMk cId="3341310795" sldId="2147483200"/>
            <ac:spMk id="56" creationId="{682213C5-0BB6-1FF1-E172-B264805A9AFE}"/>
          </ac:spMkLst>
        </pc:spChg>
        <pc:spChg chg="del">
          <ac:chgData name="Reuel Ngo" userId="630da983-9bc0-4db9-b496-b90fbcc97014" providerId="ADAL" clId="{09730227-1908-4EA8-BA8E-5A59BE832678}" dt="2026-09-20T13:21:33.506" v="5394" actId="478"/>
          <ac:spMkLst>
            <pc:docMk/>
            <pc:sldMk cId="3341310795" sldId="2147483200"/>
            <ac:spMk id="60" creationId="{EF103343-C35F-DF75-5931-16B19564BE46}"/>
          </ac:spMkLst>
        </pc:spChg>
        <pc:spChg chg="mod">
          <ac:chgData name="Reuel Ngo" userId="630da983-9bc0-4db9-b496-b90fbcc97014" providerId="ADAL" clId="{09730227-1908-4EA8-BA8E-5A59BE832678}" dt="2026-09-20T13:41:25.681" v="5913" actId="26606"/>
          <ac:spMkLst>
            <pc:docMk/>
            <pc:sldMk cId="3341310795" sldId="2147483200"/>
            <ac:spMk id="61" creationId="{1B5F84B6-0290-701F-ED3C-5539D59529A8}"/>
          </ac:spMkLst>
        </pc:spChg>
        <pc:spChg chg="mod">
          <ac:chgData name="Reuel Ngo" userId="630da983-9bc0-4db9-b496-b90fbcc97014" providerId="ADAL" clId="{09730227-1908-4EA8-BA8E-5A59BE832678}" dt="2026-09-20T13:30:46" v="5567" actId="20577"/>
          <ac:spMkLst>
            <pc:docMk/>
            <pc:sldMk cId="3341310795" sldId="2147483200"/>
            <ac:spMk id="63" creationId="{3952A319-4B15-6160-9365-688E853C8D3D}"/>
          </ac:spMkLst>
        </pc:spChg>
        <pc:spChg chg="del">
          <ac:chgData name="Reuel Ngo" userId="630da983-9bc0-4db9-b496-b90fbcc97014" providerId="ADAL" clId="{09730227-1908-4EA8-BA8E-5A59BE832678}" dt="2026-09-20T13:21:37.677" v="5396" actId="478"/>
          <ac:spMkLst>
            <pc:docMk/>
            <pc:sldMk cId="3341310795" sldId="2147483200"/>
            <ac:spMk id="67" creationId="{994E1091-32A7-93AE-928C-72B366054E38}"/>
          </ac:spMkLst>
        </pc:spChg>
        <pc:spChg chg="mod">
          <ac:chgData name="Reuel Ngo" userId="630da983-9bc0-4db9-b496-b90fbcc97014" providerId="ADAL" clId="{09730227-1908-4EA8-BA8E-5A59BE832678}" dt="2026-09-20T13:43:26.206" v="5968" actId="20577"/>
          <ac:spMkLst>
            <pc:docMk/>
            <pc:sldMk cId="3341310795" sldId="2147483200"/>
            <ac:spMk id="68" creationId="{B2AD754A-A7C3-AD10-D570-4AE3F3603552}"/>
          </ac:spMkLst>
        </pc:spChg>
        <pc:spChg chg="mod">
          <ac:chgData name="Reuel Ngo" userId="630da983-9bc0-4db9-b496-b90fbcc97014" providerId="ADAL" clId="{09730227-1908-4EA8-BA8E-5A59BE832678}" dt="2026-09-20T13:44:01.701" v="5970" actId="2711"/>
          <ac:spMkLst>
            <pc:docMk/>
            <pc:sldMk cId="3341310795" sldId="2147483200"/>
            <ac:spMk id="70" creationId="{B35A5F20-108F-C2D0-06EF-296EA30D9F66}"/>
          </ac:spMkLst>
        </pc:spChg>
        <pc:spChg chg="mod">
          <ac:chgData name="Reuel Ngo" userId="630da983-9bc0-4db9-b496-b90fbcc97014" providerId="ADAL" clId="{09730227-1908-4EA8-BA8E-5A59BE832678}" dt="2026-09-20T13:22:26.317" v="5411" actId="207"/>
          <ac:spMkLst>
            <pc:docMk/>
            <pc:sldMk cId="3341310795" sldId="2147483200"/>
            <ac:spMk id="72" creationId="{19086582-46F8-7D8C-3266-0855D3D86552}"/>
          </ac:spMkLst>
        </pc:spChg>
        <pc:spChg chg="del">
          <ac:chgData name="Reuel Ngo" userId="630da983-9bc0-4db9-b496-b90fbcc97014" providerId="ADAL" clId="{09730227-1908-4EA8-BA8E-5A59BE832678}" dt="2026-09-20T13:21:40.962" v="5399" actId="478"/>
          <ac:spMkLst>
            <pc:docMk/>
            <pc:sldMk cId="3341310795" sldId="2147483200"/>
            <ac:spMk id="74" creationId="{FE78836C-0119-4DEE-0EC9-C1C9F2681BFF}"/>
          </ac:spMkLst>
        </pc:spChg>
        <pc:spChg chg="mod">
          <ac:chgData name="Reuel Ngo" userId="630da983-9bc0-4db9-b496-b90fbcc97014" providerId="ADAL" clId="{09730227-1908-4EA8-BA8E-5A59BE832678}" dt="2026-09-20T13:43:11.324" v="5950" actId="20577"/>
          <ac:spMkLst>
            <pc:docMk/>
            <pc:sldMk cId="3341310795" sldId="2147483200"/>
            <ac:spMk id="75" creationId="{5C2CCD58-5FAA-772C-45C7-348E6FDC4E8B}"/>
          </ac:spMkLst>
        </pc:spChg>
        <pc:spChg chg="mod">
          <ac:chgData name="Reuel Ngo" userId="630da983-9bc0-4db9-b496-b90fbcc97014" providerId="ADAL" clId="{09730227-1908-4EA8-BA8E-5A59BE832678}" dt="2026-09-20T13:31:58.718" v="5597" actId="20577"/>
          <ac:spMkLst>
            <pc:docMk/>
            <pc:sldMk cId="3341310795" sldId="2147483200"/>
            <ac:spMk id="76" creationId="{2FCF8EB1-01B2-9885-254D-1211D8E601E7}"/>
          </ac:spMkLst>
        </pc:spChg>
        <pc:spChg chg="mod">
          <ac:chgData name="Reuel Ngo" userId="630da983-9bc0-4db9-b496-b90fbcc97014" providerId="ADAL" clId="{09730227-1908-4EA8-BA8E-5A59BE832678}" dt="2026-09-20T13:44:01.701" v="5970" actId="2711"/>
          <ac:spMkLst>
            <pc:docMk/>
            <pc:sldMk cId="3341310795" sldId="2147483200"/>
            <ac:spMk id="77" creationId="{493D0581-88A7-B756-8D0D-CF32ED20CBF5}"/>
          </ac:spMkLst>
        </pc:spChg>
        <pc:spChg chg="mod">
          <ac:chgData name="Reuel Ngo" userId="630da983-9bc0-4db9-b496-b90fbcc97014" providerId="ADAL" clId="{09730227-1908-4EA8-BA8E-5A59BE832678}" dt="2026-09-20T13:22:26.317" v="5411" actId="207"/>
          <ac:spMkLst>
            <pc:docMk/>
            <pc:sldMk cId="3341310795" sldId="2147483200"/>
            <ac:spMk id="79" creationId="{C293599C-CBB1-A489-CEEF-A66851D36DB5}"/>
          </ac:spMkLst>
        </pc:spChg>
        <pc:spChg chg="del">
          <ac:chgData name="Reuel Ngo" userId="630da983-9bc0-4db9-b496-b90fbcc97014" providerId="ADAL" clId="{09730227-1908-4EA8-BA8E-5A59BE832678}" dt="2026-09-20T13:21:52.593" v="5409" actId="478"/>
          <ac:spMkLst>
            <pc:docMk/>
            <pc:sldMk cId="3341310795" sldId="2147483200"/>
            <ac:spMk id="81" creationId="{29F2FF42-E74A-3CC5-48C9-38A14F8A353B}"/>
          </ac:spMkLst>
        </pc:spChg>
        <pc:spChg chg="mod">
          <ac:chgData name="Reuel Ngo" userId="630da983-9bc0-4db9-b496-b90fbcc97014" providerId="ADAL" clId="{09730227-1908-4EA8-BA8E-5A59BE832678}" dt="2026-09-20T13:42:21.930" v="5940" actId="5793"/>
          <ac:spMkLst>
            <pc:docMk/>
            <pc:sldMk cId="3341310795" sldId="2147483200"/>
            <ac:spMk id="84" creationId="{359F82CA-FE16-42A8-6486-ECF055844353}"/>
          </ac:spMkLst>
        </pc:spChg>
        <pc:spChg chg="del mod">
          <ac:chgData name="Reuel Ngo" userId="630da983-9bc0-4db9-b496-b90fbcc97014" providerId="ADAL" clId="{09730227-1908-4EA8-BA8E-5A59BE832678}" dt="2026-09-20T13:21:51.399" v="5408" actId="478"/>
          <ac:spMkLst>
            <pc:docMk/>
            <pc:sldMk cId="3341310795" sldId="2147483200"/>
            <ac:spMk id="88" creationId="{070CB9D1-EB91-E2CE-CD21-7D2E1F09E870}"/>
          </ac:spMkLst>
        </pc:spChg>
        <pc:spChg chg="mod">
          <ac:chgData name="Reuel Ngo" userId="630da983-9bc0-4db9-b496-b90fbcc97014" providerId="ADAL" clId="{09730227-1908-4EA8-BA8E-5A59BE832678}" dt="2026-09-20T13:29:13.361" v="5513" actId="20577"/>
          <ac:spMkLst>
            <pc:docMk/>
            <pc:sldMk cId="3341310795" sldId="2147483200"/>
            <ac:spMk id="90" creationId="{FD827D6B-1716-F519-5E2E-10636282B62C}"/>
          </ac:spMkLst>
        </pc:spChg>
        <pc:spChg chg="mod">
          <ac:chgData name="Reuel Ngo" userId="630da983-9bc0-4db9-b496-b90fbcc97014" providerId="ADAL" clId="{09730227-1908-4EA8-BA8E-5A59BE832678}" dt="2026-09-20T13:29:19.029" v="5514"/>
          <ac:spMkLst>
            <pc:docMk/>
            <pc:sldMk cId="3341310795" sldId="2147483200"/>
            <ac:spMk id="91" creationId="{6763FEC0-DF58-728F-2A26-C527C259D064}"/>
          </ac:spMkLst>
        </pc:spChg>
        <pc:spChg chg="del">
          <ac:chgData name="Reuel Ngo" userId="630da983-9bc0-4db9-b496-b90fbcc97014" providerId="ADAL" clId="{09730227-1908-4EA8-BA8E-5A59BE832678}" dt="2026-09-20T13:21:47.880" v="5405" actId="478"/>
          <ac:spMkLst>
            <pc:docMk/>
            <pc:sldMk cId="3341310795" sldId="2147483200"/>
            <ac:spMk id="95" creationId="{24F353E4-D332-6459-90EA-01CA50C03847}"/>
          </ac:spMkLst>
        </pc:spChg>
        <pc:spChg chg="mod">
          <ac:chgData name="Reuel Ngo" userId="630da983-9bc0-4db9-b496-b90fbcc97014" providerId="ADAL" clId="{09730227-1908-4EA8-BA8E-5A59BE832678}" dt="2026-09-20T13:21:12.437" v="5390" actId="26606"/>
          <ac:spMkLst>
            <pc:docMk/>
            <pc:sldMk cId="3341310795" sldId="2147483200"/>
            <ac:spMk id="96" creationId="{BE341B3F-6305-B013-513E-9928FFD45CDA}"/>
          </ac:spMkLst>
        </pc:spChg>
        <pc:spChg chg="mod">
          <ac:chgData name="Reuel Ngo" userId="630da983-9bc0-4db9-b496-b90fbcc97014" providerId="ADAL" clId="{09730227-1908-4EA8-BA8E-5A59BE832678}" dt="2026-09-20T13:44:01.701" v="5970" actId="2711"/>
          <ac:spMkLst>
            <pc:docMk/>
            <pc:sldMk cId="3341310795" sldId="2147483200"/>
            <ac:spMk id="98" creationId="{71BCFF67-2790-74EF-5C1B-E1B9225757F6}"/>
          </ac:spMkLst>
        </pc:spChg>
        <pc:spChg chg="del">
          <ac:chgData name="Reuel Ngo" userId="630da983-9bc0-4db9-b496-b90fbcc97014" providerId="ADAL" clId="{09730227-1908-4EA8-BA8E-5A59BE832678}" dt="2026-09-20T13:21:46.788" v="5404" actId="478"/>
          <ac:spMkLst>
            <pc:docMk/>
            <pc:sldMk cId="3341310795" sldId="2147483200"/>
            <ac:spMk id="121" creationId="{30BC28E3-CEE1-8FEC-2B3E-17E09A57F0EE}"/>
          </ac:spMkLst>
        </pc:spChg>
        <pc:spChg chg="mod">
          <ac:chgData name="Reuel Ngo" userId="630da983-9bc0-4db9-b496-b90fbcc97014" providerId="ADAL" clId="{09730227-1908-4EA8-BA8E-5A59BE832678}" dt="2026-09-20T13:26:27.712" v="5493"/>
          <ac:spMkLst>
            <pc:docMk/>
            <pc:sldMk cId="3341310795" sldId="2147483200"/>
            <ac:spMk id="124" creationId="{6F571AD2-A6A4-D22F-F2EA-F3567E627F78}"/>
          </ac:spMkLst>
        </pc:spChg>
        <pc:spChg chg="del">
          <ac:chgData name="Reuel Ngo" userId="630da983-9bc0-4db9-b496-b90fbcc97014" providerId="ADAL" clId="{09730227-1908-4EA8-BA8E-5A59BE832678}" dt="2026-09-20T13:21:41.835" v="5400" actId="478"/>
          <ac:spMkLst>
            <pc:docMk/>
            <pc:sldMk cId="3341310795" sldId="2147483200"/>
            <ac:spMk id="127" creationId="{2FAB1709-9D30-8FFC-42A7-8DD7F3B530EC}"/>
          </ac:spMkLst>
        </pc:spChg>
        <pc:spChg chg="mod">
          <ac:chgData name="Reuel Ngo" userId="630da983-9bc0-4db9-b496-b90fbcc97014" providerId="ADAL" clId="{09730227-1908-4EA8-BA8E-5A59BE832678}" dt="2026-09-20T13:43:15.189" v="5958" actId="20577"/>
          <ac:spMkLst>
            <pc:docMk/>
            <pc:sldMk cId="3341310795" sldId="2147483200"/>
            <ac:spMk id="128" creationId="{173C8135-C06C-5E46-7DE1-C3A29B84BDEA}"/>
          </ac:spMkLst>
        </pc:spChg>
        <pc:spChg chg="mod">
          <ac:chgData name="Reuel Ngo" userId="630da983-9bc0-4db9-b496-b90fbcc97014" providerId="ADAL" clId="{09730227-1908-4EA8-BA8E-5A59BE832678}" dt="2026-09-20T13:44:01.701" v="5970" actId="2711"/>
          <ac:spMkLst>
            <pc:docMk/>
            <pc:sldMk cId="3341310795" sldId="2147483200"/>
            <ac:spMk id="130" creationId="{D1308791-EB6E-C9F0-CCF0-740FB3774396}"/>
          </ac:spMkLst>
        </pc:spChg>
        <pc:spChg chg="mod">
          <ac:chgData name="Reuel Ngo" userId="630da983-9bc0-4db9-b496-b90fbcc97014" providerId="ADAL" clId="{09730227-1908-4EA8-BA8E-5A59BE832678}" dt="2026-09-20T13:22:26.317" v="5411" actId="207"/>
          <ac:spMkLst>
            <pc:docMk/>
            <pc:sldMk cId="3341310795" sldId="2147483200"/>
            <ac:spMk id="132" creationId="{EC49DFAD-26F1-8A1F-12E4-9A9BC499FCB5}"/>
          </ac:spMkLst>
        </pc:spChg>
        <pc:spChg chg="del mod">
          <ac:chgData name="Reuel Ngo" userId="630da983-9bc0-4db9-b496-b90fbcc97014" providerId="ADAL" clId="{09730227-1908-4EA8-BA8E-5A59BE832678}" dt="2026-09-20T13:21:53.876" v="5410" actId="478"/>
          <ac:spMkLst>
            <pc:docMk/>
            <pc:sldMk cId="3341310795" sldId="2147483200"/>
            <ac:spMk id="133" creationId="{565F336B-376E-A2FF-76D5-3D2C7307F77B}"/>
          </ac:spMkLst>
        </pc:spChg>
        <pc:spChg chg="mod">
          <ac:chgData name="Reuel Ngo" userId="630da983-9bc0-4db9-b496-b90fbcc97014" providerId="ADAL" clId="{09730227-1908-4EA8-BA8E-5A59BE832678}" dt="2026-09-20T13:34:06.360" v="5674" actId="20577"/>
          <ac:spMkLst>
            <pc:docMk/>
            <pc:sldMk cId="3341310795" sldId="2147483200"/>
            <ac:spMk id="135" creationId="{8F19877A-D237-0AAB-7BFD-80B1DD5C11A3}"/>
          </ac:spMkLst>
        </pc:spChg>
        <pc:spChg chg="mod">
          <ac:chgData name="Reuel Ngo" userId="630da983-9bc0-4db9-b496-b90fbcc97014" providerId="ADAL" clId="{09730227-1908-4EA8-BA8E-5A59BE832678}" dt="2026-09-20T13:41:25.681" v="5913" actId="26606"/>
          <ac:spMkLst>
            <pc:docMk/>
            <pc:sldMk cId="3341310795" sldId="2147483200"/>
            <ac:spMk id="136" creationId="{1B5C864B-5ACE-3DF3-EDB0-DD11B117A04A}"/>
          </ac:spMkLst>
        </pc:spChg>
        <pc:spChg chg="mod">
          <ac:chgData name="Reuel Ngo" userId="630da983-9bc0-4db9-b496-b90fbcc97014" providerId="ADAL" clId="{09730227-1908-4EA8-BA8E-5A59BE832678}" dt="2026-09-20T13:22:26.317" v="5411" actId="207"/>
          <ac:spMkLst>
            <pc:docMk/>
            <pc:sldMk cId="3341310795" sldId="2147483200"/>
            <ac:spMk id="138" creationId="{062C4EEA-49B9-FD2D-8C85-A86F20C635CF}"/>
          </ac:spMkLst>
        </pc:spChg>
        <pc:spChg chg="del">
          <ac:chgData name="Reuel Ngo" userId="630da983-9bc0-4db9-b496-b90fbcc97014" providerId="ADAL" clId="{09730227-1908-4EA8-BA8E-5A59BE832678}" dt="2026-09-20T13:21:49.893" v="5407" actId="478"/>
          <ac:spMkLst>
            <pc:docMk/>
            <pc:sldMk cId="3341310795" sldId="2147483200"/>
            <ac:spMk id="139" creationId="{FD40644F-A9A4-4202-1D3C-831BEEA3F028}"/>
          </ac:spMkLst>
        </pc:spChg>
        <pc:spChg chg="mod">
          <ac:chgData name="Reuel Ngo" userId="630da983-9bc0-4db9-b496-b90fbcc97014" providerId="ADAL" clId="{09730227-1908-4EA8-BA8E-5A59BE832678}" dt="2026-09-20T13:34:22.163" v="5690" actId="20577"/>
          <ac:spMkLst>
            <pc:docMk/>
            <pc:sldMk cId="3341310795" sldId="2147483200"/>
            <ac:spMk id="141" creationId="{8F816707-3B1C-FFF9-5CEF-4C7412ED7874}"/>
          </ac:spMkLst>
        </pc:spChg>
        <pc:spChg chg="mod">
          <ac:chgData name="Reuel Ngo" userId="630da983-9bc0-4db9-b496-b90fbcc97014" providerId="ADAL" clId="{09730227-1908-4EA8-BA8E-5A59BE832678}" dt="2026-09-20T13:44:04.488" v="5971" actId="313"/>
          <ac:spMkLst>
            <pc:docMk/>
            <pc:sldMk cId="3341310795" sldId="2147483200"/>
            <ac:spMk id="142" creationId="{880D9DB5-E6D5-01C2-6A86-C8EF99144C12}"/>
          </ac:spMkLst>
        </pc:spChg>
        <pc:spChg chg="del mod">
          <ac:chgData name="Reuel Ngo" userId="630da983-9bc0-4db9-b496-b90fbcc97014" providerId="ADAL" clId="{09730227-1908-4EA8-BA8E-5A59BE832678}" dt="2026-09-20T13:21:48.835" v="5406" actId="478"/>
          <ac:spMkLst>
            <pc:docMk/>
            <pc:sldMk cId="3341310795" sldId="2147483200"/>
            <ac:spMk id="145" creationId="{83DA4D6A-A12D-F94F-D136-7D21117784E2}"/>
          </ac:spMkLst>
        </pc:spChg>
        <pc:spChg chg="mod">
          <ac:chgData name="Reuel Ngo" userId="630da983-9bc0-4db9-b496-b90fbcc97014" providerId="ADAL" clId="{09730227-1908-4EA8-BA8E-5A59BE832678}" dt="2026-09-20T13:41:25.681" v="5913" actId="26606"/>
          <ac:spMkLst>
            <pc:docMk/>
            <pc:sldMk cId="3341310795" sldId="2147483200"/>
            <ac:spMk id="146" creationId="{94011660-FA73-E00A-6759-8093066D010D}"/>
          </ac:spMkLst>
        </pc:spChg>
        <pc:spChg chg="mod">
          <ac:chgData name="Reuel Ngo" userId="630da983-9bc0-4db9-b496-b90fbcc97014" providerId="ADAL" clId="{09730227-1908-4EA8-BA8E-5A59BE832678}" dt="2026-09-20T13:33:55.680" v="5655" actId="20577"/>
          <ac:spMkLst>
            <pc:docMk/>
            <pc:sldMk cId="3341310795" sldId="2147483200"/>
            <ac:spMk id="147" creationId="{919C10FB-746C-CFBB-3BE9-00DA9D99A2FE}"/>
          </ac:spMkLst>
        </pc:spChg>
        <pc:spChg chg="mod">
          <ac:chgData name="Reuel Ngo" userId="630da983-9bc0-4db9-b496-b90fbcc97014" providerId="ADAL" clId="{09730227-1908-4EA8-BA8E-5A59BE832678}" dt="2026-09-20T13:44:01.701" v="5970" actId="2711"/>
          <ac:spMkLst>
            <pc:docMk/>
            <pc:sldMk cId="3341310795" sldId="2147483200"/>
            <ac:spMk id="148" creationId="{1A8E8D0C-E784-4E10-93BD-C9FCD20564FB}"/>
          </ac:spMkLst>
        </pc:spChg>
        <pc:spChg chg="mod">
          <ac:chgData name="Reuel Ngo" userId="630da983-9bc0-4db9-b496-b90fbcc97014" providerId="ADAL" clId="{09730227-1908-4EA8-BA8E-5A59BE832678}" dt="2026-09-20T13:22:26.317" v="5411" actId="207"/>
          <ac:spMkLst>
            <pc:docMk/>
            <pc:sldMk cId="3341310795" sldId="2147483200"/>
            <ac:spMk id="150" creationId="{86D8D49F-303D-1685-FA38-9B79D2AA1440}"/>
          </ac:spMkLst>
        </pc:spChg>
        <pc:spChg chg="del">
          <ac:chgData name="Reuel Ngo" userId="630da983-9bc0-4db9-b496-b90fbcc97014" providerId="ADAL" clId="{09730227-1908-4EA8-BA8E-5A59BE832678}" dt="2026-09-20T13:21:45.076" v="5403" actId="478"/>
          <ac:spMkLst>
            <pc:docMk/>
            <pc:sldMk cId="3341310795" sldId="2147483200"/>
            <ac:spMk id="151" creationId="{1BABED12-E1F0-1792-670C-ABD4BD4BFFF3}"/>
          </ac:spMkLst>
        </pc:spChg>
        <pc:spChg chg="mod">
          <ac:chgData name="Reuel Ngo" userId="630da983-9bc0-4db9-b496-b90fbcc97014" providerId="ADAL" clId="{09730227-1908-4EA8-BA8E-5A59BE832678}" dt="2026-09-20T13:38:35.598" v="5910" actId="20577"/>
          <ac:spMkLst>
            <pc:docMk/>
            <pc:sldMk cId="3341310795" sldId="2147483200"/>
            <ac:spMk id="153" creationId="{A8D5C156-9C82-041F-1145-BEC48ED46DA4}"/>
          </ac:spMkLst>
        </pc:spChg>
        <pc:spChg chg="mod">
          <ac:chgData name="Reuel Ngo" userId="630da983-9bc0-4db9-b496-b90fbcc97014" providerId="ADAL" clId="{09730227-1908-4EA8-BA8E-5A59BE832678}" dt="2026-09-20T13:44:01.701" v="5970" actId="2711"/>
          <ac:spMkLst>
            <pc:docMk/>
            <pc:sldMk cId="3341310795" sldId="2147483200"/>
            <ac:spMk id="154" creationId="{9D96EBAB-AEC5-0092-550E-F2C6BB2B38EF}"/>
          </ac:spMkLst>
        </pc:spChg>
        <pc:spChg chg="mod">
          <ac:chgData name="Reuel Ngo" userId="630da983-9bc0-4db9-b496-b90fbcc97014" providerId="ADAL" clId="{09730227-1908-4EA8-BA8E-5A59BE832678}" dt="2026-09-20T13:22:26.317" v="5411" actId="207"/>
          <ac:spMkLst>
            <pc:docMk/>
            <pc:sldMk cId="3341310795" sldId="2147483200"/>
            <ac:spMk id="156" creationId="{7E770D12-FB4B-CC52-C175-E035485294CC}"/>
          </ac:spMkLst>
        </pc:spChg>
        <pc:spChg chg="del mod">
          <ac:chgData name="Reuel Ngo" userId="630da983-9bc0-4db9-b496-b90fbcc97014" providerId="ADAL" clId="{09730227-1908-4EA8-BA8E-5A59BE832678}" dt="2026-09-20T13:21:43.975" v="5402" actId="478"/>
          <ac:spMkLst>
            <pc:docMk/>
            <pc:sldMk cId="3341310795" sldId="2147483200"/>
            <ac:spMk id="157" creationId="{4469FE99-5F9F-50B7-851B-66DC980E7160}"/>
          </ac:spMkLst>
        </pc:spChg>
        <pc:spChg chg="mod">
          <ac:chgData name="Reuel Ngo" userId="630da983-9bc0-4db9-b496-b90fbcc97014" providerId="ADAL" clId="{09730227-1908-4EA8-BA8E-5A59BE832678}" dt="2026-09-20T13:32:48.732" v="5624" actId="20577"/>
          <ac:spMkLst>
            <pc:docMk/>
            <pc:sldMk cId="3341310795" sldId="2147483200"/>
            <ac:spMk id="159" creationId="{2F3C1199-FF91-06D1-72DE-1E9C18856C92}"/>
          </ac:spMkLst>
        </pc:spChg>
        <pc:spChg chg="mod">
          <ac:chgData name="Reuel Ngo" userId="630da983-9bc0-4db9-b496-b90fbcc97014" providerId="ADAL" clId="{09730227-1908-4EA8-BA8E-5A59BE832678}" dt="2026-09-20T13:32:50.496" v="5625"/>
          <ac:spMkLst>
            <pc:docMk/>
            <pc:sldMk cId="3341310795" sldId="2147483200"/>
            <ac:spMk id="160" creationId="{9CF86B7E-EC13-B555-FD39-0DF580B6CB5E}"/>
          </ac:spMkLst>
        </pc:spChg>
        <pc:picChg chg="add del">
          <ac:chgData name="Reuel Ngo" userId="630da983-9bc0-4db9-b496-b90fbcc97014" providerId="ADAL" clId="{09730227-1908-4EA8-BA8E-5A59BE832678}" dt="2026-09-20T13:21:06.250" v="5384" actId="22"/>
          <ac:picMkLst>
            <pc:docMk/>
            <pc:sldMk cId="3341310795" sldId="2147483200"/>
            <ac:picMk id="10" creationId="{495E0B1F-161B-1D9A-A570-FD3E33BAB067}"/>
          </ac:picMkLst>
        </pc:picChg>
        <pc:picChg chg="add del mod">
          <ac:chgData name="Reuel Ngo" userId="630da983-9bc0-4db9-b496-b90fbcc97014" providerId="ADAL" clId="{09730227-1908-4EA8-BA8E-5A59BE832678}" dt="2026-09-20T13:15:54.427" v="5354" actId="478"/>
          <ac:picMkLst>
            <pc:docMk/>
            <pc:sldMk cId="3341310795" sldId="2147483200"/>
            <ac:picMk id="10" creationId="{610E6B6D-4100-02CC-E175-521D0703E0C5}"/>
          </ac:picMkLst>
        </pc:picChg>
        <pc:picChg chg="add mod">
          <ac:chgData name="Reuel Ngo" userId="630da983-9bc0-4db9-b496-b90fbcc97014" providerId="ADAL" clId="{09730227-1908-4EA8-BA8E-5A59BE832678}" dt="2026-09-20T13:24:13.013" v="5419" actId="26606"/>
          <ac:picMkLst>
            <pc:docMk/>
            <pc:sldMk cId="3341310795" sldId="2147483200"/>
            <ac:picMk id="17" creationId="{224CD130-F988-A945-30B5-987A1CDAEB7F}"/>
          </ac:picMkLst>
        </pc:picChg>
        <pc:picChg chg="add del">
          <ac:chgData name="Reuel Ngo" userId="630da983-9bc0-4db9-b496-b90fbcc97014" providerId="ADAL" clId="{09730227-1908-4EA8-BA8E-5A59BE832678}" dt="2026-09-20T13:21:07.779" v="5387" actId="22"/>
          <ac:picMkLst>
            <pc:docMk/>
            <pc:sldMk cId="3341310795" sldId="2147483200"/>
            <ac:picMk id="24" creationId="{3FC2A2A5-6925-81E8-4D0E-6CB1FCCADC2A}"/>
          </ac:picMkLst>
        </pc:picChg>
        <pc:picChg chg="add mod">
          <ac:chgData name="Reuel Ngo" userId="630da983-9bc0-4db9-b496-b90fbcc97014" providerId="ADAL" clId="{09730227-1908-4EA8-BA8E-5A59BE832678}" dt="2026-09-20T13:28:54.826" v="5503" actId="1076"/>
          <ac:picMkLst>
            <pc:docMk/>
            <pc:sldMk cId="3341310795" sldId="2147483200"/>
            <ac:picMk id="45" creationId="{BAC9379B-FAA0-642B-B7D0-F13E19F87E29}"/>
          </ac:picMkLst>
        </pc:picChg>
        <pc:picChg chg="add mod">
          <ac:chgData name="Reuel Ngo" userId="630da983-9bc0-4db9-b496-b90fbcc97014" providerId="ADAL" clId="{09730227-1908-4EA8-BA8E-5A59BE832678}" dt="2026-09-20T13:25:14.155" v="5483" actId="1076"/>
          <ac:picMkLst>
            <pc:docMk/>
            <pc:sldMk cId="3341310795" sldId="2147483200"/>
            <ac:picMk id="59" creationId="{14A959D0-A229-FB1D-03A1-4994D13C944F}"/>
          </ac:picMkLst>
        </pc:picChg>
        <pc:picChg chg="del">
          <ac:chgData name="Reuel Ngo" userId="630da983-9bc0-4db9-b496-b90fbcc97014" providerId="ADAL" clId="{09730227-1908-4EA8-BA8E-5A59BE832678}" dt="2026-09-20T13:31:05.518" v="5568" actId="478"/>
          <ac:picMkLst>
            <pc:docMk/>
            <pc:sldMk cId="3341310795" sldId="2147483200"/>
            <ac:picMk id="66" creationId="{9E239C29-2300-B0FC-8F2B-577A08BF0987}"/>
          </ac:picMkLst>
        </pc:picChg>
        <pc:picChg chg="del mod">
          <ac:chgData name="Reuel Ngo" userId="630da983-9bc0-4db9-b496-b90fbcc97014" providerId="ADAL" clId="{09730227-1908-4EA8-BA8E-5A59BE832678}" dt="2026-09-20T13:28:04.475" v="5501" actId="478"/>
          <ac:picMkLst>
            <pc:docMk/>
            <pc:sldMk cId="3341310795" sldId="2147483200"/>
            <ac:picMk id="80" creationId="{5C1BDC1A-B561-49CD-0A23-570D3CA9CF96}"/>
          </ac:picMkLst>
        </pc:picChg>
        <pc:picChg chg="del mod">
          <ac:chgData name="Reuel Ngo" userId="630da983-9bc0-4db9-b496-b90fbcc97014" providerId="ADAL" clId="{09730227-1908-4EA8-BA8E-5A59BE832678}" dt="2026-09-20T13:29:02.347" v="5510" actId="478"/>
          <ac:picMkLst>
            <pc:docMk/>
            <pc:sldMk cId="3341310795" sldId="2147483200"/>
            <ac:picMk id="87" creationId="{6D2621E2-D3A3-029D-1286-13FEA2361F28}"/>
          </ac:picMkLst>
        </pc:picChg>
        <pc:picChg chg="mod">
          <ac:chgData name="Reuel Ngo" userId="630da983-9bc0-4db9-b496-b90fbcc97014" providerId="ADAL" clId="{09730227-1908-4EA8-BA8E-5A59BE832678}" dt="2026-09-20T13:24:13.013" v="5419" actId="26606"/>
          <ac:picMkLst>
            <pc:docMk/>
            <pc:sldMk cId="3341310795" sldId="2147483200"/>
            <ac:picMk id="94" creationId="{1CDCC3E5-EBAA-43C4-1425-D18A22072CE9}"/>
          </ac:picMkLst>
        </pc:picChg>
        <pc:picChg chg="mod">
          <ac:chgData name="Reuel Ngo" userId="630da983-9bc0-4db9-b496-b90fbcc97014" providerId="ADAL" clId="{09730227-1908-4EA8-BA8E-5A59BE832678}" dt="2026-09-20T13:24:13.013" v="5419" actId="26606"/>
          <ac:picMkLst>
            <pc:docMk/>
            <pc:sldMk cId="3341310795" sldId="2147483200"/>
            <ac:picMk id="102" creationId="{884A473E-AEDB-2EFF-F8DD-BC463AD44774}"/>
          </ac:picMkLst>
        </pc:picChg>
        <pc:picChg chg="mod">
          <ac:chgData name="Reuel Ngo" userId="630da983-9bc0-4db9-b496-b90fbcc97014" providerId="ADAL" clId="{09730227-1908-4EA8-BA8E-5A59BE832678}" dt="2026-09-20T13:24:13.013" v="5419" actId="26606"/>
          <ac:picMkLst>
            <pc:docMk/>
            <pc:sldMk cId="3341310795" sldId="2147483200"/>
            <ac:picMk id="103" creationId="{A62BC942-FBD0-3429-E026-010E2B8AA085}"/>
          </ac:picMkLst>
        </pc:picChg>
        <pc:picChg chg="add mod">
          <ac:chgData name="Reuel Ngo" userId="630da983-9bc0-4db9-b496-b90fbcc97014" providerId="ADAL" clId="{09730227-1908-4EA8-BA8E-5A59BE832678}" dt="2026-09-20T13:25:25.155" v="5486" actId="1076"/>
          <ac:picMkLst>
            <pc:docMk/>
            <pc:sldMk cId="3341310795" sldId="2147483200"/>
            <ac:picMk id="105" creationId="{4519679F-F9E8-A0BE-B1EF-99B267161C0B}"/>
          </ac:picMkLst>
        </pc:picChg>
        <pc:picChg chg="mod">
          <ac:chgData name="Reuel Ngo" userId="630da983-9bc0-4db9-b496-b90fbcc97014" providerId="ADAL" clId="{09730227-1908-4EA8-BA8E-5A59BE832678}" dt="2026-09-20T13:24:13.013" v="5419" actId="26606"/>
          <ac:picMkLst>
            <pc:docMk/>
            <pc:sldMk cId="3341310795" sldId="2147483200"/>
            <ac:picMk id="106" creationId="{5DAC8AD4-A4BA-2495-21D1-F50C4DAA9A25}"/>
          </ac:picMkLst>
        </pc:picChg>
        <pc:picChg chg="mod">
          <ac:chgData name="Reuel Ngo" userId="630da983-9bc0-4db9-b496-b90fbcc97014" providerId="ADAL" clId="{09730227-1908-4EA8-BA8E-5A59BE832678}" dt="2026-09-20T13:24:13.013" v="5419" actId="26606"/>
          <ac:picMkLst>
            <pc:docMk/>
            <pc:sldMk cId="3341310795" sldId="2147483200"/>
            <ac:picMk id="108" creationId="{0EBC0BB2-4667-3473-4580-13318860BE77}"/>
          </ac:picMkLst>
        </pc:picChg>
        <pc:picChg chg="add mod">
          <ac:chgData name="Reuel Ngo" userId="630da983-9bc0-4db9-b496-b90fbcc97014" providerId="ADAL" clId="{09730227-1908-4EA8-BA8E-5A59BE832678}" dt="2026-09-20T13:25:15.533" v="5484" actId="1076"/>
          <ac:picMkLst>
            <pc:docMk/>
            <pc:sldMk cId="3341310795" sldId="2147483200"/>
            <ac:picMk id="109" creationId="{53CD14F2-342D-03AE-D2FF-B6854111C2C9}"/>
          </ac:picMkLst>
        </pc:picChg>
        <pc:picChg chg="del mod">
          <ac:chgData name="Reuel Ngo" userId="630da983-9bc0-4db9-b496-b90fbcc97014" providerId="ADAL" clId="{09730227-1908-4EA8-BA8E-5A59BE832678}" dt="2026-09-20T13:31:47.355" v="5583" actId="478"/>
          <ac:picMkLst>
            <pc:docMk/>
            <pc:sldMk cId="3341310795" sldId="2147483200"/>
            <ac:picMk id="110" creationId="{C2BDC793-7BBB-70B1-771C-CD7D6DE0499A}"/>
          </ac:picMkLst>
        </pc:picChg>
        <pc:picChg chg="add del mod">
          <ac:chgData name="Reuel Ngo" userId="630da983-9bc0-4db9-b496-b90fbcc97014" providerId="ADAL" clId="{09730227-1908-4EA8-BA8E-5A59BE832678}" dt="2026-09-20T13:25:46.440" v="5491" actId="478"/>
          <ac:picMkLst>
            <pc:docMk/>
            <pc:sldMk cId="3341310795" sldId="2147483200"/>
            <ac:picMk id="112" creationId="{56A9A5CA-0C6F-8167-AB9E-60BFD6849F05}"/>
          </ac:picMkLst>
        </pc:picChg>
        <pc:picChg chg="add mod">
          <ac:chgData name="Reuel Ngo" userId="630da983-9bc0-4db9-b496-b90fbcc97014" providerId="ADAL" clId="{09730227-1908-4EA8-BA8E-5A59BE832678}" dt="2026-09-20T13:28:06.650" v="5502" actId="1076"/>
          <ac:picMkLst>
            <pc:docMk/>
            <pc:sldMk cId="3341310795" sldId="2147483200"/>
            <ac:picMk id="113" creationId="{3C0363DA-6821-0A7F-7A74-09B5F2DE9169}"/>
          </ac:picMkLst>
        </pc:picChg>
        <pc:picChg chg="add mod">
          <ac:chgData name="Reuel Ngo" userId="630da983-9bc0-4db9-b496-b90fbcc97014" providerId="ADAL" clId="{09730227-1908-4EA8-BA8E-5A59BE832678}" dt="2026-09-20T13:29:03.767" v="5511" actId="1076"/>
          <ac:picMkLst>
            <pc:docMk/>
            <pc:sldMk cId="3341310795" sldId="2147483200"/>
            <ac:picMk id="114" creationId="{CF478DED-9E77-5D11-DABA-EA10F622FFA8}"/>
          </ac:picMkLst>
        </pc:picChg>
        <pc:picChg chg="add mod">
          <ac:chgData name="Reuel Ngo" userId="630da983-9bc0-4db9-b496-b90fbcc97014" providerId="ADAL" clId="{09730227-1908-4EA8-BA8E-5A59BE832678}" dt="2026-09-20T13:31:08.683" v="5572" actId="1076"/>
          <ac:picMkLst>
            <pc:docMk/>
            <pc:sldMk cId="3341310795" sldId="2147483200"/>
            <ac:picMk id="115" creationId="{64DEEBE8-E417-3DB0-6452-D13645D112C7}"/>
          </ac:picMkLst>
        </pc:picChg>
        <pc:picChg chg="add mod">
          <ac:chgData name="Reuel Ngo" userId="630da983-9bc0-4db9-b496-b90fbcc97014" providerId="ADAL" clId="{09730227-1908-4EA8-BA8E-5A59BE832678}" dt="2026-09-20T13:31:52.516" v="5589" actId="1076"/>
          <ac:picMkLst>
            <pc:docMk/>
            <pc:sldMk cId="3341310795" sldId="2147483200"/>
            <ac:picMk id="116" creationId="{08130EEF-BFFF-BFA4-D18E-F129F55BCE8B}"/>
          </ac:picMkLst>
        </pc:picChg>
        <pc:picChg chg="add mod">
          <ac:chgData name="Reuel Ngo" userId="630da983-9bc0-4db9-b496-b90fbcc97014" providerId="ADAL" clId="{09730227-1908-4EA8-BA8E-5A59BE832678}" dt="2026-09-20T13:32:35.474" v="5601" actId="1076"/>
          <ac:picMkLst>
            <pc:docMk/>
            <pc:sldMk cId="3341310795" sldId="2147483200"/>
            <ac:picMk id="117" creationId="{FE4EBC59-30FE-203D-203B-551CBB069397}"/>
          </ac:picMkLst>
        </pc:picChg>
        <pc:picChg chg="mod">
          <ac:chgData name="Reuel Ngo" userId="630da983-9bc0-4db9-b496-b90fbcc97014" providerId="ADAL" clId="{09730227-1908-4EA8-BA8E-5A59BE832678}" dt="2026-09-20T13:24:13.013" v="5419" actId="26606"/>
          <ac:picMkLst>
            <pc:docMk/>
            <pc:sldMk cId="3341310795" sldId="2147483200"/>
            <ac:picMk id="118" creationId="{98CFDBA8-5DE7-396F-4DB1-CB4E47DE2BF0}"/>
          </ac:picMkLst>
        </pc:picChg>
      </pc:sldChg>
      <pc:sldChg chg="addSp delSp modSp add mod">
        <pc:chgData name="Reuel Ngo" userId="630da983-9bc0-4db9-b496-b90fbcc97014" providerId="ADAL" clId="{09730227-1908-4EA8-BA8E-5A59BE832678}" dt="2026-09-20T16:11:12.004" v="5982"/>
        <pc:sldMkLst>
          <pc:docMk/>
          <pc:sldMk cId="237325102" sldId="2147483622"/>
        </pc:sldMkLst>
        <pc:spChg chg="mod">
          <ac:chgData name="Reuel Ngo" userId="630da983-9bc0-4db9-b496-b90fbcc97014" providerId="ADAL" clId="{09730227-1908-4EA8-BA8E-5A59BE832678}" dt="2026-09-20T16:11:11.365" v="5980"/>
          <ac:spMkLst>
            <pc:docMk/>
            <pc:sldMk cId="237325102" sldId="2147483622"/>
            <ac:spMk id="2" creationId="{5927A63D-F617-B2A8-175E-BB0916D7167F}"/>
          </ac:spMkLst>
        </pc:spChg>
        <pc:spChg chg="add del mod">
          <ac:chgData name="Reuel Ngo" userId="630da983-9bc0-4db9-b496-b90fbcc97014" providerId="ADAL" clId="{09730227-1908-4EA8-BA8E-5A59BE832678}" dt="2026-09-20T16:11:12.004" v="5982"/>
          <ac:spMkLst>
            <pc:docMk/>
            <pc:sldMk cId="237325102" sldId="2147483622"/>
            <ac:spMk id="3" creationId="{05D6F34F-08EE-591A-A4A2-5DC747EF63D8}"/>
          </ac:spMkLst>
        </pc:spChg>
      </pc:sldChg>
      <pc:sldMasterChg chg="delSldLayout modSldLayout">
        <pc:chgData name="Reuel Ngo" userId="630da983-9bc0-4db9-b496-b90fbcc97014" providerId="ADAL" clId="{09730227-1908-4EA8-BA8E-5A59BE832678}" dt="2026-09-20T16:11:13.168" v="5983" actId="47"/>
        <pc:sldMasterMkLst>
          <pc:docMk/>
          <pc:sldMasterMk cId="4207828971" sldId="2147483676"/>
        </pc:sldMasterMkLst>
        <pc:sldLayoutChg chg="addSp delSp mod">
          <pc:chgData name="Reuel Ngo" userId="630da983-9bc0-4db9-b496-b90fbcc97014" providerId="ADAL" clId="{09730227-1908-4EA8-BA8E-5A59BE832678}" dt="2026-09-20T16:04:31.845" v="5977" actId="478"/>
          <pc:sldLayoutMkLst>
            <pc:docMk/>
            <pc:sldMasterMk cId="4207828971" sldId="2147483676"/>
            <pc:sldLayoutMk cId="420858718" sldId="2147483816"/>
          </pc:sldLayoutMkLst>
          <pc:picChg chg="add del">
            <ac:chgData name="Reuel Ngo" userId="630da983-9bc0-4db9-b496-b90fbcc97014" providerId="ADAL" clId="{09730227-1908-4EA8-BA8E-5A59BE832678}" dt="2026-09-20T16:04:31.845" v="5977" actId="478"/>
            <ac:picMkLst>
              <pc:docMk/>
              <pc:sldMasterMk cId="4207828971" sldId="2147483676"/>
              <pc:sldLayoutMk cId="420858718" sldId="2147483816"/>
              <ac:picMk id="6" creationId="{5D25AF53-A32B-923A-43C6-465AFFD1652E}"/>
            </ac:picMkLst>
          </pc:picChg>
        </pc:sldLayoutChg>
        <pc:sldLayoutChg chg="delSp del mod">
          <pc:chgData name="Reuel Ngo" userId="630da983-9bc0-4db9-b496-b90fbcc97014" providerId="ADAL" clId="{09730227-1908-4EA8-BA8E-5A59BE832678}" dt="2026-09-20T16:11:13.168" v="5983" actId="47"/>
          <pc:sldLayoutMkLst>
            <pc:docMk/>
            <pc:sldMasterMk cId="4207828971" sldId="2147483676"/>
            <pc:sldLayoutMk cId="752059997" sldId="2147483817"/>
          </pc:sldLayoutMkLst>
          <pc:picChg chg="del">
            <ac:chgData name="Reuel Ngo" userId="630da983-9bc0-4db9-b496-b90fbcc97014" providerId="ADAL" clId="{09730227-1908-4EA8-BA8E-5A59BE832678}" dt="2026-09-20T16:04:30.135" v="5976" actId="478"/>
            <ac:picMkLst>
              <pc:docMk/>
              <pc:sldMasterMk cId="4207828971" sldId="2147483676"/>
              <pc:sldLayoutMk cId="752059997" sldId="2147483817"/>
              <ac:picMk id="7" creationId="{C8CDFCA7-78ED-FD8B-4E4B-8A5ACD7081C8}"/>
            </ac:picMkLst>
          </pc:picChg>
        </pc:sldLayoutChg>
      </pc:sldMasterChg>
      <pc:sldMasterChg chg="delSldLayout">
        <pc:chgData name="Reuel Ngo" userId="630da983-9bc0-4db9-b496-b90fbcc97014" providerId="ADAL" clId="{09730227-1908-4EA8-BA8E-5A59BE832678}" dt="2026-09-20T10:58:58.659" v="5126" actId="47"/>
        <pc:sldMasterMkLst>
          <pc:docMk/>
          <pc:sldMasterMk cId="77781151" sldId="2147483721"/>
        </pc:sldMasterMkLst>
        <pc:sldLayoutChg chg="del">
          <pc:chgData name="Reuel Ngo" userId="630da983-9bc0-4db9-b496-b90fbcc97014" providerId="ADAL" clId="{09730227-1908-4EA8-BA8E-5A59BE832678}" dt="2026-09-20T10:58:58.659" v="5126" actId="47"/>
          <pc:sldLayoutMkLst>
            <pc:docMk/>
            <pc:sldMasterMk cId="77781151" sldId="2147483721"/>
            <pc:sldLayoutMk cId="3344691634" sldId="2147483751"/>
          </pc:sldLayoutMkLst>
        </pc:sldLayoutChg>
      </pc:sldMasterChg>
      <pc:sldMasterChg chg="del">
        <pc:chgData name="Reuel Ngo" userId="630da983-9bc0-4db9-b496-b90fbcc97014" providerId="ADAL" clId="{09730227-1908-4EA8-BA8E-5A59BE832678}" dt="2026-09-20T16:01:01.538" v="5972" actId="2696"/>
        <pc:sldMasterMkLst>
          <pc:docMk/>
          <pc:sldMasterMk cId="2139371920"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F85E6A-5FCA-4F5B-8EE1-339BCE75DE78}" type="datetimeFigureOut">
              <a:rPr lang="en-GB" smtClean="0"/>
              <a:t>21/09/2026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7C495-013D-4854-8D7F-F63E39152D26}" type="slidenum">
              <a:rPr lang="en-GB" smtClean="0"/>
              <a:t>‹#›</a:t>
            </a:fld>
            <a:endParaRPr lang="en-GB"/>
          </a:p>
        </p:txBody>
      </p:sp>
    </p:spTree>
    <p:extLst>
      <p:ext uri="{BB962C8B-B14F-4D97-AF65-F5344CB8AC3E}">
        <p14:creationId xmlns:p14="http://schemas.microsoft.com/office/powerpoint/2010/main" val="417782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0AF9-7D11-C7A7-65F2-6062D701D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D23FE-875C-031E-5C1C-A0228CE2B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386FD-02FC-B2A1-0A8B-C48EABAF29A5}"/>
              </a:ext>
            </a:extLst>
          </p:cNvPr>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0F1DE9C3-7F8F-46FB-0329-5B2539C47D1C}"/>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90A62228-A638-71D1-0A99-C6695AD427D3}"/>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Aptos" panose="02110004020202020204"/>
                <a:ea typeface="Segoe UI" pitchFamily="34" charset="0"/>
                <a:cs typeface="+mn-cs"/>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E456CB-0FBB-93A4-E14C-F86D84D3937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E1ACAC-9355-415D-9B94-950A2C119927}"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9/21/2026 12:10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B460692C-DC29-CA3D-6BB9-39FDE2D39F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323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2026-09-21 12:11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0070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2026-09-21 12:11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0287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2026-09-21 12:11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02877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7B9D-3A44-8D30-D6BF-F43924830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6B5E6-ADDB-7992-0524-284A80C4C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EB3F6-BEDB-354B-EC1D-371BB67181D6}"/>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88C8674-ACF8-8E5E-1B09-B9A6D1D17F0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7BEBAFA-8049-40DD-BE73-017DA8A20BB3}"/>
              </a:ext>
            </a:extLst>
          </p:cNvPr>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4170B5E-C114-C616-9C23-55DDB922CB2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2026-09-21 12:11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8ADB8E6-63B8-91D1-61ED-7E64AEE630D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40390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8E18B7EF-51F4-0AF3-B6B2-14F3663B476B}"/>
              </a:ext>
            </a:extLst>
          </p:cNvPr>
          <p:cNvSpPr>
            <a:spLocks noGrp="1"/>
          </p:cNvSpPr>
          <p:nvPr>
            <p:ph type="title"/>
          </p:nvPr>
        </p:nvSpPr>
        <p:spPr>
          <a:xfrm>
            <a:off x="588263" y="580311"/>
            <a:ext cx="11018520" cy="430887"/>
          </a:xfrm>
        </p:spPr>
        <p:txBody>
          <a:bodyPr anchor="t" anchorCtr="0"/>
          <a:lstStyle/>
          <a:p>
            <a:r>
              <a:rPr lang="en-US"/>
              <a:t>Click to edit Master title style</a:t>
            </a:r>
          </a:p>
        </p:txBody>
      </p:sp>
      <p:sp>
        <p:nvSpPr>
          <p:cNvPr id="7" name="Text Placeholder 11">
            <a:extLst>
              <a:ext uri="{FF2B5EF4-FFF2-40B4-BE49-F238E27FC236}">
                <a16:creationId xmlns:a16="http://schemas.microsoft.com/office/drawing/2014/main" id="{9AC98D00-037E-AA9F-9072-F66D12F7D7B2}"/>
              </a:ext>
            </a:extLst>
          </p:cNvPr>
          <p:cNvSpPr>
            <a:spLocks noGrp="1"/>
          </p:cNvSpPr>
          <p:nvPr>
            <p:ph type="body" sz="quarter" idx="16" hasCustomPrompt="1"/>
          </p:nvPr>
        </p:nvSpPr>
        <p:spPr>
          <a:xfrm>
            <a:off x="585217" y="316933"/>
            <a:ext cx="3536997" cy="338554"/>
          </a:xfrm>
        </p:spPr>
        <p:txBody>
          <a:bodyPr anchor="t"/>
          <a:lstStyle>
            <a:lvl1pPr marL="0" indent="0" algn="l" defTabSz="914367" rtl="0" eaLnBrk="1" latinLnBrk="0" hangingPunct="1">
              <a:spcBef>
                <a:spcPts val="0"/>
              </a:spcBef>
              <a:buNone/>
              <a:defRPr lang="en-US" sz="1600" kern="1200" dirty="0">
                <a:solidFill>
                  <a:schemeClr val="tx1"/>
                </a:solidFill>
                <a:latin typeface="+mj-lt"/>
                <a:ea typeface="+mn-ea"/>
                <a:cs typeface="+mn-cs"/>
              </a:defRPr>
            </a:lvl1pPr>
          </a:lstStyle>
          <a:p>
            <a:pPr lvl="0"/>
            <a:r>
              <a:rPr lang="en-US"/>
              <a:t>Click to edit text styles</a:t>
            </a:r>
          </a:p>
        </p:txBody>
      </p:sp>
      <p:sp>
        <p:nvSpPr>
          <p:cNvPr id="8" name="Text Placeholder 2">
            <a:extLst>
              <a:ext uri="{FF2B5EF4-FFF2-40B4-BE49-F238E27FC236}">
                <a16:creationId xmlns:a16="http://schemas.microsoft.com/office/drawing/2014/main" id="{7F58507D-BE25-A676-EF32-EE4249E5B1E0}"/>
              </a:ext>
            </a:extLst>
          </p:cNvPr>
          <p:cNvSpPr>
            <a:spLocks noGrp="1"/>
          </p:cNvSpPr>
          <p:nvPr>
            <p:ph type="body" sz="quarter" idx="11"/>
          </p:nvPr>
        </p:nvSpPr>
        <p:spPr>
          <a:xfrm>
            <a:off x="584518" y="1039270"/>
            <a:ext cx="11018520" cy="276999"/>
          </a:xfrm>
        </p:spPr>
        <p:txBody>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20670583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9BB8A45-557B-4137-EB5C-B7905DF5574E}"/>
              </a:ext>
            </a:extLst>
          </p:cNvPr>
          <p:cNvSpPr>
            <a:spLocks noGrp="1"/>
          </p:cNvSpPr>
          <p:nvPr>
            <p:ph type="title" hasCustomPrompt="1"/>
          </p:nvPr>
        </p:nvSpPr>
        <p:spPr>
          <a:xfrm>
            <a:off x="588263" y="2503124"/>
            <a:ext cx="5782720" cy="430887"/>
          </a:xfrm>
        </p:spPr>
        <p:txBody>
          <a:bodyPr wrap="square" anchor="b" anchorCtr="0">
            <a:spAutoFit/>
          </a:bodyPr>
          <a:lstStyle>
            <a:lvl1pPr>
              <a:defRPr sz="2800">
                <a:gradFill>
                  <a:gsLst>
                    <a:gs pos="21000">
                      <a:srgbClr val="0078D4"/>
                    </a:gs>
                    <a:gs pos="100000">
                      <a:srgbClr val="C03BC4"/>
                    </a:gs>
                  </a:gsLst>
                  <a:lin ang="2400000" scaled="0"/>
                </a:gradFill>
              </a:defRPr>
            </a:lvl1pPr>
          </a:lstStyle>
          <a:p>
            <a:r>
              <a:rPr lang="en-US"/>
              <a:t>Event name or presentation title </a:t>
            </a:r>
          </a:p>
        </p:txBody>
      </p:sp>
    </p:spTree>
    <p:extLst>
      <p:ext uri="{BB962C8B-B14F-4D97-AF65-F5344CB8AC3E}">
        <p14:creationId xmlns:p14="http://schemas.microsoft.com/office/powerpoint/2010/main" val="42085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itle - Main Hero">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35526B3-1B77-DA7E-39AC-F0F77964EC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1" y="0"/>
            <a:ext cx="12379569" cy="6858000"/>
          </a:xfrm>
          <a:prstGeom prst="rect">
            <a:avLst/>
          </a:prstGeom>
        </p:spPr>
      </p:pic>
      <p:pic>
        <p:nvPicPr>
          <p:cNvPr id="2" name="Picture 1">
            <a:extLst>
              <a:ext uri="{FF2B5EF4-FFF2-40B4-BE49-F238E27FC236}">
                <a16:creationId xmlns:a16="http://schemas.microsoft.com/office/drawing/2014/main" id="{F4A12633-3910-C1C9-2412-C41C7406415D}"/>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0" y="2849737"/>
            <a:ext cx="12379569" cy="4008263"/>
          </a:xfrm>
          <a:prstGeom prst="rect">
            <a:avLst/>
          </a:prstGeom>
        </p:spPr>
      </p:pic>
      <p:sp>
        <p:nvSpPr>
          <p:cNvPr id="3" name="Rectangle 2">
            <a:extLst>
              <a:ext uri="{FF2B5EF4-FFF2-40B4-BE49-F238E27FC236}">
                <a16:creationId xmlns:a16="http://schemas.microsoft.com/office/drawing/2014/main" id="{BF43EC56-D14B-6EAD-DA40-597D7C1F8990}"/>
              </a:ext>
            </a:extLst>
          </p:cNvPr>
          <p:cNvSpPr/>
          <p:nvPr userDrawn="1"/>
        </p:nvSpPr>
        <p:spPr bwMode="auto">
          <a:xfrm>
            <a:off x="-2" y="844368"/>
            <a:ext cx="12379568" cy="3302698"/>
          </a:xfrm>
          <a:prstGeom prst="rect">
            <a:avLst/>
          </a:prstGeom>
          <a:gradFill flip="none" rotWithShape="1">
            <a:gsLst>
              <a:gs pos="52000">
                <a:srgbClr val="FFFFFF"/>
              </a:gs>
              <a:gs pos="42000">
                <a:srgbClr val="FFFFFF">
                  <a:lumMod val="100000"/>
                </a:srgbClr>
              </a:gs>
              <a:gs pos="0">
                <a:schemeClr val="bg1">
                  <a:alpha val="0"/>
                </a:schemeClr>
              </a:gs>
              <a:gs pos="64000">
                <a:srgbClr val="FFFFFF"/>
              </a:gs>
              <a:gs pos="100000">
                <a:schemeClr val="bg1">
                  <a:alpha val="0"/>
                </a:schemeClr>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MS logo gray - EMF" descr="Microsoft logo, gray text version">
            <a:extLst>
              <a:ext uri="{FF2B5EF4-FFF2-40B4-BE49-F238E27FC236}">
                <a16:creationId xmlns:a16="http://schemas.microsoft.com/office/drawing/2014/main" id="{3CEAEC18-8489-693F-78F7-AC580E31662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black">
          <a:xfrm>
            <a:off x="584200" y="585788"/>
            <a:ext cx="1366440" cy="292608"/>
          </a:xfrm>
          <a:prstGeom prst="rect">
            <a:avLst/>
          </a:prstGeom>
        </p:spPr>
      </p:pic>
      <p:sp>
        <p:nvSpPr>
          <p:cNvPr id="7" name="Text Placeholder 5">
            <a:extLst>
              <a:ext uri="{FF2B5EF4-FFF2-40B4-BE49-F238E27FC236}">
                <a16:creationId xmlns:a16="http://schemas.microsoft.com/office/drawing/2014/main" id="{0CE6E8CE-8F11-3F60-9DA8-1FD661975170}"/>
              </a:ext>
            </a:extLst>
          </p:cNvPr>
          <p:cNvSpPr>
            <a:spLocks noGrp="1"/>
          </p:cNvSpPr>
          <p:nvPr>
            <p:ph type="body" sz="quarter" idx="10"/>
          </p:nvPr>
        </p:nvSpPr>
        <p:spPr>
          <a:xfrm>
            <a:off x="594949" y="3033223"/>
            <a:ext cx="11025188" cy="498598"/>
          </a:xfrm>
          <a:noFill/>
        </p:spPr>
        <p:txBody>
          <a:bodyPr vert="horz" wrap="square" lIns="0" tIns="0" rIns="0" bIns="0" rtlCol="0" anchor="b" anchorCtr="0">
            <a:spAutoFit/>
          </a:bodyPr>
          <a:lstStyle>
            <a:lvl1pPr>
              <a:defRPr lang="en-US" sz="3600" b="0" cap="none" spc="-50" dirty="0">
                <a:ln w="3175">
                  <a:noFill/>
                </a:ln>
                <a:gradFill>
                  <a:gsLst>
                    <a:gs pos="22000">
                      <a:schemeClr val="accent2"/>
                    </a:gs>
                    <a:gs pos="100000">
                      <a:schemeClr val="accent3"/>
                    </a:gs>
                  </a:gsLst>
                  <a:lin ang="2400000" scaled="0"/>
                </a:gradFill>
                <a:effectLst/>
                <a:latin typeface="+mj-lt"/>
              </a:defRPr>
            </a:lvl1pPr>
          </a:lstStyle>
          <a:p>
            <a:pPr lvl="0">
              <a:lnSpc>
                <a:spcPct val="90000"/>
              </a:lnSpc>
              <a:spcBef>
                <a:spcPct val="0"/>
              </a:spcBef>
              <a:buNone/>
            </a:pPr>
            <a:r>
              <a:rPr lang="en-US"/>
              <a:t>Click to edit Master text styles</a:t>
            </a:r>
          </a:p>
        </p:txBody>
      </p:sp>
    </p:spTree>
    <p:extLst>
      <p:ext uri="{BB962C8B-B14F-4D97-AF65-F5344CB8AC3E}">
        <p14:creationId xmlns:p14="http://schemas.microsoft.com/office/powerpoint/2010/main" val="91116006"/>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
        <p:nvSpPr>
          <p:cNvPr id="5" name="TextBox 5">
            <a:extLst>
              <a:ext uri="{FF2B5EF4-FFF2-40B4-BE49-F238E27FC236}">
                <a16:creationId xmlns:a16="http://schemas.microsoft.com/office/drawing/2014/main" id="{5F1C0EE0-6EF6-1744-AC27-61E4639844AB}"/>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4207828971"/>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8" r:id="rId3"/>
  </p:sldLayoutIdLst>
  <p:transition>
    <p:fade/>
  </p:transition>
  <p:hf sldNum="0"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1D34-C458-6B08-2687-A9BC10F59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4FF81-8D16-F06E-EB4B-3BD12C7066AF}"/>
              </a:ext>
            </a:extLst>
          </p:cNvPr>
          <p:cNvSpPr>
            <a:spLocks noGrp="1"/>
          </p:cNvSpPr>
          <p:nvPr>
            <p:ph type="title"/>
          </p:nvPr>
        </p:nvSpPr>
        <p:spPr>
          <a:xfrm>
            <a:off x="588263" y="1579794"/>
            <a:ext cx="5782720" cy="1354217"/>
          </a:xfrm>
        </p:spPr>
        <p:txBody>
          <a:bodyPr/>
          <a:lstStyle/>
          <a:p>
            <a:r>
              <a:rPr lang="en-US" sz="4400" dirty="0" err="1">
                <a:latin typeface="Segoe UI Semibold"/>
                <a:cs typeface="Segoe UI Semibold"/>
              </a:rPr>
              <a:t>GovTech</a:t>
            </a:r>
            <a:r>
              <a:rPr lang="en-US" sz="4400" dirty="0">
                <a:latin typeface="Segoe UI Semibold"/>
                <a:cs typeface="Segoe UI Semibold"/>
              </a:rPr>
              <a:t> M365 Copilot</a:t>
            </a:r>
            <a:br>
              <a:rPr lang="en-US" sz="4400" dirty="0">
                <a:latin typeface="Segoe UI Semibold"/>
                <a:cs typeface="Segoe UI Semibold"/>
              </a:rPr>
            </a:br>
            <a:r>
              <a:rPr lang="en-US" sz="4400" dirty="0">
                <a:latin typeface="Segoe UI Semibold"/>
                <a:cs typeface="Segoe UI Semibold"/>
              </a:rPr>
              <a:t>Agent-a-thon</a:t>
            </a:r>
            <a:endParaRPr lang="en-US" sz="2000" dirty="0">
              <a:solidFill>
                <a:schemeClr val="tx1"/>
              </a:solidFill>
              <a:latin typeface="Segoe UI" panose="020B0502040204020203" pitchFamily="34" charset="0"/>
              <a:cs typeface="Segoe UI" panose="020B0502040204020203" pitchFamily="34" charset="0"/>
            </a:endParaRPr>
          </a:p>
        </p:txBody>
      </p:sp>
      <p:sp>
        <p:nvSpPr>
          <p:cNvPr id="8" name="Text Placeholder 2">
            <a:extLst>
              <a:ext uri="{FF2B5EF4-FFF2-40B4-BE49-F238E27FC236}">
                <a16:creationId xmlns:a16="http://schemas.microsoft.com/office/drawing/2014/main" id="{66F50727-C4D8-47E1-1415-03768DA1B01A}"/>
              </a:ext>
            </a:extLst>
          </p:cNvPr>
          <p:cNvSpPr txBox="1">
            <a:spLocks/>
          </p:cNvSpPr>
          <p:nvPr/>
        </p:nvSpPr>
        <p:spPr>
          <a:xfrm>
            <a:off x="540895" y="3429000"/>
            <a:ext cx="3895725" cy="307777"/>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dirty="0">
                <a:ln>
                  <a:noFill/>
                </a:ln>
                <a:solidFill>
                  <a:prstClr val="black"/>
                </a:solidFill>
                <a:effectLst/>
                <a:uLnTx/>
                <a:uFillTx/>
                <a:latin typeface="Segoe Sans Display"/>
                <a:ea typeface="+mn-ea"/>
                <a:cs typeface="Segoe UI Semilight"/>
              </a:rPr>
              <a:t>&lt;Team Name&gt;</a:t>
            </a:r>
          </a:p>
        </p:txBody>
      </p:sp>
      <p:sp>
        <p:nvSpPr>
          <p:cNvPr id="3" name="TextBox 2">
            <a:extLst>
              <a:ext uri="{FF2B5EF4-FFF2-40B4-BE49-F238E27FC236}">
                <a16:creationId xmlns:a16="http://schemas.microsoft.com/office/drawing/2014/main" id="{CED21515-3B9C-517E-6519-8D6DEC08039B}"/>
              </a:ext>
            </a:extLst>
          </p:cNvPr>
          <p:cNvSpPr txBox="1"/>
          <p:nvPr/>
        </p:nvSpPr>
        <p:spPr>
          <a:xfrm>
            <a:off x="540895" y="1006626"/>
            <a:ext cx="397106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a:ea typeface="+mn-ea"/>
                <a:cs typeface="Segoe UI Semibold"/>
              </a:rPr>
              <a:t>Hack Pack</a:t>
            </a:r>
            <a:endParaRPr kumimoji="0" lang="en-GB" sz="2400" b="0" i="0" u="none" strike="noStrike" kern="1200" cap="none" spc="0" normalizeH="0" baseline="0" noProof="0" dirty="0">
              <a:ln>
                <a:noFill/>
              </a:ln>
              <a:solidFill>
                <a:prstClr val="black"/>
              </a:solidFill>
              <a:effectLst/>
              <a:uLnTx/>
              <a:uFillTx/>
              <a:latin typeface="Segoe UI Semibold"/>
              <a:ea typeface="+mn-ea"/>
              <a:cs typeface="Segoe UI Semibold"/>
            </a:endParaRPr>
          </a:p>
        </p:txBody>
      </p:sp>
    </p:spTree>
    <p:extLst>
      <p:ext uri="{BB962C8B-B14F-4D97-AF65-F5344CB8AC3E}">
        <p14:creationId xmlns:p14="http://schemas.microsoft.com/office/powerpoint/2010/main" val="256154646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588263" y="411292"/>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Welcome to the Agent-a-thon</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588264" y="1278604"/>
            <a:ext cx="5578620" cy="5235610"/>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52" name="TextBox 51">
            <a:extLst>
              <a:ext uri="{FF2B5EF4-FFF2-40B4-BE49-F238E27FC236}">
                <a16:creationId xmlns:a16="http://schemas.microsoft.com/office/drawing/2014/main" id="{D6BAAE47-DFCB-E619-1450-D8CF8496F7FB}"/>
              </a:ext>
            </a:extLst>
          </p:cNvPr>
          <p:cNvSpPr txBox="1"/>
          <p:nvPr/>
        </p:nvSpPr>
        <p:spPr>
          <a:xfrm>
            <a:off x="851885" y="1507653"/>
            <a:ext cx="5109436" cy="2117503"/>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Team, </a:t>
            </a:r>
          </a:p>
          <a:p>
            <a:pPr marL="0" marR="0" lvl="0" indent="0" algn="l" defTabSz="91410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endParaRPr>
          </a:p>
          <a:p>
            <a:pPr lvl="0" defTabSz="914102" fontAlgn="base">
              <a:spcBef>
                <a:spcPct val="0"/>
              </a:spcBef>
              <a:spcAft>
                <a:spcPct val="0"/>
              </a:spcAf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Welcome to the Agent-a-thon. </a:t>
            </a:r>
            <a:r>
              <a:rPr lang="en-US" sz="1400" dirty="0">
                <a:solidFill>
                  <a:srgbClr val="080808"/>
                </a:solidFill>
                <a:latin typeface="Segoe UI Semibold"/>
                <a:cs typeface="Segoe UI" panose="020B0502040204020203" pitchFamily="34" charset="0"/>
              </a:rPr>
              <a:t>Today you’ll design end-to-end processes using multiple agents to </a:t>
            </a:r>
            <a:r>
              <a:rPr lang="en-SG" sz="1400" dirty="0">
                <a:solidFill>
                  <a:srgbClr val="080808"/>
                </a:solidFill>
                <a:latin typeface="Segoe UI Semibold"/>
                <a:cs typeface="Segoe UI" panose="020B0502040204020203" pitchFamily="34" charset="0"/>
              </a:rPr>
              <a:t>streamline business operations and deliver meaningful business outcomes.</a:t>
            </a:r>
          </a:p>
          <a:p>
            <a:pPr lvl="0" defTabSz="914102" fontAlgn="base">
              <a:spcBef>
                <a:spcPct val="0"/>
              </a:spcBef>
              <a:spcAft>
                <a:spcPct val="0"/>
              </a:spcAft>
              <a:defRPr/>
            </a:pPr>
            <a:endParaRPr lang="en-US" sz="1400" dirty="0">
              <a:solidFill>
                <a:srgbClr val="080808"/>
              </a:solidFill>
              <a:latin typeface="Segoe UI Semibold"/>
              <a:cs typeface="Segoe UI" panose="020B0502040204020203" pitchFamily="34" charset="0"/>
            </a:endParaRPr>
          </a:p>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Time is short, so make it count. </a:t>
            </a:r>
            <a:r>
              <a:rPr lang="en-US" sz="1400" dirty="0">
                <a:solidFill>
                  <a:srgbClr val="080808"/>
                </a:solidFill>
                <a:latin typeface="Segoe UI Semibold"/>
                <a:cs typeface="Segoe UI" panose="020B0502040204020203" pitchFamily="34" charset="0"/>
              </a:rPr>
              <a:t>Y</a:t>
            </a: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our experts are here to help!</a:t>
            </a:r>
          </a:p>
          <a:p>
            <a:pPr marL="0" marR="0" lvl="0" indent="0" algn="l" defTabSz="91410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endParaRPr>
          </a:p>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Here are the timings for the day.</a:t>
            </a:r>
          </a:p>
        </p:txBody>
      </p:sp>
      <p:sp>
        <p:nvSpPr>
          <p:cNvPr id="56" name="Rectangle: Rounded Corners 55">
            <a:extLst>
              <a:ext uri="{FF2B5EF4-FFF2-40B4-BE49-F238E27FC236}">
                <a16:creationId xmlns:a16="http://schemas.microsoft.com/office/drawing/2014/main" id="{F6DB80B6-AE04-916C-7C48-AA411C1B3A09}"/>
              </a:ext>
              <a:ext uri="{C183D7F6-B498-43B3-948B-1728B52AA6E4}">
                <adec:decorative xmlns:adec="http://schemas.microsoft.com/office/drawing/2017/decorative" val="1"/>
              </a:ext>
            </a:extLst>
          </p:cNvPr>
          <p:cNvSpPr/>
          <p:nvPr/>
        </p:nvSpPr>
        <p:spPr bwMode="auto">
          <a:xfrm>
            <a:off x="6489333" y="1278604"/>
            <a:ext cx="5231290" cy="5235610"/>
          </a:xfrm>
          <a:prstGeom prst="roundRect">
            <a:avLst>
              <a:gd name="adj" fmla="val 3648"/>
            </a:avLst>
          </a:prstGeom>
          <a:solidFill>
            <a:srgbClr val="230046">
              <a:alpha val="80000"/>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57" name="TextBox 56">
            <a:extLst>
              <a:ext uri="{FF2B5EF4-FFF2-40B4-BE49-F238E27FC236}">
                <a16:creationId xmlns:a16="http://schemas.microsoft.com/office/drawing/2014/main" id="{6E0C548E-147B-CE4B-3F35-CBD6CC999AB9}"/>
              </a:ext>
            </a:extLst>
          </p:cNvPr>
          <p:cNvSpPr txBox="1"/>
          <p:nvPr/>
        </p:nvSpPr>
        <p:spPr>
          <a:xfrm>
            <a:off x="6768227" y="1507653"/>
            <a:ext cx="4673501" cy="4912114"/>
          </a:xfrm>
          <a:prstGeom prst="rect">
            <a:avLst/>
          </a:prstGeom>
          <a:noFill/>
        </p:spPr>
        <p:txBody>
          <a:bodyPr wrap="square" lIns="91440" tIns="45720" rIns="91440" bIns="45720" anchor="t">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sng" strike="noStrike" kern="1200" cap="none" spc="0" normalizeH="0" baseline="0" noProof="0" dirty="0">
                <a:ln>
                  <a:noFill/>
                </a:ln>
                <a:solidFill>
                  <a:srgbClr val="FFFFFF"/>
                </a:solidFill>
                <a:effectLst/>
                <a:uLnTx/>
                <a:uFillTx/>
                <a:latin typeface="Segoe UI Semibold"/>
                <a:ea typeface="+mn-ea"/>
                <a:cs typeface="Segoe UI"/>
              </a:rPr>
              <a:t>Top Tips</a:t>
            </a:r>
          </a:p>
          <a:p>
            <a:pPr marL="0" marR="0" lvl="0" indent="0" algn="l" defTabSz="91410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UI Semibold"/>
              <a:ea typeface="+mn-ea"/>
              <a:cs typeface="Segoe UI" panose="020B0502040204020203" pitchFamily="34" charset="0"/>
            </a:endParaRP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Watch the time. It’s easy to get caught up producing slides and not have a well-defined presentation.</a:t>
            </a:r>
          </a:p>
          <a:p>
            <a:pPr marL="342900" lvl="0" indent="-342900" defTabSz="914102" fontAlgn="base">
              <a:spcBef>
                <a:spcPct val="0"/>
              </a:spcBef>
              <a:spcAft>
                <a:spcPts val="1200"/>
              </a:spcAft>
              <a:buFontTx/>
              <a:buAutoNum type="arabicPeriod"/>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You are designing an end-to-end process using </a:t>
            </a:r>
            <a:r>
              <a:rPr lang="en-US" sz="1400" dirty="0">
                <a:solidFill>
                  <a:srgbClr val="FFFFFF"/>
                </a:solidFill>
                <a:latin typeface="Segoe UI Semibold"/>
                <a:cs typeface="Segoe UI"/>
              </a:rPr>
              <a:t>multiple agents – describe the input and </a:t>
            </a:r>
            <a:r>
              <a:rPr lang="en-SG" sz="1400" dirty="0">
                <a:solidFill>
                  <a:srgbClr val="FFFFFF"/>
                </a:solidFill>
                <a:latin typeface="Segoe UI Semibold"/>
                <a:cs typeface="Segoe UI"/>
              </a:rPr>
              <a:t>output of each agent, explain how the outputs feed into the next step. Focus on the approach rather than the exact prompts</a:t>
            </a:r>
          </a:p>
          <a:p>
            <a:pPr marL="342900" lvl="0" indent="-342900" defTabSz="914102" fontAlgn="base">
              <a:spcBef>
                <a:spcPct val="0"/>
              </a:spcBef>
              <a:spcAft>
                <a:spcPts val="1200"/>
              </a:spcAft>
              <a:buFontTx/>
              <a:buAutoNum type="arabicPeriod"/>
              <a:defRPr/>
            </a:pPr>
            <a:r>
              <a:rPr lang="en-US" sz="1400" dirty="0">
                <a:solidFill>
                  <a:srgbClr val="FFFFFF"/>
                </a:solidFill>
                <a:latin typeface="Segoe UI Semibold"/>
                <a:cs typeface="Segoe UI"/>
              </a:rPr>
              <a:t>E</a:t>
            </a: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very use case must involve at least 1 agent, you can use Copilot Chat and/or Copilot in the O365 apps, e.g. Copilot in Outlook.</a:t>
            </a: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Keep your workflows and agents within the tool capabilities. This is the art of the possible NOT the impossible.</a:t>
            </a: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Judges want the most impactful Workflows &amp; Agents — a workflow saving 10 minutes used 20 times a week beats one saving 2 hours once.</a:t>
            </a: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Send your slides across on time!</a:t>
            </a:r>
          </a:p>
        </p:txBody>
      </p:sp>
      <p:graphicFrame>
        <p:nvGraphicFramePr>
          <p:cNvPr id="5" name="Table 4">
            <a:extLst>
              <a:ext uri="{FF2B5EF4-FFF2-40B4-BE49-F238E27FC236}">
                <a16:creationId xmlns:a16="http://schemas.microsoft.com/office/drawing/2014/main" id="{348531E1-A4C3-E51A-89A9-527FB3741654}"/>
              </a:ext>
            </a:extLst>
          </p:cNvPr>
          <p:cNvGraphicFramePr>
            <a:graphicFrameLocks noGrp="1"/>
          </p:cNvGraphicFramePr>
          <p:nvPr>
            <p:extLst>
              <p:ext uri="{D42A27DB-BD31-4B8C-83A1-F6EECF244321}">
                <p14:modId xmlns:p14="http://schemas.microsoft.com/office/powerpoint/2010/main" val="1741895064"/>
              </p:ext>
            </p:extLst>
          </p:nvPr>
        </p:nvGraphicFramePr>
        <p:xfrm>
          <a:off x="1138323" y="4069080"/>
          <a:ext cx="4822998" cy="1960815"/>
        </p:xfrm>
        <a:graphic>
          <a:graphicData uri="http://schemas.openxmlformats.org/drawingml/2006/table">
            <a:tbl>
              <a:tblPr/>
              <a:tblGrid>
                <a:gridCol w="1476808">
                  <a:extLst>
                    <a:ext uri="{9D8B030D-6E8A-4147-A177-3AD203B41FA5}">
                      <a16:colId xmlns:a16="http://schemas.microsoft.com/office/drawing/2014/main" val="788874500"/>
                    </a:ext>
                  </a:extLst>
                </a:gridCol>
                <a:gridCol w="3346190">
                  <a:extLst>
                    <a:ext uri="{9D8B030D-6E8A-4147-A177-3AD203B41FA5}">
                      <a16:colId xmlns:a16="http://schemas.microsoft.com/office/drawing/2014/main" val="2628795654"/>
                    </a:ext>
                  </a:extLst>
                </a:gridCol>
              </a:tblGrid>
              <a:tr h="356666">
                <a:tc>
                  <a:txBody>
                    <a:bodyPr/>
                    <a:lstStyle/>
                    <a:p>
                      <a:pPr rtl="0"/>
                      <a:r>
                        <a:rPr lang="en-GB" sz="1200" dirty="0">
                          <a:effectLst/>
                        </a:rPr>
                        <a:t>09:00 – 09:20</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Welcome + </a:t>
                      </a:r>
                      <a:r>
                        <a:rPr lang="en-GB" sz="1200" dirty="0" err="1">
                          <a:effectLst/>
                        </a:rPr>
                        <a:t>Kickoff</a:t>
                      </a:r>
                      <a:endParaRPr lang="en-GB" sz="1200" dirty="0">
                        <a:effectLst/>
                      </a:endParaRP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2715521"/>
                  </a:ext>
                </a:extLst>
              </a:tr>
              <a:tr h="356666">
                <a:tc>
                  <a:txBody>
                    <a:bodyPr/>
                    <a:lstStyle/>
                    <a:p>
                      <a:pPr rtl="0"/>
                      <a:r>
                        <a:rPr lang="en-GB" sz="1200" dirty="0">
                          <a:effectLst/>
                        </a:rPr>
                        <a:t>09:20 – 10:00</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200" b="0" dirty="0">
                          <a:solidFill>
                            <a:srgbClr val="1B3A57"/>
                          </a:solidFill>
                          <a:latin typeface="Segoe UI" pitchFamily="34" charset="0"/>
                          <a:ea typeface="Segoe UI" pitchFamily="34" charset="-122"/>
                          <a:cs typeface="Segoe UI" pitchFamily="34" charset="-120"/>
                        </a:rPr>
                        <a:t>Agents in M365 Copilot + Judging Criteria</a:t>
                      </a:r>
                      <a:endParaRPr lang="en-US" sz="1400" dirty="0">
                        <a:latin typeface="Segoe UI" charset="0"/>
                        <a:ea typeface="Segoe UI" charset="0"/>
                        <a:cs typeface="Segoe UI" charset="0"/>
                      </a:endParaRP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40052339"/>
                  </a:ext>
                </a:extLst>
              </a:tr>
              <a:tr h="356666">
                <a:tc>
                  <a:txBody>
                    <a:bodyPr/>
                    <a:lstStyle/>
                    <a:p>
                      <a:pPr rtl="0"/>
                      <a:r>
                        <a:rPr lang="en-GB" sz="1200" dirty="0">
                          <a:effectLst/>
                        </a:rPr>
                        <a:t>10:00 - 11:30</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Hack Session</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2137748"/>
                  </a:ext>
                </a:extLst>
              </a:tr>
              <a:tr h="513681">
                <a:tc>
                  <a:txBody>
                    <a:bodyPr/>
                    <a:lstStyle/>
                    <a:p>
                      <a:pPr rtl="0"/>
                      <a:r>
                        <a:rPr lang="en-GB" sz="1200" dirty="0">
                          <a:effectLst/>
                        </a:rPr>
                        <a:t>11:30 </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 Ensure presentations are submitted in the Teams channel for your area.</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03349590"/>
                  </a:ext>
                </a:extLst>
              </a:tr>
              <a:tr h="377136">
                <a:tc>
                  <a:txBody>
                    <a:bodyPr/>
                    <a:lstStyle/>
                    <a:p>
                      <a:pPr rtl="0"/>
                      <a:r>
                        <a:rPr lang="en-GB" sz="1200" dirty="0">
                          <a:effectLst/>
                        </a:rPr>
                        <a:t>11:30 - 12:45</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Pitching, Judging and awards</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8546800"/>
                  </a:ext>
                </a:extLst>
              </a:tr>
            </a:tbl>
          </a:graphicData>
        </a:graphic>
      </p:graphicFrame>
    </p:spTree>
    <p:extLst>
      <p:ext uri="{BB962C8B-B14F-4D97-AF65-F5344CB8AC3E}">
        <p14:creationId xmlns:p14="http://schemas.microsoft.com/office/powerpoint/2010/main" val="389260251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CC7A42-6993-8BE0-440A-8D9F64F9A85F}"/>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F6C239EF-9210-1ED8-5168-B1679D3B6835}"/>
                </a:ext>
              </a:extLst>
            </p:cNvPr>
            <p:cNvGrpSpPr>
              <a:grpSpLocks noGrp="1" noUngrp="1" noRot="1" noMove="1" noResize="1"/>
            </p:cNvGrpSpPr>
            <p:nvPr userDrawn="1"/>
          </p:nvGrpSpPr>
          <p:grpSpPr>
            <a:xfrm>
              <a:off x="0" y="0"/>
              <a:ext cx="12192002" cy="6858000"/>
              <a:chOff x="0" y="0"/>
              <a:chExt cx="12192002" cy="6858000"/>
            </a:xfrm>
          </p:grpSpPr>
          <p:grpSp>
            <p:nvGrpSpPr>
              <p:cNvPr id="25" name="Group 24">
                <a:extLst>
                  <a:ext uri="{FF2B5EF4-FFF2-40B4-BE49-F238E27FC236}">
                    <a16:creationId xmlns:a16="http://schemas.microsoft.com/office/drawing/2014/main" id="{B3E912F7-492C-857D-FF94-7A4C8F5DB342}"/>
                  </a:ext>
                </a:extLst>
              </p:cNvPr>
              <p:cNvGrpSpPr>
                <a:grpSpLocks noGrp="1" noUngrp="1" noRot="1" noMove="1" noResize="1"/>
              </p:cNvGrpSpPr>
              <p:nvPr userDrawn="1"/>
            </p:nvGrpSpPr>
            <p:grpSpPr>
              <a:xfrm>
                <a:off x="3689875" y="0"/>
                <a:ext cx="8502127" cy="6858000"/>
                <a:chOff x="6892376" y="0"/>
                <a:chExt cx="5299623" cy="6858000"/>
              </a:xfrm>
            </p:grpSpPr>
            <p:pic>
              <p:nvPicPr>
                <p:cNvPr id="27" name="Picture 26">
                  <a:extLst>
                    <a:ext uri="{FF2B5EF4-FFF2-40B4-BE49-F238E27FC236}">
                      <a16:creationId xmlns:a16="http://schemas.microsoft.com/office/drawing/2014/main" id="{10748909-F2D0-93F0-50F2-263536A50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0B1EF512-8C6B-D6A5-E929-150121CA24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555C2DED-CCD0-1294-2D04-3EDE019CDFD4}"/>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98A46413-753B-4E07-A7DE-E0535D04C8CC}"/>
                </a:ext>
              </a:extLst>
            </p:cNvPr>
            <p:cNvPicPr>
              <a:picLocks noGrp="1" noRot="1" noChangeAspect="1" noMove="1" noResize="1" noEditPoints="1" noAdjustHandles="1" noChangeArrowheads="1" noChangeShapeType="1" noCrop="1"/>
            </p:cNvPicPr>
            <p:nvPr userDrawn="1"/>
          </p:nvPicPr>
          <p:blipFill>
            <a:blip r:embed="rId4"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5FB5CD07-23A7-5B60-181B-E6285E8DF5D1}"/>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485850" y="346226"/>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Agent Builder</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36602693-0016-829C-C6D4-FCFCCECA9862}"/>
              </a:ext>
              <a:ext uri="{C183D7F6-B498-43B3-948B-1728B52AA6E4}">
                <adec:decorative xmlns:adec="http://schemas.microsoft.com/office/drawing/2017/decorative" val="1"/>
              </a:ext>
            </a:extLst>
          </p:cNvPr>
          <p:cNvSpPr/>
          <p:nvPr/>
        </p:nvSpPr>
        <p:spPr bwMode="auto">
          <a:xfrm>
            <a:off x="490248" y="1042583"/>
            <a:ext cx="7244826" cy="1306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38C2961F-5610-2A3E-A196-740DFA616316}"/>
              </a:ext>
              <a:ext uri="{C183D7F6-B498-43B3-948B-1728B52AA6E4}">
                <adec:decorative xmlns:adec="http://schemas.microsoft.com/office/drawing/2017/decorative" val="1"/>
              </a:ext>
            </a:extLst>
          </p:cNvPr>
          <p:cNvSpPr/>
          <p:nvPr/>
        </p:nvSpPr>
        <p:spPr bwMode="auto">
          <a:xfrm>
            <a:off x="480708" y="2503310"/>
            <a:ext cx="7244825" cy="151433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9A339A2F-74C9-ABDD-8614-4F24EA868DA8}"/>
              </a:ext>
              <a:ext uri="{C183D7F6-B498-43B3-948B-1728B52AA6E4}">
                <adec:decorative xmlns:adec="http://schemas.microsoft.com/office/drawing/2017/decorative" val="1"/>
              </a:ext>
            </a:extLst>
          </p:cNvPr>
          <p:cNvSpPr/>
          <p:nvPr/>
        </p:nvSpPr>
        <p:spPr bwMode="auto">
          <a:xfrm>
            <a:off x="490248" y="4190101"/>
            <a:ext cx="7244826" cy="142685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D91C9849-71D6-4E47-ABDC-9461C158E039}"/>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80533F9D-E859-C53B-4D8F-EC6C56FF6D82}"/>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BB0BFFAE-711E-BF04-F28D-B21A5C84511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3501309B-8A26-58E0-57A8-96321CEF685F}"/>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8B8CC6A8-C205-AA4C-03D9-5C6C48D537EC}"/>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09AB6609-8351-6475-61DE-5207B1A0FF8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F5BB3342-23EB-2B94-BEE9-31585C53220B}"/>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531B5AF2-D233-EB5D-16C5-72E955D314F8}"/>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886BC01-C1AC-1573-F585-42F60DFFAFD7}"/>
              </a:ext>
              <a:ext uri="{C183D7F6-B498-43B3-948B-1728B52AA6E4}">
                <adec:decorative xmlns:adec="http://schemas.microsoft.com/office/drawing/2017/decorative" val="0"/>
              </a:ext>
            </a:extLst>
          </p:cNvPr>
          <p:cNvSpPr/>
          <p:nvPr/>
        </p:nvSpPr>
        <p:spPr bwMode="auto">
          <a:xfrm>
            <a:off x="2104239" y="1228873"/>
            <a:ext cx="5451399" cy="933557"/>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(Business Group / Persona)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the persons role &amp; team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2" name="TextBox 31">
            <a:extLst>
              <a:ext uri="{FF2B5EF4-FFF2-40B4-BE49-F238E27FC236}">
                <a16:creationId xmlns:a16="http://schemas.microsoft.com/office/drawing/2014/main" id="{541A742E-7608-4CFB-E568-21FEFB14F80D}"/>
              </a:ext>
            </a:extLst>
          </p:cNvPr>
          <p:cNvSpPr txBox="1"/>
          <p:nvPr/>
        </p:nvSpPr>
        <p:spPr>
          <a:xfrm>
            <a:off x="609368" y="305334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E51C13A8-D933-C8A3-148F-AB95742DDC83}"/>
              </a:ext>
              <a:ext uri="{C183D7F6-B498-43B3-948B-1728B52AA6E4}">
                <adec:decorative xmlns:adec="http://schemas.microsoft.com/office/drawing/2017/decorative" val="0"/>
              </a:ext>
            </a:extLst>
          </p:cNvPr>
          <p:cNvSpPr/>
          <p:nvPr/>
        </p:nvSpPr>
        <p:spPr bwMode="auto">
          <a:xfrm>
            <a:off x="2104239" y="2651911"/>
            <a:ext cx="5451399" cy="123477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(Description of what I want to do)</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Insert Text Here describing the </a:t>
            </a:r>
            <a:r>
              <a:rPr kumimoji="0" lang="en-US" sz="1100" b="1" i="1" u="sng" strike="noStrike" kern="1200" cap="none" spc="0" normalizeH="0" baseline="0" noProof="0">
                <a:ln>
                  <a:noFill/>
                </a:ln>
                <a:solidFill>
                  <a:srgbClr val="000000"/>
                </a:solidFill>
                <a:effectLst/>
                <a:uLnTx/>
                <a:uFillTx/>
                <a:latin typeface="Segoe UI" panose="020B0502040204020203" pitchFamily="34" charset="0"/>
                <a:ea typeface="+mn-ea"/>
                <a:cs typeface="+mn-cs"/>
              </a:rPr>
              <a:t>job</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the person wants/needs to complete</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34" name="Freeform 5">
            <a:extLst>
              <a:ext uri="{FF2B5EF4-FFF2-40B4-BE49-F238E27FC236}">
                <a16:creationId xmlns:a16="http://schemas.microsoft.com/office/drawing/2014/main" id="{4F2F0205-EBF9-C0F3-4372-92CCD6327504}"/>
              </a:ext>
              <a:ext uri="{C183D7F6-B498-43B3-948B-1728B52AA6E4}">
                <adec:decorative xmlns:adec="http://schemas.microsoft.com/office/drawing/2017/decorative" val="1"/>
              </a:ext>
            </a:extLst>
          </p:cNvPr>
          <p:cNvSpPr>
            <a:spLocks/>
          </p:cNvSpPr>
          <p:nvPr/>
        </p:nvSpPr>
        <p:spPr bwMode="auto">
          <a:xfrm>
            <a:off x="720651" y="2644768"/>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C98A038-226F-46E6-90E0-DDF8C4A50562}"/>
              </a:ext>
              <a:ext uri="{C183D7F6-B498-43B3-948B-1728B52AA6E4}">
                <adec:decorative xmlns:adec="http://schemas.microsoft.com/office/drawing/2017/decorative" val="1"/>
              </a:ext>
            </a:extLst>
          </p:cNvPr>
          <p:cNvSpPr>
            <a:spLocks/>
          </p:cNvSpPr>
          <p:nvPr/>
        </p:nvSpPr>
        <p:spPr bwMode="auto">
          <a:xfrm>
            <a:off x="791923" y="3008320"/>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650BE89E-12DF-8194-02E7-8B9FE757B3F0}"/>
              </a:ext>
            </a:extLst>
          </p:cNvPr>
          <p:cNvSpPr txBox="1"/>
          <p:nvPr/>
        </p:nvSpPr>
        <p:spPr>
          <a:xfrm>
            <a:off x="594694" y="4708366"/>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0EE967ED-3308-9B7F-4077-81C74C0EA63C}"/>
              </a:ext>
              <a:ext uri="{C183D7F6-B498-43B3-948B-1728B52AA6E4}">
                <adec:decorative xmlns:adec="http://schemas.microsoft.com/office/drawing/2017/decorative" val="0"/>
              </a:ext>
            </a:extLst>
          </p:cNvPr>
          <p:cNvSpPr/>
          <p:nvPr/>
        </p:nvSpPr>
        <p:spPr bwMode="auto">
          <a:xfrm>
            <a:off x="2166265" y="4276801"/>
            <a:ext cx="5451399" cy="1247369"/>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(Specific application of Agent Builder)</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details of how </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the Agent will </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be used for this scenario and or what</a:t>
            </a:r>
          </a:p>
        </p:txBody>
      </p:sp>
      <p:grpSp>
        <p:nvGrpSpPr>
          <p:cNvPr id="54" name="Group 53">
            <a:extLst>
              <a:ext uri="{FF2B5EF4-FFF2-40B4-BE49-F238E27FC236}">
                <a16:creationId xmlns:a16="http://schemas.microsoft.com/office/drawing/2014/main" id="{A9C2D799-4A74-F549-7E18-423F4961E4ED}"/>
              </a:ext>
              <a:ext uri="{C183D7F6-B498-43B3-948B-1728B52AA6E4}">
                <adec:decorative xmlns:adec="http://schemas.microsoft.com/office/drawing/2017/decorative" val="1"/>
              </a:ext>
            </a:extLst>
          </p:cNvPr>
          <p:cNvGrpSpPr/>
          <p:nvPr/>
        </p:nvGrpSpPr>
        <p:grpSpPr>
          <a:xfrm>
            <a:off x="693284" y="4288614"/>
            <a:ext cx="355224" cy="356453"/>
            <a:chOff x="769241" y="5197687"/>
            <a:chExt cx="382323" cy="383646"/>
          </a:xfrm>
        </p:grpSpPr>
        <p:sp>
          <p:nvSpPr>
            <p:cNvPr id="41" name="Freeform 5">
              <a:extLst>
                <a:ext uri="{FF2B5EF4-FFF2-40B4-BE49-F238E27FC236}">
                  <a16:creationId xmlns:a16="http://schemas.microsoft.com/office/drawing/2014/main" id="{FFADB674-D367-8F56-C16E-D905074445C7}"/>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BE707FC3-BCA8-1979-2298-13F99C66FEBC}"/>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ACB7B053-5147-A002-F014-CE06F5C7A129}"/>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C4C18207-051F-C89A-E5A1-78A899EFA1A2}"/>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BC532194-3B3C-48D5-DEB3-4064FBCFA46E}"/>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464C6ED1-080D-1370-1320-DF2A7D72AA46}"/>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E46AA9F0-F6C2-F4DF-35E0-9B67D3E10C64}"/>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3660802D-D8CA-E921-FE3C-5B0423AF749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362C227B-662B-870E-A379-B77C0BE0E1C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6BAAE47-DFCB-E619-1450-D8CF8496F7FB}"/>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0F2A087-F5EA-1EF0-0AD6-502A6A6C823B}"/>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(Solutions success measure)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what successful job completion looks like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D6B4E39A-320B-8E76-4428-0A4CA497A654}"/>
              </a:ext>
            </a:extLst>
          </p:cNvPr>
          <p:cNvSpPr txBox="1"/>
          <p:nvPr/>
        </p:nvSpPr>
        <p:spPr>
          <a:xfrm>
            <a:off x="8141564" y="3363759"/>
            <a:ext cx="3655924"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Agents will provide me in completing this job</a:t>
            </a:r>
          </a:p>
        </p:txBody>
      </p:sp>
      <p:sp>
        <p:nvSpPr>
          <p:cNvPr id="4" name="Rectangle: Rounded Corners 3">
            <a:extLst>
              <a:ext uri="{FF2B5EF4-FFF2-40B4-BE49-F238E27FC236}">
                <a16:creationId xmlns:a16="http://schemas.microsoft.com/office/drawing/2014/main" id="{80027864-93A4-87A6-4FCA-482C63A8DE6B}"/>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(Value associated with Agent’s help)</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Value could be functional (</a:t>
            </a:r>
            <a:r>
              <a:rPr kumimoji="0" lang="en-US" sz="11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mn-cs"/>
              </a:rPr>
              <a:t>e,g</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save time, increase quality, reduce risk </a:t>
            </a:r>
            <a:r>
              <a:rPr kumimoji="0" lang="en-US" sz="11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mn-cs"/>
              </a:rPr>
              <a:t>etc</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emotional (</a:t>
            </a:r>
            <a:r>
              <a:rPr kumimoji="0" lang="en-US" sz="11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mn-cs"/>
              </a:rPr>
              <a:t>e.g</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how successful job completion made you feel), social (how others may perceive your value from successfully completing the job)</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5" name="Rectangle: Rounded Corners 4">
            <a:extLst>
              <a:ext uri="{FF2B5EF4-FFF2-40B4-BE49-F238E27FC236}">
                <a16:creationId xmlns:a16="http://schemas.microsoft.com/office/drawing/2014/main" id="{9A5A31F4-D570-0EC0-AA76-3FFE8F42BD39}"/>
              </a:ext>
              <a:ext uri="{C183D7F6-B498-43B3-948B-1728B52AA6E4}">
                <adec:decorative xmlns:adec="http://schemas.microsoft.com/office/drawing/2017/decorative" val="1"/>
              </a:ext>
            </a:extLst>
          </p:cNvPr>
          <p:cNvSpPr/>
          <p:nvPr/>
        </p:nvSpPr>
        <p:spPr bwMode="auto">
          <a:xfrm>
            <a:off x="490248" y="5814533"/>
            <a:ext cx="11307239" cy="920481"/>
          </a:xfrm>
          <a:prstGeom prst="roundRect">
            <a:avLst>
              <a:gd name="adj" fmla="val 9723"/>
            </a:avLst>
          </a:prstGeom>
          <a:solidFill>
            <a:srgbClr val="230046">
              <a:alpha val="81176"/>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Rounded Corners 5">
            <a:extLst>
              <a:ext uri="{FF2B5EF4-FFF2-40B4-BE49-F238E27FC236}">
                <a16:creationId xmlns:a16="http://schemas.microsoft.com/office/drawing/2014/main" id="{D468F13F-AB41-E045-6818-E4592426CEB7}"/>
              </a:ext>
              <a:ext uri="{C183D7F6-B498-43B3-948B-1728B52AA6E4}">
                <adec:decorative xmlns:adec="http://schemas.microsoft.com/office/drawing/2017/decorative" val="0"/>
              </a:ext>
            </a:extLst>
          </p:cNvPr>
          <p:cNvSpPr/>
          <p:nvPr/>
        </p:nvSpPr>
        <p:spPr bwMode="auto">
          <a:xfrm>
            <a:off x="2166265"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7072B534-F6A3-748A-EF1E-9908FEA5CB33}"/>
              </a:ext>
            </a:extLst>
          </p:cNvPr>
          <p:cNvSpPr txBox="1"/>
          <p:nvPr/>
        </p:nvSpPr>
        <p:spPr>
          <a:xfrm>
            <a:off x="2094714"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Hours/week Spent</a:t>
            </a:r>
          </a:p>
        </p:txBody>
      </p:sp>
      <p:sp>
        <p:nvSpPr>
          <p:cNvPr id="40" name="Rectangle: Rounded Corners 39">
            <a:extLst>
              <a:ext uri="{FF2B5EF4-FFF2-40B4-BE49-F238E27FC236}">
                <a16:creationId xmlns:a16="http://schemas.microsoft.com/office/drawing/2014/main" id="{7BD639EA-07A0-010F-D6EE-79A7DB83AFFC}"/>
              </a:ext>
              <a:ext uri="{C183D7F6-B498-43B3-948B-1728B52AA6E4}">
                <adec:decorative xmlns:adec="http://schemas.microsoft.com/office/drawing/2017/decorative" val="0"/>
              </a:ext>
            </a:extLst>
          </p:cNvPr>
          <p:cNvSpPr/>
          <p:nvPr/>
        </p:nvSpPr>
        <p:spPr bwMode="auto">
          <a:xfrm>
            <a:off x="4445338" y="6242787"/>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mn-cs"/>
              </a:rPr>
              <a:t>%</a:t>
            </a:r>
          </a:p>
        </p:txBody>
      </p:sp>
      <p:sp>
        <p:nvSpPr>
          <p:cNvPr id="46" name="TextBox 45">
            <a:extLst>
              <a:ext uri="{FF2B5EF4-FFF2-40B4-BE49-F238E27FC236}">
                <a16:creationId xmlns:a16="http://schemas.microsoft.com/office/drawing/2014/main" id="{CE8F66E0-5BCF-CAAC-3C6E-EEDAE8E4D74F}"/>
              </a:ext>
            </a:extLst>
          </p:cNvPr>
          <p:cNvSpPr txBox="1"/>
          <p:nvPr/>
        </p:nvSpPr>
        <p:spPr>
          <a:xfrm>
            <a:off x="4373786" y="5868113"/>
            <a:ext cx="112271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Efficiency Improvement</a:t>
            </a:r>
          </a:p>
        </p:txBody>
      </p:sp>
      <p:sp>
        <p:nvSpPr>
          <p:cNvPr id="51" name="Rectangle: Rounded Corners 50">
            <a:extLst>
              <a:ext uri="{FF2B5EF4-FFF2-40B4-BE49-F238E27FC236}">
                <a16:creationId xmlns:a16="http://schemas.microsoft.com/office/drawing/2014/main" id="{221D699E-698E-EE97-C575-5F17497638EA}"/>
              </a:ext>
              <a:ext uri="{C183D7F6-B498-43B3-948B-1728B52AA6E4}">
                <adec:decorative xmlns:adec="http://schemas.microsoft.com/office/drawing/2017/decorative" val="0"/>
              </a:ext>
            </a:extLst>
          </p:cNvPr>
          <p:cNvSpPr/>
          <p:nvPr/>
        </p:nvSpPr>
        <p:spPr bwMode="auto">
          <a:xfrm>
            <a:off x="6806924" y="6236355"/>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
        <p:nvSpPr>
          <p:cNvPr id="58" name="TextBox 57">
            <a:extLst>
              <a:ext uri="{FF2B5EF4-FFF2-40B4-BE49-F238E27FC236}">
                <a16:creationId xmlns:a16="http://schemas.microsoft.com/office/drawing/2014/main" id="{2EE237AB-B205-EA2B-2597-834A95A92F27}"/>
              </a:ext>
            </a:extLst>
          </p:cNvPr>
          <p:cNvSpPr txBox="1"/>
          <p:nvPr/>
        </p:nvSpPr>
        <p:spPr>
          <a:xfrm>
            <a:off x="6733810" y="5891532"/>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 Unique Workers</a:t>
            </a:r>
          </a:p>
        </p:txBody>
      </p:sp>
      <p:sp>
        <p:nvSpPr>
          <p:cNvPr id="59" name="Rectangle: Rounded Corners 58">
            <a:extLst>
              <a:ext uri="{FF2B5EF4-FFF2-40B4-BE49-F238E27FC236}">
                <a16:creationId xmlns:a16="http://schemas.microsoft.com/office/drawing/2014/main" id="{A7016523-2C2A-86C1-2877-1E852355B9DE}"/>
              </a:ext>
              <a:ext uri="{C183D7F6-B498-43B3-948B-1728B52AA6E4}">
                <adec:decorative xmlns:adec="http://schemas.microsoft.com/office/drawing/2017/decorative" val="0"/>
              </a:ext>
            </a:extLst>
          </p:cNvPr>
          <p:cNvSpPr/>
          <p:nvPr/>
        </p:nvSpPr>
        <p:spPr bwMode="auto">
          <a:xfrm>
            <a:off x="9558308"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
        <p:nvSpPr>
          <p:cNvPr id="60" name="TextBox 59">
            <a:extLst>
              <a:ext uri="{FF2B5EF4-FFF2-40B4-BE49-F238E27FC236}">
                <a16:creationId xmlns:a16="http://schemas.microsoft.com/office/drawing/2014/main" id="{D810493F-BF7D-6312-5578-B17FC54610ED}"/>
              </a:ext>
            </a:extLst>
          </p:cNvPr>
          <p:cNvSpPr txBox="1"/>
          <p:nvPr/>
        </p:nvSpPr>
        <p:spPr>
          <a:xfrm>
            <a:off x="9486757"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Value Calculated</a:t>
            </a:r>
          </a:p>
        </p:txBody>
      </p:sp>
      <p:pic>
        <p:nvPicPr>
          <p:cNvPr id="63" name="Graphic 62" descr="Close with solid fill">
            <a:extLst>
              <a:ext uri="{FF2B5EF4-FFF2-40B4-BE49-F238E27FC236}">
                <a16:creationId xmlns:a16="http://schemas.microsoft.com/office/drawing/2014/main" id="{3B51C2A4-5761-6167-D42A-CF3CCF56858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53232" y="6273753"/>
            <a:ext cx="277209" cy="277209"/>
          </a:xfrm>
          <a:prstGeom prst="rect">
            <a:avLst/>
          </a:prstGeom>
        </p:spPr>
      </p:pic>
      <p:pic>
        <p:nvPicPr>
          <p:cNvPr id="64" name="Graphic 63" descr="Close with solid fill">
            <a:extLst>
              <a:ext uri="{FF2B5EF4-FFF2-40B4-BE49-F238E27FC236}">
                <a16:creationId xmlns:a16="http://schemas.microsoft.com/office/drawing/2014/main" id="{D45A7C69-32DC-2879-8E5E-3B622193AC2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25738" y="6273753"/>
            <a:ext cx="277209" cy="277209"/>
          </a:xfrm>
          <a:prstGeom prst="rect">
            <a:avLst/>
          </a:prstGeom>
        </p:spPr>
      </p:pic>
      <p:pic>
        <p:nvPicPr>
          <p:cNvPr id="65" name="Graphic 64" descr="Arrow Right with solid fill">
            <a:extLst>
              <a:ext uri="{FF2B5EF4-FFF2-40B4-BE49-F238E27FC236}">
                <a16:creationId xmlns:a16="http://schemas.microsoft.com/office/drawing/2014/main" id="{DBF1DED1-3296-2D41-94B6-2C33741F406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81039" y="6159628"/>
            <a:ext cx="505459" cy="505459"/>
          </a:xfrm>
          <a:prstGeom prst="rect">
            <a:avLst/>
          </a:prstGeom>
        </p:spPr>
      </p:pic>
      <p:sp>
        <p:nvSpPr>
          <p:cNvPr id="66" name="TextBox 65">
            <a:extLst>
              <a:ext uri="{FF2B5EF4-FFF2-40B4-BE49-F238E27FC236}">
                <a16:creationId xmlns:a16="http://schemas.microsoft.com/office/drawing/2014/main" id="{1B72BD20-2758-C4F2-ACF7-FEAA2E94C279}"/>
              </a:ext>
            </a:extLst>
          </p:cNvPr>
          <p:cNvSpPr txBox="1"/>
          <p:nvPr/>
        </p:nvSpPr>
        <p:spPr>
          <a:xfrm>
            <a:off x="10502584" y="620439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 per week saving</a:t>
            </a:r>
          </a:p>
        </p:txBody>
      </p:sp>
      <p:pic>
        <p:nvPicPr>
          <p:cNvPr id="56" name="Graphic 55" descr="Stopwatch 75% with solid fill">
            <a:extLst>
              <a:ext uri="{FF2B5EF4-FFF2-40B4-BE49-F238E27FC236}">
                <a16:creationId xmlns:a16="http://schemas.microsoft.com/office/drawing/2014/main" id="{56EA083D-312B-F332-04FB-9FE0B8F7C0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0945" y="5918521"/>
            <a:ext cx="493837" cy="493837"/>
          </a:xfrm>
          <a:prstGeom prst="rect">
            <a:avLst/>
          </a:prstGeom>
        </p:spPr>
      </p:pic>
      <p:sp>
        <p:nvSpPr>
          <p:cNvPr id="57" name="TextBox 56">
            <a:extLst>
              <a:ext uri="{FF2B5EF4-FFF2-40B4-BE49-F238E27FC236}">
                <a16:creationId xmlns:a16="http://schemas.microsoft.com/office/drawing/2014/main" id="{1E991171-ED61-24FB-CDEC-60332548CF10}"/>
              </a:ext>
            </a:extLst>
          </p:cNvPr>
          <p:cNvSpPr txBox="1"/>
          <p:nvPr/>
        </p:nvSpPr>
        <p:spPr>
          <a:xfrm>
            <a:off x="649055" y="6397967"/>
            <a:ext cx="1002242" cy="24468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Time saving</a:t>
            </a:r>
          </a:p>
        </p:txBody>
      </p:sp>
    </p:spTree>
    <p:extLst>
      <p:ext uri="{BB962C8B-B14F-4D97-AF65-F5344CB8AC3E}">
        <p14:creationId xmlns:p14="http://schemas.microsoft.com/office/powerpoint/2010/main" val="32113417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6805C-1D2D-6C85-B241-8192D8913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68903-7EB3-E359-D4D4-E44B8BA6109F}"/>
              </a:ext>
            </a:extLst>
          </p:cNvPr>
          <p:cNvSpPr>
            <a:spLocks noGrp="1"/>
          </p:cNvSpPr>
          <p:nvPr>
            <p:ph type="title"/>
          </p:nvPr>
        </p:nvSpPr>
        <p:spPr>
          <a:xfrm>
            <a:off x="588263" y="-67389"/>
            <a:ext cx="11018520" cy="430887"/>
          </a:xfrm>
        </p:spPr>
        <p:txBody>
          <a:bodyPr/>
          <a:lstStyle/>
          <a:p>
            <a:r>
              <a:rPr lang="en-SG" sz="3200" dirty="0">
                <a:gradFill flip="none" rotWithShape="1">
                  <a:gsLst>
                    <a:gs pos="50000">
                      <a:srgbClr val="8661C5"/>
                    </a:gs>
                    <a:gs pos="0">
                      <a:srgbClr val="3E76D4"/>
                    </a:gs>
                    <a:gs pos="100000">
                      <a:srgbClr val="C73ECC"/>
                    </a:gs>
                  </a:gsLst>
                  <a:lin ang="2700000" scaled="1"/>
                  <a:tileRect/>
                </a:gradFill>
                <a:cs typeface="+mn-cs"/>
              </a:rPr>
              <a:t>Design your Agent Workflow</a:t>
            </a:r>
          </a:p>
        </p:txBody>
      </p:sp>
      <p:sp>
        <p:nvSpPr>
          <p:cNvPr id="12" name="Rectangle: Rounded Corners 11">
            <a:extLst>
              <a:ext uri="{FF2B5EF4-FFF2-40B4-BE49-F238E27FC236}">
                <a16:creationId xmlns:a16="http://schemas.microsoft.com/office/drawing/2014/main" id="{3AB38EA1-D74A-6DCF-B6E7-6F3F2B54BDCC}"/>
              </a:ext>
              <a:ext uri="{C183D7F6-B498-43B3-948B-1728B52AA6E4}">
                <adec:decorative xmlns:adec="http://schemas.microsoft.com/office/drawing/2017/decorative" val="0"/>
              </a:ext>
            </a:extLst>
          </p:cNvPr>
          <p:cNvSpPr/>
          <p:nvPr/>
        </p:nvSpPr>
        <p:spPr bwMode="auto">
          <a:xfrm>
            <a:off x="548640" y="601298"/>
            <a:ext cx="11338560" cy="1194482"/>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Use Case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Tell us about your users, the impact and the outcome that this will drive.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4" name="Rounded Rectangle 7">
            <a:extLst>
              <a:ext uri="{FF2B5EF4-FFF2-40B4-BE49-F238E27FC236}">
                <a16:creationId xmlns:a16="http://schemas.microsoft.com/office/drawing/2014/main" id="{99A2E8EE-E69A-46AF-6A6E-EA10C90472AD}"/>
              </a:ext>
            </a:extLst>
          </p:cNvPr>
          <p:cNvSpPr/>
          <p:nvPr/>
        </p:nvSpPr>
        <p:spPr>
          <a:xfrm>
            <a:off x="54864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Oval 6">
            <a:extLst>
              <a:ext uri="{FF2B5EF4-FFF2-40B4-BE49-F238E27FC236}">
                <a16:creationId xmlns:a16="http://schemas.microsoft.com/office/drawing/2014/main" id="{776AA18C-4574-6306-739C-BE3817BD2BCF}"/>
              </a:ext>
            </a:extLst>
          </p:cNvPr>
          <p:cNvSpPr/>
          <p:nvPr/>
        </p:nvSpPr>
        <p:spPr>
          <a:xfrm>
            <a:off x="69494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1</a:t>
            </a:r>
          </a:p>
        </p:txBody>
      </p:sp>
      <p:sp>
        <p:nvSpPr>
          <p:cNvPr id="9" name="TextBox 8">
            <a:extLst>
              <a:ext uri="{FF2B5EF4-FFF2-40B4-BE49-F238E27FC236}">
                <a16:creationId xmlns:a16="http://schemas.microsoft.com/office/drawing/2014/main" id="{7027A59A-9F43-64BF-E071-2E83B3E55469}"/>
              </a:ext>
            </a:extLst>
          </p:cNvPr>
          <p:cNvSpPr txBox="1"/>
          <p:nvPr/>
        </p:nvSpPr>
        <p:spPr>
          <a:xfrm>
            <a:off x="1152144" y="2115820"/>
            <a:ext cx="1371600" cy="338554"/>
          </a:xfrm>
          <a:prstGeom prst="rect">
            <a:avLst/>
          </a:prstGeom>
          <a:noFill/>
        </p:spPr>
        <p:txBody>
          <a:bodyPr wrap="square" lIns="0" tIns="0" rIns="0" bIns="0">
            <a:spAutoFit/>
          </a:bodyPr>
          <a:lstStyle/>
          <a:p>
            <a:r>
              <a:rPr lang="en-SG" sz="1100" b="1" dirty="0">
                <a:solidFill>
                  <a:srgbClr val="000000"/>
                </a:solidFill>
                <a:latin typeface="Segoe UI" panose="020B0502040204020203" pitchFamily="34" charset="0"/>
              </a:rPr>
              <a:t>Step Name</a:t>
            </a:r>
          </a:p>
          <a:p>
            <a:r>
              <a:rPr lang="en-SG" sz="1100" dirty="0">
                <a:solidFill>
                  <a:srgbClr val="000000"/>
                </a:solidFill>
                <a:latin typeface="Segoe UI" panose="020B0502040204020203" pitchFamily="34" charset="0"/>
              </a:rPr>
              <a:t>Select Agent</a:t>
            </a:r>
          </a:p>
        </p:txBody>
      </p:sp>
      <p:sp>
        <p:nvSpPr>
          <p:cNvPr id="13" name="Rounded Rectangle 10">
            <a:extLst>
              <a:ext uri="{FF2B5EF4-FFF2-40B4-BE49-F238E27FC236}">
                <a16:creationId xmlns:a16="http://schemas.microsoft.com/office/drawing/2014/main" id="{D5D820CF-39FC-5F99-F4CE-85CE5F87E0C2}"/>
              </a:ext>
            </a:extLst>
          </p:cNvPr>
          <p:cNvSpPr/>
          <p:nvPr/>
        </p:nvSpPr>
        <p:spPr>
          <a:xfrm>
            <a:off x="69494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9E767792-596B-50AE-B29D-5C9F542014DD}"/>
              </a:ext>
            </a:extLst>
          </p:cNvPr>
          <p:cNvSpPr txBox="1"/>
          <p:nvPr/>
        </p:nvSpPr>
        <p:spPr>
          <a:xfrm>
            <a:off x="822959" y="2755900"/>
            <a:ext cx="1463040" cy="307777"/>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INPUT</a:t>
            </a:r>
            <a:endParaRPr lang="en-GB" sz="1000" b="1" spc="120" dirty="0">
              <a:solidFill>
                <a:srgbClr val="5B21B6"/>
              </a:solidFill>
            </a:endParaRPr>
          </a:p>
          <a:p>
            <a:r>
              <a:rPr lang="en-GB" sz="1000" dirty="0"/>
              <a:t>Enter your input here</a:t>
            </a:r>
          </a:p>
        </p:txBody>
      </p:sp>
      <p:sp>
        <p:nvSpPr>
          <p:cNvPr id="17" name="Rounded Rectangle 12">
            <a:extLst>
              <a:ext uri="{FF2B5EF4-FFF2-40B4-BE49-F238E27FC236}">
                <a16:creationId xmlns:a16="http://schemas.microsoft.com/office/drawing/2014/main" id="{5C104A1E-9CA7-4F5D-3C83-920DDAEBA1B6}"/>
              </a:ext>
            </a:extLst>
          </p:cNvPr>
          <p:cNvSpPr/>
          <p:nvPr/>
        </p:nvSpPr>
        <p:spPr>
          <a:xfrm>
            <a:off x="69494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50FF861E-ACB9-4461-A708-E3D1FAF9F567}"/>
              </a:ext>
            </a:extLst>
          </p:cNvPr>
          <p:cNvSpPr txBox="1"/>
          <p:nvPr/>
        </p:nvSpPr>
        <p:spPr>
          <a:xfrm>
            <a:off x="822959" y="4687897"/>
            <a:ext cx="1463040" cy="461665"/>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OUTPUT</a:t>
            </a:r>
            <a:endParaRPr lang="en-GB" sz="1000" b="1" spc="120" dirty="0">
              <a:solidFill>
                <a:srgbClr val="5B21B6"/>
              </a:solidFill>
            </a:endParaRPr>
          </a:p>
          <a:p>
            <a:pPr algn="l"/>
            <a:r>
              <a:rPr lang="en-GB" sz="1000" b="0" dirty="0"/>
              <a:t>Show expected output here</a:t>
            </a:r>
          </a:p>
        </p:txBody>
      </p:sp>
      <p:sp>
        <p:nvSpPr>
          <p:cNvPr id="21" name="Right Arrow 14">
            <a:extLst>
              <a:ext uri="{FF2B5EF4-FFF2-40B4-BE49-F238E27FC236}">
                <a16:creationId xmlns:a16="http://schemas.microsoft.com/office/drawing/2014/main" id="{3E93164F-43FD-2089-D739-53ECF50501FF}"/>
              </a:ext>
            </a:extLst>
          </p:cNvPr>
          <p:cNvSpPr/>
          <p:nvPr/>
        </p:nvSpPr>
        <p:spPr>
          <a:xfrm>
            <a:off x="261518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Rounded Rectangle 15">
            <a:extLst>
              <a:ext uri="{FF2B5EF4-FFF2-40B4-BE49-F238E27FC236}">
                <a16:creationId xmlns:a16="http://schemas.microsoft.com/office/drawing/2014/main" id="{2AE75731-66DA-F0E5-9F97-AAA37352FD93}"/>
              </a:ext>
            </a:extLst>
          </p:cNvPr>
          <p:cNvSpPr/>
          <p:nvPr/>
        </p:nvSpPr>
        <p:spPr>
          <a:xfrm>
            <a:off x="288036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Oval 24">
            <a:extLst>
              <a:ext uri="{FF2B5EF4-FFF2-40B4-BE49-F238E27FC236}">
                <a16:creationId xmlns:a16="http://schemas.microsoft.com/office/drawing/2014/main" id="{FEB0985D-0E54-643F-B06C-E68442BD7585}"/>
              </a:ext>
            </a:extLst>
          </p:cNvPr>
          <p:cNvSpPr/>
          <p:nvPr/>
        </p:nvSpPr>
        <p:spPr>
          <a:xfrm>
            <a:off x="302666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2</a:t>
            </a:r>
          </a:p>
        </p:txBody>
      </p:sp>
      <p:sp>
        <p:nvSpPr>
          <p:cNvPr id="27" name="TextBox 26">
            <a:extLst>
              <a:ext uri="{FF2B5EF4-FFF2-40B4-BE49-F238E27FC236}">
                <a16:creationId xmlns:a16="http://schemas.microsoft.com/office/drawing/2014/main" id="{AD7829A7-8A05-0392-F087-E353E92F6D8E}"/>
              </a:ext>
            </a:extLst>
          </p:cNvPr>
          <p:cNvSpPr txBox="1">
            <a:spLocks/>
          </p:cNvSpPr>
          <p:nvPr/>
        </p:nvSpPr>
        <p:spPr>
          <a:xfrm>
            <a:off x="348386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29" name="Rounded Rectangle 18">
            <a:extLst>
              <a:ext uri="{FF2B5EF4-FFF2-40B4-BE49-F238E27FC236}">
                <a16:creationId xmlns:a16="http://schemas.microsoft.com/office/drawing/2014/main" id="{6B944038-4E3D-4A9D-E199-6EF62B83753B}"/>
              </a:ext>
            </a:extLst>
          </p:cNvPr>
          <p:cNvSpPr>
            <a:spLocks/>
          </p:cNvSpPr>
          <p:nvPr/>
        </p:nvSpPr>
        <p:spPr>
          <a:xfrm>
            <a:off x="302666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1" name="TextBox 30">
            <a:extLst>
              <a:ext uri="{FF2B5EF4-FFF2-40B4-BE49-F238E27FC236}">
                <a16:creationId xmlns:a16="http://schemas.microsoft.com/office/drawing/2014/main" id="{0049697D-E57F-DBD3-7492-5A0E09DDEC75}"/>
              </a:ext>
            </a:extLst>
          </p:cNvPr>
          <p:cNvSpPr txBox="1">
            <a:spLocks/>
          </p:cNvSpPr>
          <p:nvPr/>
        </p:nvSpPr>
        <p:spPr>
          <a:xfrm>
            <a:off x="315468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GB" sz="1000" dirty="0"/>
              <a:t>Enter your input here</a:t>
            </a:r>
          </a:p>
        </p:txBody>
      </p:sp>
      <p:sp>
        <p:nvSpPr>
          <p:cNvPr id="33" name="Rounded Rectangle 20">
            <a:extLst>
              <a:ext uri="{FF2B5EF4-FFF2-40B4-BE49-F238E27FC236}">
                <a16:creationId xmlns:a16="http://schemas.microsoft.com/office/drawing/2014/main" id="{5ADCE346-84E8-DCFD-9259-330C2BF9EAAE}"/>
              </a:ext>
            </a:extLst>
          </p:cNvPr>
          <p:cNvSpPr>
            <a:spLocks/>
          </p:cNvSpPr>
          <p:nvPr/>
        </p:nvSpPr>
        <p:spPr>
          <a:xfrm>
            <a:off x="302666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5" name="TextBox 34">
            <a:extLst>
              <a:ext uri="{FF2B5EF4-FFF2-40B4-BE49-F238E27FC236}">
                <a16:creationId xmlns:a16="http://schemas.microsoft.com/office/drawing/2014/main" id="{D159398E-FA28-4953-FB25-4AF532AF3583}"/>
              </a:ext>
            </a:extLst>
          </p:cNvPr>
          <p:cNvSpPr txBox="1">
            <a:spLocks/>
          </p:cNvSpPr>
          <p:nvPr/>
        </p:nvSpPr>
        <p:spPr>
          <a:xfrm>
            <a:off x="315468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
        <p:nvSpPr>
          <p:cNvPr id="37" name="Right Arrow 22">
            <a:extLst>
              <a:ext uri="{FF2B5EF4-FFF2-40B4-BE49-F238E27FC236}">
                <a16:creationId xmlns:a16="http://schemas.microsoft.com/office/drawing/2014/main" id="{D9628DFE-AB01-D4C2-C1B7-7CC76B25D6D5}"/>
              </a:ext>
            </a:extLst>
          </p:cNvPr>
          <p:cNvSpPr>
            <a:spLocks/>
          </p:cNvSpPr>
          <p:nvPr/>
        </p:nvSpPr>
        <p:spPr>
          <a:xfrm>
            <a:off x="494690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9" name="Rounded Rectangle 23">
            <a:extLst>
              <a:ext uri="{FF2B5EF4-FFF2-40B4-BE49-F238E27FC236}">
                <a16:creationId xmlns:a16="http://schemas.microsoft.com/office/drawing/2014/main" id="{A864ED42-F3B3-DD1F-B62C-DDF14AB1E26E}"/>
              </a:ext>
            </a:extLst>
          </p:cNvPr>
          <p:cNvSpPr/>
          <p:nvPr/>
        </p:nvSpPr>
        <p:spPr>
          <a:xfrm>
            <a:off x="521208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Oval 40">
            <a:extLst>
              <a:ext uri="{FF2B5EF4-FFF2-40B4-BE49-F238E27FC236}">
                <a16:creationId xmlns:a16="http://schemas.microsoft.com/office/drawing/2014/main" id="{0FD6C47C-8768-A118-0BFE-997C61B3E8A5}"/>
              </a:ext>
            </a:extLst>
          </p:cNvPr>
          <p:cNvSpPr/>
          <p:nvPr/>
        </p:nvSpPr>
        <p:spPr>
          <a:xfrm>
            <a:off x="535838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3</a:t>
            </a:r>
          </a:p>
        </p:txBody>
      </p:sp>
      <p:sp>
        <p:nvSpPr>
          <p:cNvPr id="43" name="TextBox 42">
            <a:extLst>
              <a:ext uri="{FF2B5EF4-FFF2-40B4-BE49-F238E27FC236}">
                <a16:creationId xmlns:a16="http://schemas.microsoft.com/office/drawing/2014/main" id="{F35BD2F2-2CCC-2715-FAB3-024B4DB0E294}"/>
              </a:ext>
            </a:extLst>
          </p:cNvPr>
          <p:cNvSpPr txBox="1">
            <a:spLocks/>
          </p:cNvSpPr>
          <p:nvPr/>
        </p:nvSpPr>
        <p:spPr>
          <a:xfrm>
            <a:off x="581558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45" name="Rounded Rectangle 26">
            <a:extLst>
              <a:ext uri="{FF2B5EF4-FFF2-40B4-BE49-F238E27FC236}">
                <a16:creationId xmlns:a16="http://schemas.microsoft.com/office/drawing/2014/main" id="{D42DD167-34A3-A0EB-4106-1DB33F6C4580}"/>
              </a:ext>
            </a:extLst>
          </p:cNvPr>
          <p:cNvSpPr/>
          <p:nvPr/>
        </p:nvSpPr>
        <p:spPr>
          <a:xfrm>
            <a:off x="535838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47" name="TextBox 46">
            <a:extLst>
              <a:ext uri="{FF2B5EF4-FFF2-40B4-BE49-F238E27FC236}">
                <a16:creationId xmlns:a16="http://schemas.microsoft.com/office/drawing/2014/main" id="{13392D91-691C-F073-0AF2-0F413B0A4F24}"/>
              </a:ext>
            </a:extLst>
          </p:cNvPr>
          <p:cNvSpPr txBox="1"/>
          <p:nvPr/>
        </p:nvSpPr>
        <p:spPr>
          <a:xfrm>
            <a:off x="548640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GB" sz="1000" dirty="0"/>
              <a:t>Enter your input here</a:t>
            </a:r>
          </a:p>
        </p:txBody>
      </p:sp>
      <p:sp>
        <p:nvSpPr>
          <p:cNvPr id="49" name="Rounded Rectangle 28">
            <a:extLst>
              <a:ext uri="{FF2B5EF4-FFF2-40B4-BE49-F238E27FC236}">
                <a16:creationId xmlns:a16="http://schemas.microsoft.com/office/drawing/2014/main" id="{2302379C-BFED-1C01-674F-8E5A9E124141}"/>
              </a:ext>
            </a:extLst>
          </p:cNvPr>
          <p:cNvSpPr/>
          <p:nvPr/>
        </p:nvSpPr>
        <p:spPr>
          <a:xfrm>
            <a:off x="535838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E808A4DF-BB71-CDC1-E767-EE7C27E080EA}"/>
              </a:ext>
            </a:extLst>
          </p:cNvPr>
          <p:cNvSpPr txBox="1"/>
          <p:nvPr/>
        </p:nvSpPr>
        <p:spPr>
          <a:xfrm>
            <a:off x="548640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
        <p:nvSpPr>
          <p:cNvPr id="53" name="Right Arrow 30">
            <a:extLst>
              <a:ext uri="{FF2B5EF4-FFF2-40B4-BE49-F238E27FC236}">
                <a16:creationId xmlns:a16="http://schemas.microsoft.com/office/drawing/2014/main" id="{5A9A701D-4C59-E3AA-C342-112FE9695160}"/>
              </a:ext>
            </a:extLst>
          </p:cNvPr>
          <p:cNvSpPr/>
          <p:nvPr/>
        </p:nvSpPr>
        <p:spPr>
          <a:xfrm>
            <a:off x="727862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5" name="Rounded Rectangle 31">
            <a:extLst>
              <a:ext uri="{FF2B5EF4-FFF2-40B4-BE49-F238E27FC236}">
                <a16:creationId xmlns:a16="http://schemas.microsoft.com/office/drawing/2014/main" id="{A386260C-6AFF-6B83-C569-6E971B3C9D3A}"/>
              </a:ext>
            </a:extLst>
          </p:cNvPr>
          <p:cNvSpPr>
            <a:spLocks/>
          </p:cNvSpPr>
          <p:nvPr/>
        </p:nvSpPr>
        <p:spPr>
          <a:xfrm>
            <a:off x="754380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57" name="Oval 56">
            <a:extLst>
              <a:ext uri="{FF2B5EF4-FFF2-40B4-BE49-F238E27FC236}">
                <a16:creationId xmlns:a16="http://schemas.microsoft.com/office/drawing/2014/main" id="{A29403E9-C516-333D-1325-A6F6CB6BEDC6}"/>
              </a:ext>
            </a:extLst>
          </p:cNvPr>
          <p:cNvSpPr/>
          <p:nvPr/>
        </p:nvSpPr>
        <p:spPr>
          <a:xfrm>
            <a:off x="769010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4</a:t>
            </a:r>
          </a:p>
        </p:txBody>
      </p:sp>
      <p:sp>
        <p:nvSpPr>
          <p:cNvPr id="59" name="TextBox 58">
            <a:extLst>
              <a:ext uri="{FF2B5EF4-FFF2-40B4-BE49-F238E27FC236}">
                <a16:creationId xmlns:a16="http://schemas.microsoft.com/office/drawing/2014/main" id="{DD8CA96D-2AEA-880E-8CF7-9D0CE2F01713}"/>
              </a:ext>
            </a:extLst>
          </p:cNvPr>
          <p:cNvSpPr txBox="1">
            <a:spLocks/>
          </p:cNvSpPr>
          <p:nvPr/>
        </p:nvSpPr>
        <p:spPr>
          <a:xfrm>
            <a:off x="814730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61" name="Rounded Rectangle 34">
            <a:extLst>
              <a:ext uri="{FF2B5EF4-FFF2-40B4-BE49-F238E27FC236}">
                <a16:creationId xmlns:a16="http://schemas.microsoft.com/office/drawing/2014/main" id="{EE6B9783-191B-1544-1C30-324F488E0709}"/>
              </a:ext>
            </a:extLst>
          </p:cNvPr>
          <p:cNvSpPr/>
          <p:nvPr/>
        </p:nvSpPr>
        <p:spPr>
          <a:xfrm>
            <a:off x="769010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3" name="TextBox 62">
            <a:extLst>
              <a:ext uri="{FF2B5EF4-FFF2-40B4-BE49-F238E27FC236}">
                <a16:creationId xmlns:a16="http://schemas.microsoft.com/office/drawing/2014/main" id="{09CE4DAC-F041-BFDA-38F4-4B5F7188096F}"/>
              </a:ext>
            </a:extLst>
          </p:cNvPr>
          <p:cNvSpPr txBox="1">
            <a:spLocks/>
          </p:cNvSpPr>
          <p:nvPr/>
        </p:nvSpPr>
        <p:spPr>
          <a:xfrm>
            <a:off x="781812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GB" sz="1000" dirty="0"/>
              <a:t>Enter your input here</a:t>
            </a:r>
          </a:p>
        </p:txBody>
      </p:sp>
      <p:sp>
        <p:nvSpPr>
          <p:cNvPr id="65" name="Rounded Rectangle 36">
            <a:extLst>
              <a:ext uri="{FF2B5EF4-FFF2-40B4-BE49-F238E27FC236}">
                <a16:creationId xmlns:a16="http://schemas.microsoft.com/office/drawing/2014/main" id="{4D52993E-9236-8BCC-98A2-5A6883E90C87}"/>
              </a:ext>
            </a:extLst>
          </p:cNvPr>
          <p:cNvSpPr>
            <a:spLocks/>
          </p:cNvSpPr>
          <p:nvPr/>
        </p:nvSpPr>
        <p:spPr>
          <a:xfrm>
            <a:off x="769010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67" name="TextBox 66">
            <a:extLst>
              <a:ext uri="{FF2B5EF4-FFF2-40B4-BE49-F238E27FC236}">
                <a16:creationId xmlns:a16="http://schemas.microsoft.com/office/drawing/2014/main" id="{91EAB46F-AFA6-EA17-51A0-E1FA4F8030B3}"/>
              </a:ext>
            </a:extLst>
          </p:cNvPr>
          <p:cNvSpPr txBox="1">
            <a:spLocks/>
          </p:cNvSpPr>
          <p:nvPr/>
        </p:nvSpPr>
        <p:spPr>
          <a:xfrm>
            <a:off x="781812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
        <p:nvSpPr>
          <p:cNvPr id="69" name="Right Arrow 38">
            <a:extLst>
              <a:ext uri="{FF2B5EF4-FFF2-40B4-BE49-F238E27FC236}">
                <a16:creationId xmlns:a16="http://schemas.microsoft.com/office/drawing/2014/main" id="{3B948729-C049-C0CF-766C-3D3CDD1A0E6A}"/>
              </a:ext>
            </a:extLst>
          </p:cNvPr>
          <p:cNvSpPr>
            <a:spLocks/>
          </p:cNvSpPr>
          <p:nvPr/>
        </p:nvSpPr>
        <p:spPr>
          <a:xfrm>
            <a:off x="961034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71" name="Rounded Rectangle 39">
            <a:extLst>
              <a:ext uri="{FF2B5EF4-FFF2-40B4-BE49-F238E27FC236}">
                <a16:creationId xmlns:a16="http://schemas.microsoft.com/office/drawing/2014/main" id="{DEB4687D-67BC-AB7A-4022-AB9909C80807}"/>
              </a:ext>
            </a:extLst>
          </p:cNvPr>
          <p:cNvSpPr/>
          <p:nvPr/>
        </p:nvSpPr>
        <p:spPr>
          <a:xfrm>
            <a:off x="987552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73" name="Oval 72">
            <a:extLst>
              <a:ext uri="{FF2B5EF4-FFF2-40B4-BE49-F238E27FC236}">
                <a16:creationId xmlns:a16="http://schemas.microsoft.com/office/drawing/2014/main" id="{E31D9652-05E6-8AE6-530A-E19BAF692F25}"/>
              </a:ext>
            </a:extLst>
          </p:cNvPr>
          <p:cNvSpPr>
            <a:spLocks/>
          </p:cNvSpPr>
          <p:nvPr/>
        </p:nvSpPr>
        <p:spPr>
          <a:xfrm>
            <a:off x="1002182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5</a:t>
            </a:r>
          </a:p>
        </p:txBody>
      </p:sp>
      <p:sp>
        <p:nvSpPr>
          <p:cNvPr id="75" name="TextBox 74">
            <a:extLst>
              <a:ext uri="{FF2B5EF4-FFF2-40B4-BE49-F238E27FC236}">
                <a16:creationId xmlns:a16="http://schemas.microsoft.com/office/drawing/2014/main" id="{F71BC64F-DBCD-A684-675B-AA3DE83F9FBF}"/>
              </a:ext>
            </a:extLst>
          </p:cNvPr>
          <p:cNvSpPr txBox="1">
            <a:spLocks/>
          </p:cNvSpPr>
          <p:nvPr/>
        </p:nvSpPr>
        <p:spPr>
          <a:xfrm>
            <a:off x="1047902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77" name="Rounded Rectangle 42">
            <a:extLst>
              <a:ext uri="{FF2B5EF4-FFF2-40B4-BE49-F238E27FC236}">
                <a16:creationId xmlns:a16="http://schemas.microsoft.com/office/drawing/2014/main" id="{A46BA079-4CED-EBB1-AE08-7E367CEEAF9F}"/>
              </a:ext>
            </a:extLst>
          </p:cNvPr>
          <p:cNvSpPr>
            <a:spLocks/>
          </p:cNvSpPr>
          <p:nvPr/>
        </p:nvSpPr>
        <p:spPr>
          <a:xfrm>
            <a:off x="1002182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79" name="TextBox 78">
            <a:extLst>
              <a:ext uri="{FF2B5EF4-FFF2-40B4-BE49-F238E27FC236}">
                <a16:creationId xmlns:a16="http://schemas.microsoft.com/office/drawing/2014/main" id="{9CA3786E-77C7-4BEC-0847-A3E538D0DE29}"/>
              </a:ext>
            </a:extLst>
          </p:cNvPr>
          <p:cNvSpPr txBox="1">
            <a:spLocks/>
          </p:cNvSpPr>
          <p:nvPr/>
        </p:nvSpPr>
        <p:spPr>
          <a:xfrm>
            <a:off x="1014984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SG" sz="1000" b="1" spc="120" dirty="0"/>
          </a:p>
          <a:p>
            <a:r>
              <a:rPr lang="en-GB" sz="1000" dirty="0"/>
              <a:t>Enter your input here</a:t>
            </a:r>
          </a:p>
        </p:txBody>
      </p:sp>
      <p:sp>
        <p:nvSpPr>
          <p:cNvPr id="81" name="Rounded Rectangle 44">
            <a:extLst>
              <a:ext uri="{FF2B5EF4-FFF2-40B4-BE49-F238E27FC236}">
                <a16:creationId xmlns:a16="http://schemas.microsoft.com/office/drawing/2014/main" id="{C253B519-B352-FD0B-76C2-45C7C5CB5641}"/>
              </a:ext>
            </a:extLst>
          </p:cNvPr>
          <p:cNvSpPr>
            <a:spLocks/>
          </p:cNvSpPr>
          <p:nvPr/>
        </p:nvSpPr>
        <p:spPr>
          <a:xfrm>
            <a:off x="1002182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83" name="TextBox 82">
            <a:extLst>
              <a:ext uri="{FF2B5EF4-FFF2-40B4-BE49-F238E27FC236}">
                <a16:creationId xmlns:a16="http://schemas.microsoft.com/office/drawing/2014/main" id="{D1521468-A40E-FEEF-CF3F-7FE831C6A21C}"/>
              </a:ext>
            </a:extLst>
          </p:cNvPr>
          <p:cNvSpPr txBox="1">
            <a:spLocks/>
          </p:cNvSpPr>
          <p:nvPr/>
        </p:nvSpPr>
        <p:spPr>
          <a:xfrm>
            <a:off x="1014984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Tree>
    <p:extLst>
      <p:ext uri="{BB962C8B-B14F-4D97-AF65-F5344CB8AC3E}">
        <p14:creationId xmlns:p14="http://schemas.microsoft.com/office/powerpoint/2010/main" val="338067398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27A63D-F617-B2A8-175E-BB0916D7167F}"/>
              </a:ext>
            </a:extLst>
          </p:cNvPr>
          <p:cNvSpPr>
            <a:spLocks noGrp="1"/>
          </p:cNvSpPr>
          <p:nvPr>
            <p:ph type="body" sz="quarter" idx="10"/>
          </p:nvPr>
        </p:nvSpPr>
        <p:spPr>
          <a:xfrm>
            <a:off x="594949" y="2854713"/>
            <a:ext cx="11025188" cy="677108"/>
          </a:xfrm>
        </p:spPr>
        <p:txBody>
          <a:bodyPr/>
          <a:lstStyle/>
          <a:p>
            <a:pPr marL="0" indent="0">
              <a:buNone/>
            </a:pPr>
            <a:r>
              <a:rPr kumimoji="0" lang="en-SG" sz="4400" b="0" i="0" u="none" strike="noStrike" kern="1200" cap="none" spc="-150" normalizeH="0" baseline="0" noProof="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rPr>
              <a:t>Thank you for your Attention!</a:t>
            </a:r>
            <a:endParaRPr lang="en-SG" dirty="0"/>
          </a:p>
        </p:txBody>
      </p:sp>
    </p:spTree>
    <p:extLst>
      <p:ext uri="{BB962C8B-B14F-4D97-AF65-F5344CB8AC3E}">
        <p14:creationId xmlns:p14="http://schemas.microsoft.com/office/powerpoint/2010/main" val="23732510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92651-549B-A48D-9AC8-E2744B7A3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A8C61-C685-5D21-6E31-6154CB944741}"/>
              </a:ext>
            </a:extLst>
          </p:cNvPr>
          <p:cNvSpPr>
            <a:spLocks noGrp="1"/>
          </p:cNvSpPr>
          <p:nvPr>
            <p:ph type="title"/>
          </p:nvPr>
        </p:nvSpPr>
        <p:spPr>
          <a:xfrm>
            <a:off x="566928" y="347472"/>
            <a:ext cx="11064240" cy="548640"/>
          </a:xfrm>
        </p:spPr>
        <p:txBody>
          <a:bodyPr/>
          <a:lstStyle/>
          <a:p>
            <a:r>
              <a:rPr lang="en-SG" sz="3000" b="1" dirty="0">
                <a:solidFill>
                  <a:srgbClr val="243A5E"/>
                </a:solidFill>
              </a:rPr>
              <a:t>Agent Menu – The Full Line-up</a:t>
            </a:r>
          </a:p>
        </p:txBody>
      </p:sp>
      <p:sp>
        <p:nvSpPr>
          <p:cNvPr id="3" name="TextBox 2">
            <a:extLst>
              <a:ext uri="{FF2B5EF4-FFF2-40B4-BE49-F238E27FC236}">
                <a16:creationId xmlns:a16="http://schemas.microsoft.com/office/drawing/2014/main" id="{F96FC0CE-E4CB-A5F0-780A-DE9BF27E24D5}"/>
              </a:ext>
            </a:extLst>
          </p:cNvPr>
          <p:cNvSpPr txBox="1"/>
          <p:nvPr/>
        </p:nvSpPr>
        <p:spPr>
          <a:xfrm>
            <a:off x="585216" y="932688"/>
            <a:ext cx="10058400" cy="274320"/>
          </a:xfrm>
          <a:prstGeom prst="rect">
            <a:avLst/>
          </a:prstGeom>
          <a:noFill/>
        </p:spPr>
        <p:txBody>
          <a:bodyPr wrap="square" lIns="0" tIns="0" rIns="0" bIns="0">
            <a:spAutoFit/>
          </a:bodyPr>
          <a:lstStyle/>
          <a:p>
            <a:r>
              <a:rPr sz="1300" b="0" dirty="0">
                <a:solidFill>
                  <a:srgbClr val="5A5A5A"/>
                </a:solidFill>
                <a:latin typeface="Segoe UI"/>
              </a:rPr>
              <a:t>À la carte your Agent-a-thon stack: pick the agents that fit your use case.</a:t>
            </a:r>
          </a:p>
        </p:txBody>
      </p:sp>
      <p:sp>
        <p:nvSpPr>
          <p:cNvPr id="8" name="Parallelogram 7">
            <a:extLst>
              <a:ext uri="{FF2B5EF4-FFF2-40B4-BE49-F238E27FC236}">
                <a16:creationId xmlns:a16="http://schemas.microsoft.com/office/drawing/2014/main" id="{86DF2E90-CA21-1B20-7FD4-A6D04F30B57F}"/>
              </a:ext>
            </a:extLst>
          </p:cNvPr>
          <p:cNvSpPr/>
          <p:nvPr/>
        </p:nvSpPr>
        <p:spPr>
          <a:xfrm>
            <a:off x="365760" y="1335024"/>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Parallelogram 8">
            <a:extLst>
              <a:ext uri="{FF2B5EF4-FFF2-40B4-BE49-F238E27FC236}">
                <a16:creationId xmlns:a16="http://schemas.microsoft.com/office/drawing/2014/main" id="{D7A2165A-4ECB-C8F4-2577-B1354B75A794}"/>
              </a:ext>
            </a:extLst>
          </p:cNvPr>
          <p:cNvSpPr/>
          <p:nvPr/>
        </p:nvSpPr>
        <p:spPr>
          <a:xfrm>
            <a:off x="493776" y="1463040"/>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a:extLst>
              <a:ext uri="{FF2B5EF4-FFF2-40B4-BE49-F238E27FC236}">
                <a16:creationId xmlns:a16="http://schemas.microsoft.com/office/drawing/2014/main" id="{8DF43F31-90CD-828C-524C-9E2EC3A49023}"/>
              </a:ext>
            </a:extLst>
          </p:cNvPr>
          <p:cNvSpPr txBox="1"/>
          <p:nvPr/>
        </p:nvSpPr>
        <p:spPr>
          <a:xfrm>
            <a:off x="969264" y="1536192"/>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RESEARCH</a:t>
            </a:r>
            <a:r>
              <a:rPr lang="en-SG" sz="650" b="1">
                <a:solidFill>
                  <a:srgbClr val="0078D4"/>
                </a:solidFill>
                <a:latin typeface="Segoe UI"/>
              </a:rPr>
              <a:t> &amp; ANALYSIS</a:t>
            </a:r>
            <a:endParaRPr lang="en-SG" sz="650" b="1" dirty="0">
              <a:solidFill>
                <a:srgbClr val="0078D4"/>
              </a:solidFill>
              <a:latin typeface="Segoe UI"/>
            </a:endParaRPr>
          </a:p>
        </p:txBody>
      </p:sp>
      <p:sp>
        <p:nvSpPr>
          <p:cNvPr id="13" name="TextBox 12">
            <a:extLst>
              <a:ext uri="{FF2B5EF4-FFF2-40B4-BE49-F238E27FC236}">
                <a16:creationId xmlns:a16="http://schemas.microsoft.com/office/drawing/2014/main" id="{16E319D1-5FA1-6BD6-2570-9032DAF246C4}"/>
              </a:ext>
            </a:extLst>
          </p:cNvPr>
          <p:cNvSpPr txBox="1"/>
          <p:nvPr/>
        </p:nvSpPr>
        <p:spPr>
          <a:xfrm>
            <a:off x="969264" y="1636776"/>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Researcher</a:t>
            </a:r>
          </a:p>
        </p:txBody>
      </p:sp>
      <p:sp>
        <p:nvSpPr>
          <p:cNvPr id="14" name="TextBox 13">
            <a:extLst>
              <a:ext uri="{FF2B5EF4-FFF2-40B4-BE49-F238E27FC236}">
                <a16:creationId xmlns:a16="http://schemas.microsoft.com/office/drawing/2014/main" id="{E0554E27-4731-EA6A-962F-91A6A596DFEA}"/>
              </a:ext>
            </a:extLst>
          </p:cNvPr>
          <p:cNvSpPr txBox="1"/>
          <p:nvPr/>
        </p:nvSpPr>
        <p:spPr>
          <a:xfrm>
            <a:off x="493776" y="1920240"/>
            <a:ext cx="1947672" cy="615553"/>
          </a:xfrm>
          <a:prstGeom prst="rect">
            <a:avLst/>
          </a:prstGeom>
          <a:noFill/>
        </p:spPr>
        <p:txBody>
          <a:bodyPr wrap="square" lIns="0" tIns="0" rIns="0" bIns="0">
            <a:spAutoFit/>
          </a:bodyPr>
          <a:lstStyle/>
          <a:p>
            <a:pPr algn="l"/>
            <a:r>
              <a:rPr lang="en-US" sz="1000" b="0" dirty="0">
                <a:solidFill>
                  <a:srgbClr val="5A5A5A"/>
                </a:solidFill>
              </a:rPr>
              <a:t>Deep research across your work data and the web, reasoned into a cited point of view.</a:t>
            </a:r>
          </a:p>
          <a:p>
            <a:pPr algn="l"/>
            <a:endParaRPr lang="en-US" sz="1000" b="0" dirty="0">
              <a:solidFill>
                <a:srgbClr val="5A5A5A"/>
              </a:solidFill>
            </a:endParaRPr>
          </a:p>
        </p:txBody>
      </p:sp>
      <p:sp>
        <p:nvSpPr>
          <p:cNvPr id="15" name="Parallelogram 14">
            <a:extLst>
              <a:ext uri="{FF2B5EF4-FFF2-40B4-BE49-F238E27FC236}">
                <a16:creationId xmlns:a16="http://schemas.microsoft.com/office/drawing/2014/main" id="{BC3F19D5-45AE-F0FB-0D8E-52A66AD63EEC}"/>
              </a:ext>
            </a:extLst>
          </p:cNvPr>
          <p:cNvSpPr/>
          <p:nvPr/>
        </p:nvSpPr>
        <p:spPr>
          <a:xfrm>
            <a:off x="2679191"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6" name="Parallelogram 15">
            <a:extLst>
              <a:ext uri="{FF2B5EF4-FFF2-40B4-BE49-F238E27FC236}">
                <a16:creationId xmlns:a16="http://schemas.microsoft.com/office/drawing/2014/main" id="{EECB9DF1-1334-28C5-8FD1-8DBBF3258D79}"/>
              </a:ext>
            </a:extLst>
          </p:cNvPr>
          <p:cNvSpPr/>
          <p:nvPr/>
        </p:nvSpPr>
        <p:spPr>
          <a:xfrm>
            <a:off x="2807208"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503A203C-2B35-3DA3-EEB3-0BB3FEED2680}"/>
              </a:ext>
            </a:extLst>
          </p:cNvPr>
          <p:cNvSpPr txBox="1"/>
          <p:nvPr/>
        </p:nvSpPr>
        <p:spPr>
          <a:xfrm>
            <a:off x="3282695" y="15270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RESEARCH</a:t>
            </a:r>
            <a:r>
              <a:rPr lang="en-SG" sz="650" b="1">
                <a:solidFill>
                  <a:srgbClr val="0078D4"/>
                </a:solidFill>
                <a:latin typeface="Segoe UI"/>
              </a:rPr>
              <a:t> &amp; ANALYSIS</a:t>
            </a:r>
            <a:endParaRPr lang="en-SG" sz="650" b="1" dirty="0">
              <a:solidFill>
                <a:srgbClr val="0078D4"/>
              </a:solidFill>
              <a:latin typeface="Segoe UI"/>
            </a:endParaRPr>
          </a:p>
        </p:txBody>
      </p:sp>
      <p:sp>
        <p:nvSpPr>
          <p:cNvPr id="20" name="TextBox 19">
            <a:extLst>
              <a:ext uri="{FF2B5EF4-FFF2-40B4-BE49-F238E27FC236}">
                <a16:creationId xmlns:a16="http://schemas.microsoft.com/office/drawing/2014/main" id="{8D9FC9DD-748D-29DB-1864-156C76F6F478}"/>
              </a:ext>
            </a:extLst>
          </p:cNvPr>
          <p:cNvSpPr txBox="1"/>
          <p:nvPr/>
        </p:nvSpPr>
        <p:spPr>
          <a:xfrm>
            <a:off x="3282695"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Analyst</a:t>
            </a:r>
          </a:p>
        </p:txBody>
      </p:sp>
      <p:sp>
        <p:nvSpPr>
          <p:cNvPr id="21" name="TextBox 20">
            <a:extLst>
              <a:ext uri="{FF2B5EF4-FFF2-40B4-BE49-F238E27FC236}">
                <a16:creationId xmlns:a16="http://schemas.microsoft.com/office/drawing/2014/main" id="{85AB41F2-31D6-015B-6FF7-6F99F8C7ABDD}"/>
              </a:ext>
            </a:extLst>
          </p:cNvPr>
          <p:cNvSpPr txBox="1"/>
          <p:nvPr/>
        </p:nvSpPr>
        <p:spPr>
          <a:xfrm>
            <a:off x="2807207" y="1911096"/>
            <a:ext cx="1947672" cy="461665"/>
          </a:xfrm>
          <a:prstGeom prst="rect">
            <a:avLst/>
          </a:prstGeom>
          <a:noFill/>
        </p:spPr>
        <p:txBody>
          <a:bodyPr wrap="square" lIns="0" tIns="0" rIns="0" bIns="0">
            <a:spAutoFit/>
          </a:bodyPr>
          <a:lstStyle/>
          <a:p>
            <a:pPr algn="l"/>
            <a:r>
              <a:rPr lang="en-SG" sz="1000" b="0" dirty="0">
                <a:solidFill>
                  <a:srgbClr val="5A5A5A"/>
                </a:solidFill>
              </a:rPr>
              <a:t>Runs multi-step data analysis and code on your datasets to surface trends and insights.</a:t>
            </a:r>
          </a:p>
        </p:txBody>
      </p:sp>
      <p:sp>
        <p:nvSpPr>
          <p:cNvPr id="22" name="Parallelogram 21">
            <a:extLst>
              <a:ext uri="{FF2B5EF4-FFF2-40B4-BE49-F238E27FC236}">
                <a16:creationId xmlns:a16="http://schemas.microsoft.com/office/drawing/2014/main" id="{7E977F5F-F666-326C-9814-598AAE5F7F64}"/>
              </a:ext>
            </a:extLst>
          </p:cNvPr>
          <p:cNvSpPr/>
          <p:nvPr/>
        </p:nvSpPr>
        <p:spPr>
          <a:xfrm>
            <a:off x="4992624"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3" name="Parallelogram 22">
            <a:extLst>
              <a:ext uri="{FF2B5EF4-FFF2-40B4-BE49-F238E27FC236}">
                <a16:creationId xmlns:a16="http://schemas.microsoft.com/office/drawing/2014/main" id="{3C7A119E-4B91-36C4-C616-CA65B6BC2926}"/>
              </a:ext>
            </a:extLst>
          </p:cNvPr>
          <p:cNvSpPr/>
          <p:nvPr/>
        </p:nvSpPr>
        <p:spPr>
          <a:xfrm>
            <a:off x="5120640"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37094BBC-3AB1-1E97-3E9E-EF70F8B80F5D}"/>
              </a:ext>
            </a:extLst>
          </p:cNvPr>
          <p:cNvSpPr txBox="1"/>
          <p:nvPr/>
        </p:nvSpPr>
        <p:spPr>
          <a:xfrm>
            <a:off x="5596128" y="1527048"/>
            <a:ext cx="1463040" cy="100584"/>
          </a:xfrm>
          <a:prstGeom prst="rect">
            <a:avLst/>
          </a:prstGeom>
          <a:noFill/>
        </p:spPr>
        <p:txBody>
          <a:bodyPr wrap="square" lIns="0" tIns="0" rIns="0" bIns="0">
            <a:spAutoFit/>
          </a:bodyPr>
          <a:lstStyle/>
          <a:p>
            <a:pPr algn="l"/>
            <a:r>
              <a:rPr lang="en-SG" sz="650" b="1">
                <a:solidFill>
                  <a:srgbClr val="0078D4"/>
                </a:solidFill>
                <a:latin typeface="Segoe UI"/>
              </a:rPr>
              <a:t>CREATE</a:t>
            </a:r>
          </a:p>
        </p:txBody>
      </p:sp>
      <p:sp>
        <p:nvSpPr>
          <p:cNvPr id="27" name="TextBox 26">
            <a:extLst>
              <a:ext uri="{FF2B5EF4-FFF2-40B4-BE49-F238E27FC236}">
                <a16:creationId xmlns:a16="http://schemas.microsoft.com/office/drawing/2014/main" id="{6C4F1A88-BE2D-6523-EE82-D5BC45815A34}"/>
              </a:ext>
            </a:extLst>
          </p:cNvPr>
          <p:cNvSpPr txBox="1"/>
          <p:nvPr/>
        </p:nvSpPr>
        <p:spPr>
          <a:xfrm>
            <a:off x="5596128"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Excel (Agent)</a:t>
            </a:r>
          </a:p>
        </p:txBody>
      </p:sp>
      <p:sp>
        <p:nvSpPr>
          <p:cNvPr id="28" name="TextBox 27">
            <a:extLst>
              <a:ext uri="{FF2B5EF4-FFF2-40B4-BE49-F238E27FC236}">
                <a16:creationId xmlns:a16="http://schemas.microsoft.com/office/drawing/2014/main" id="{B551232E-E3BF-0CD7-61BF-17505F9C1391}"/>
              </a:ext>
            </a:extLst>
          </p:cNvPr>
          <p:cNvSpPr txBox="1"/>
          <p:nvPr/>
        </p:nvSpPr>
        <p:spPr>
          <a:xfrm>
            <a:off x="5120640" y="1911096"/>
            <a:ext cx="1947672" cy="461665"/>
          </a:xfrm>
          <a:prstGeom prst="rect">
            <a:avLst/>
          </a:prstGeom>
          <a:noFill/>
        </p:spPr>
        <p:txBody>
          <a:bodyPr wrap="square" lIns="0" tIns="0" rIns="0" bIns="0">
            <a:spAutoFit/>
          </a:bodyPr>
          <a:lstStyle/>
          <a:p>
            <a:pPr algn="l"/>
            <a:r>
              <a:rPr lang="en-US" sz="1000" b="0" dirty="0">
                <a:solidFill>
                  <a:srgbClr val="5A5A5A"/>
                </a:solidFill>
              </a:rPr>
              <a:t>Builds sheets, </a:t>
            </a:r>
            <a:r>
              <a:rPr lang="en-US" sz="1000" b="0" dirty="0" err="1">
                <a:solidFill>
                  <a:srgbClr val="5A5A5A"/>
                </a:solidFill>
              </a:rPr>
              <a:t>organises</a:t>
            </a:r>
            <a:r>
              <a:rPr lang="en-US" sz="1000" b="0" dirty="0">
                <a:solidFill>
                  <a:srgbClr val="5A5A5A"/>
                </a:solidFill>
              </a:rPr>
              <a:t> data and writes working formulas so insights are ready fast.</a:t>
            </a:r>
          </a:p>
        </p:txBody>
      </p:sp>
      <p:sp>
        <p:nvSpPr>
          <p:cNvPr id="29" name="Parallelogram 28">
            <a:extLst>
              <a:ext uri="{FF2B5EF4-FFF2-40B4-BE49-F238E27FC236}">
                <a16:creationId xmlns:a16="http://schemas.microsoft.com/office/drawing/2014/main" id="{29F7965E-CAF6-3179-3F19-6D6FB1B06487}"/>
              </a:ext>
            </a:extLst>
          </p:cNvPr>
          <p:cNvSpPr/>
          <p:nvPr/>
        </p:nvSpPr>
        <p:spPr>
          <a:xfrm>
            <a:off x="7306056"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br>
              <a:rPr lang="en-SG" dirty="0"/>
            </a:br>
            <a:endParaRPr lang="en-SG" dirty="0"/>
          </a:p>
        </p:txBody>
      </p:sp>
      <p:sp>
        <p:nvSpPr>
          <p:cNvPr id="30" name="Parallelogram 29">
            <a:extLst>
              <a:ext uri="{FF2B5EF4-FFF2-40B4-BE49-F238E27FC236}">
                <a16:creationId xmlns:a16="http://schemas.microsoft.com/office/drawing/2014/main" id="{6D3DF041-9EB1-5FDF-D34D-35092CF06B65}"/>
              </a:ext>
            </a:extLst>
          </p:cNvPr>
          <p:cNvSpPr/>
          <p:nvPr/>
        </p:nvSpPr>
        <p:spPr>
          <a:xfrm>
            <a:off x="7434072"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2781D968-55A6-1446-4630-6C81130C4F30}"/>
              </a:ext>
            </a:extLst>
          </p:cNvPr>
          <p:cNvSpPr txBox="1"/>
          <p:nvPr/>
        </p:nvSpPr>
        <p:spPr>
          <a:xfrm>
            <a:off x="7909560" y="1527048"/>
            <a:ext cx="1463040" cy="100584"/>
          </a:xfrm>
          <a:prstGeom prst="rect">
            <a:avLst/>
          </a:prstGeom>
          <a:noFill/>
        </p:spPr>
        <p:txBody>
          <a:bodyPr wrap="square" lIns="0" tIns="0" rIns="0" bIns="0">
            <a:spAutoFit/>
          </a:bodyPr>
          <a:lstStyle/>
          <a:p>
            <a:pPr algn="l"/>
            <a:r>
              <a:rPr lang="en-SG" sz="650" b="1">
                <a:solidFill>
                  <a:srgbClr val="0078D4"/>
                </a:solidFill>
                <a:latin typeface="Segoe UI"/>
              </a:rPr>
              <a:t>CREATE</a:t>
            </a:r>
          </a:p>
        </p:txBody>
      </p:sp>
      <p:sp>
        <p:nvSpPr>
          <p:cNvPr id="34" name="TextBox 33">
            <a:extLst>
              <a:ext uri="{FF2B5EF4-FFF2-40B4-BE49-F238E27FC236}">
                <a16:creationId xmlns:a16="http://schemas.microsoft.com/office/drawing/2014/main" id="{DAA54561-60FE-CFB4-9B5E-0DBFD899D516}"/>
              </a:ext>
            </a:extLst>
          </p:cNvPr>
          <p:cNvSpPr txBox="1"/>
          <p:nvPr/>
        </p:nvSpPr>
        <p:spPr>
          <a:xfrm>
            <a:off x="7909560"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PowerPoint (Agent)</a:t>
            </a:r>
          </a:p>
        </p:txBody>
      </p:sp>
      <p:sp>
        <p:nvSpPr>
          <p:cNvPr id="35" name="TextBox 34">
            <a:extLst>
              <a:ext uri="{FF2B5EF4-FFF2-40B4-BE49-F238E27FC236}">
                <a16:creationId xmlns:a16="http://schemas.microsoft.com/office/drawing/2014/main" id="{667D5A6C-1743-56BD-F86D-11F8CE10750F}"/>
              </a:ext>
            </a:extLst>
          </p:cNvPr>
          <p:cNvSpPr txBox="1"/>
          <p:nvPr/>
        </p:nvSpPr>
        <p:spPr>
          <a:xfrm>
            <a:off x="7434072" y="1911096"/>
            <a:ext cx="1947672" cy="461665"/>
          </a:xfrm>
          <a:prstGeom prst="rect">
            <a:avLst/>
          </a:prstGeom>
          <a:noFill/>
        </p:spPr>
        <p:txBody>
          <a:bodyPr wrap="square" lIns="0" tIns="0" rIns="0" bIns="0">
            <a:spAutoFit/>
          </a:bodyPr>
          <a:lstStyle/>
          <a:p>
            <a:pPr algn="l"/>
            <a:r>
              <a:rPr lang="en-US" sz="1000" b="0">
                <a:solidFill>
                  <a:srgbClr val="5A5A5A"/>
                </a:solidFill>
              </a:rPr>
              <a:t>Creates complete decks from a </a:t>
            </a:r>
            <a:r>
              <a:rPr lang="en-US" sz="1000" b="0" dirty="0">
                <a:solidFill>
                  <a:srgbClr val="5A5A5A"/>
                </a:solidFill>
              </a:rPr>
              <a:t>topic or </a:t>
            </a:r>
            <a:r>
              <a:rPr lang="en-US" sz="1000" b="0">
                <a:solidFill>
                  <a:srgbClr val="5A5A5A"/>
                </a:solidFill>
              </a:rPr>
              <a:t>goal</a:t>
            </a:r>
            <a:r>
              <a:rPr lang="en-US" sz="1000" b="0" dirty="0">
                <a:solidFill>
                  <a:srgbClr val="5A5A5A"/>
                </a:solidFill>
              </a:rPr>
              <a:t>, </a:t>
            </a:r>
            <a:r>
              <a:rPr lang="en-US" sz="1000" b="0">
                <a:solidFill>
                  <a:srgbClr val="5A5A5A"/>
                </a:solidFill>
              </a:rPr>
              <a:t>drawing on </a:t>
            </a:r>
            <a:r>
              <a:rPr lang="en-US" sz="1000" b="0" dirty="0">
                <a:solidFill>
                  <a:srgbClr val="5A5A5A"/>
                </a:solidFill>
              </a:rPr>
              <a:t>your </a:t>
            </a:r>
            <a:r>
              <a:rPr lang="en-US" sz="1000" b="0">
                <a:solidFill>
                  <a:srgbClr val="5A5A5A"/>
                </a:solidFill>
              </a:rPr>
              <a:t>own </a:t>
            </a:r>
            <a:r>
              <a:rPr lang="en-US" sz="1000" b="0" dirty="0">
                <a:solidFill>
                  <a:srgbClr val="5A5A5A"/>
                </a:solidFill>
              </a:rPr>
              <a:t>work </a:t>
            </a:r>
            <a:r>
              <a:rPr lang="en-US" sz="1000" b="0">
                <a:solidFill>
                  <a:srgbClr val="5A5A5A"/>
                </a:solidFill>
              </a:rPr>
              <a:t>content</a:t>
            </a:r>
            <a:r>
              <a:rPr lang="en-US" sz="1000" b="0" dirty="0">
                <a:solidFill>
                  <a:srgbClr val="5A5A5A"/>
                </a:solidFill>
              </a:rPr>
              <a:t>.</a:t>
            </a:r>
          </a:p>
        </p:txBody>
      </p:sp>
      <p:sp>
        <p:nvSpPr>
          <p:cNvPr id="36" name="Parallelogram 35">
            <a:extLst>
              <a:ext uri="{FF2B5EF4-FFF2-40B4-BE49-F238E27FC236}">
                <a16:creationId xmlns:a16="http://schemas.microsoft.com/office/drawing/2014/main" id="{CC100B6A-BA8E-43B8-6D89-9E7A85C5253C}"/>
              </a:ext>
            </a:extLst>
          </p:cNvPr>
          <p:cNvSpPr/>
          <p:nvPr/>
        </p:nvSpPr>
        <p:spPr>
          <a:xfrm>
            <a:off x="9619488"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7" name="Parallelogram 36">
            <a:extLst>
              <a:ext uri="{FF2B5EF4-FFF2-40B4-BE49-F238E27FC236}">
                <a16:creationId xmlns:a16="http://schemas.microsoft.com/office/drawing/2014/main" id="{8CCA348B-C8B8-B6FE-3B86-5BCC3037D23C}"/>
              </a:ext>
            </a:extLst>
          </p:cNvPr>
          <p:cNvSpPr/>
          <p:nvPr/>
        </p:nvSpPr>
        <p:spPr>
          <a:xfrm>
            <a:off x="9747504"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9F1F2699-A6C2-F25C-4456-A08C63BE719E}"/>
              </a:ext>
            </a:extLst>
          </p:cNvPr>
          <p:cNvSpPr txBox="1"/>
          <p:nvPr/>
        </p:nvSpPr>
        <p:spPr>
          <a:xfrm>
            <a:off x="10222992" y="1527048"/>
            <a:ext cx="1463040" cy="100584"/>
          </a:xfrm>
          <a:prstGeom prst="rect">
            <a:avLst/>
          </a:prstGeom>
          <a:noFill/>
        </p:spPr>
        <p:txBody>
          <a:bodyPr wrap="square" lIns="0" tIns="0" rIns="0" bIns="0">
            <a:spAutoFit/>
          </a:bodyPr>
          <a:lstStyle/>
          <a:p>
            <a:pPr algn="l"/>
            <a:r>
              <a:rPr lang="en-SG" sz="650" b="1">
                <a:solidFill>
                  <a:srgbClr val="0078D4"/>
                </a:solidFill>
                <a:latin typeface="Segoe UI"/>
              </a:rPr>
              <a:t>CREATE</a:t>
            </a:r>
          </a:p>
        </p:txBody>
      </p:sp>
      <p:sp>
        <p:nvSpPr>
          <p:cNvPr id="41" name="TextBox 40">
            <a:extLst>
              <a:ext uri="{FF2B5EF4-FFF2-40B4-BE49-F238E27FC236}">
                <a16:creationId xmlns:a16="http://schemas.microsoft.com/office/drawing/2014/main" id="{20C346BC-A6FF-24DF-775C-B4682C198436}"/>
              </a:ext>
            </a:extLst>
          </p:cNvPr>
          <p:cNvSpPr txBox="1"/>
          <p:nvPr/>
        </p:nvSpPr>
        <p:spPr>
          <a:xfrm>
            <a:off x="10222992"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Word (Agent)</a:t>
            </a:r>
          </a:p>
        </p:txBody>
      </p:sp>
      <p:sp>
        <p:nvSpPr>
          <p:cNvPr id="42" name="TextBox 41">
            <a:extLst>
              <a:ext uri="{FF2B5EF4-FFF2-40B4-BE49-F238E27FC236}">
                <a16:creationId xmlns:a16="http://schemas.microsoft.com/office/drawing/2014/main" id="{3DDF34E9-5F57-A819-A920-243C91D98F50}"/>
              </a:ext>
            </a:extLst>
          </p:cNvPr>
          <p:cNvSpPr txBox="1"/>
          <p:nvPr/>
        </p:nvSpPr>
        <p:spPr>
          <a:xfrm>
            <a:off x="9747504" y="1911096"/>
            <a:ext cx="1947672" cy="461665"/>
          </a:xfrm>
          <a:prstGeom prst="rect">
            <a:avLst/>
          </a:prstGeom>
          <a:noFill/>
        </p:spPr>
        <p:txBody>
          <a:bodyPr wrap="square" lIns="0" tIns="0" rIns="0" bIns="0">
            <a:spAutoFit/>
          </a:bodyPr>
          <a:lstStyle/>
          <a:p>
            <a:pPr algn="l"/>
            <a:r>
              <a:rPr lang="en-US" sz="1000" b="0">
                <a:solidFill>
                  <a:srgbClr val="5A5A5A"/>
                </a:solidFill>
              </a:rPr>
              <a:t>Drafts</a:t>
            </a:r>
            <a:r>
              <a:rPr lang="en-US" sz="1000" b="0" dirty="0">
                <a:solidFill>
                  <a:srgbClr val="5A5A5A"/>
                </a:solidFill>
              </a:rPr>
              <a:t>, </a:t>
            </a:r>
            <a:r>
              <a:rPr lang="en-US" sz="1000" b="0">
                <a:solidFill>
                  <a:srgbClr val="5A5A5A"/>
                </a:solidFill>
              </a:rPr>
              <a:t>rewrites </a:t>
            </a:r>
            <a:r>
              <a:rPr lang="en-US" sz="1000" b="0" dirty="0">
                <a:solidFill>
                  <a:srgbClr val="5A5A5A"/>
                </a:solidFill>
              </a:rPr>
              <a:t>and </a:t>
            </a:r>
            <a:r>
              <a:rPr lang="en-US" sz="1000" b="0">
                <a:solidFill>
                  <a:srgbClr val="5A5A5A"/>
                </a:solidFill>
              </a:rPr>
              <a:t>summarises </a:t>
            </a:r>
            <a:r>
              <a:rPr lang="en-US" sz="1000" b="0" dirty="0">
                <a:solidFill>
                  <a:srgbClr val="5A5A5A"/>
                </a:solidFill>
              </a:rPr>
              <a:t>documents with </a:t>
            </a:r>
            <a:r>
              <a:rPr lang="en-US" sz="1000" b="0">
                <a:solidFill>
                  <a:srgbClr val="5A5A5A"/>
                </a:solidFill>
              </a:rPr>
              <a:t>clear structure </a:t>
            </a:r>
            <a:r>
              <a:rPr lang="en-US" sz="1000" b="0" dirty="0">
                <a:solidFill>
                  <a:srgbClr val="5A5A5A"/>
                </a:solidFill>
              </a:rPr>
              <a:t>and professional formatting.</a:t>
            </a:r>
          </a:p>
        </p:txBody>
      </p:sp>
      <p:sp>
        <p:nvSpPr>
          <p:cNvPr id="43" name="Parallelogram 42">
            <a:extLst>
              <a:ext uri="{FF2B5EF4-FFF2-40B4-BE49-F238E27FC236}">
                <a16:creationId xmlns:a16="http://schemas.microsoft.com/office/drawing/2014/main" id="{6CD9907A-8B9A-B6C6-B886-B0E97730A361}"/>
              </a:ext>
            </a:extLst>
          </p:cNvPr>
          <p:cNvSpPr/>
          <p:nvPr/>
        </p:nvSpPr>
        <p:spPr>
          <a:xfrm>
            <a:off x="365760"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4" name="Parallelogram 43">
            <a:extLst>
              <a:ext uri="{FF2B5EF4-FFF2-40B4-BE49-F238E27FC236}">
                <a16:creationId xmlns:a16="http://schemas.microsoft.com/office/drawing/2014/main" id="{65C2C217-E455-DD3D-DC73-8CA87F2B8EE1}"/>
              </a:ext>
            </a:extLst>
          </p:cNvPr>
          <p:cNvSpPr/>
          <p:nvPr/>
        </p:nvSpPr>
        <p:spPr>
          <a:xfrm>
            <a:off x="493776"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079C4B75-AFC2-F190-77AF-BF00867C3788}"/>
              </a:ext>
            </a:extLst>
          </p:cNvPr>
          <p:cNvSpPr txBox="1"/>
          <p:nvPr/>
        </p:nvSpPr>
        <p:spPr>
          <a:xfrm>
            <a:off x="969264" y="2898648"/>
            <a:ext cx="1463040" cy="100584"/>
          </a:xfrm>
          <a:prstGeom prst="rect">
            <a:avLst/>
          </a:prstGeom>
          <a:noFill/>
        </p:spPr>
        <p:txBody>
          <a:bodyPr wrap="square" lIns="0" tIns="0" rIns="0" bIns="0">
            <a:spAutoFit/>
          </a:bodyPr>
          <a:lstStyle/>
          <a:p>
            <a:pPr algn="l"/>
            <a:r>
              <a:rPr lang="en-SG" sz="650" b="1">
                <a:solidFill>
                  <a:srgbClr val="0078D4"/>
                </a:solidFill>
                <a:latin typeface="Segoe UI"/>
              </a:rPr>
              <a:t>COACHING</a:t>
            </a:r>
          </a:p>
        </p:txBody>
      </p:sp>
      <p:sp>
        <p:nvSpPr>
          <p:cNvPr id="48" name="TextBox 47">
            <a:extLst>
              <a:ext uri="{FF2B5EF4-FFF2-40B4-BE49-F238E27FC236}">
                <a16:creationId xmlns:a16="http://schemas.microsoft.com/office/drawing/2014/main" id="{B1B15291-256E-ECD6-7FBF-85B8A4CD20F1}"/>
              </a:ext>
            </a:extLst>
          </p:cNvPr>
          <p:cNvSpPr txBox="1"/>
          <p:nvPr/>
        </p:nvSpPr>
        <p:spPr>
          <a:xfrm>
            <a:off x="969264" y="29992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Idea Coach</a:t>
            </a:r>
          </a:p>
        </p:txBody>
      </p:sp>
      <p:sp>
        <p:nvSpPr>
          <p:cNvPr id="49" name="TextBox 48">
            <a:extLst>
              <a:ext uri="{FF2B5EF4-FFF2-40B4-BE49-F238E27FC236}">
                <a16:creationId xmlns:a16="http://schemas.microsoft.com/office/drawing/2014/main" id="{33756000-D0E1-E25B-E860-4C3FA571D19A}"/>
              </a:ext>
            </a:extLst>
          </p:cNvPr>
          <p:cNvSpPr txBox="1"/>
          <p:nvPr/>
        </p:nvSpPr>
        <p:spPr>
          <a:xfrm>
            <a:off x="493776" y="3282696"/>
            <a:ext cx="1947672" cy="461665"/>
          </a:xfrm>
          <a:prstGeom prst="rect">
            <a:avLst/>
          </a:prstGeom>
          <a:noFill/>
        </p:spPr>
        <p:txBody>
          <a:bodyPr wrap="square" lIns="0" tIns="0" rIns="0" bIns="0">
            <a:spAutoFit/>
          </a:bodyPr>
          <a:lstStyle/>
          <a:p>
            <a:pPr algn="l"/>
            <a:r>
              <a:rPr lang="en-US" sz="1000" b="0" dirty="0">
                <a:solidFill>
                  <a:srgbClr val="5A5A5A"/>
                </a:solidFill>
              </a:rPr>
              <a:t>Makes brainstorming engaging, turning raw ideas into agendas and action plans.</a:t>
            </a:r>
          </a:p>
        </p:txBody>
      </p:sp>
      <p:sp>
        <p:nvSpPr>
          <p:cNvPr id="50" name="Parallelogram 49">
            <a:extLst>
              <a:ext uri="{FF2B5EF4-FFF2-40B4-BE49-F238E27FC236}">
                <a16:creationId xmlns:a16="http://schemas.microsoft.com/office/drawing/2014/main" id="{E0F3D71A-F9F3-2F5B-663F-4117CB16030C}"/>
              </a:ext>
            </a:extLst>
          </p:cNvPr>
          <p:cNvSpPr/>
          <p:nvPr/>
        </p:nvSpPr>
        <p:spPr>
          <a:xfrm>
            <a:off x="2679191"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51" name="Parallelogram 50">
            <a:extLst>
              <a:ext uri="{FF2B5EF4-FFF2-40B4-BE49-F238E27FC236}">
                <a16:creationId xmlns:a16="http://schemas.microsoft.com/office/drawing/2014/main" id="{5BD800A1-7C8A-5FA1-875F-171EDC7280A1}"/>
              </a:ext>
            </a:extLst>
          </p:cNvPr>
          <p:cNvSpPr/>
          <p:nvPr/>
        </p:nvSpPr>
        <p:spPr>
          <a:xfrm>
            <a:off x="2807208"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C9E0A2B9-D80D-B812-93FF-AB8C251D8C90}"/>
              </a:ext>
            </a:extLst>
          </p:cNvPr>
          <p:cNvSpPr txBox="1"/>
          <p:nvPr/>
        </p:nvSpPr>
        <p:spPr>
          <a:xfrm>
            <a:off x="3282695" y="2898648"/>
            <a:ext cx="1463040" cy="100584"/>
          </a:xfrm>
          <a:prstGeom prst="rect">
            <a:avLst/>
          </a:prstGeom>
          <a:noFill/>
        </p:spPr>
        <p:txBody>
          <a:bodyPr wrap="square" lIns="0" tIns="0" rIns="0" bIns="0">
            <a:spAutoFit/>
          </a:bodyPr>
          <a:lstStyle/>
          <a:p>
            <a:pPr algn="l"/>
            <a:r>
              <a:rPr lang="en-SG" sz="650" b="1">
                <a:solidFill>
                  <a:srgbClr val="0078D4"/>
                </a:solidFill>
                <a:latin typeface="Segoe UI"/>
              </a:rPr>
              <a:t>COACHING</a:t>
            </a:r>
          </a:p>
        </p:txBody>
      </p:sp>
      <p:sp>
        <p:nvSpPr>
          <p:cNvPr id="55" name="TextBox 54">
            <a:extLst>
              <a:ext uri="{FF2B5EF4-FFF2-40B4-BE49-F238E27FC236}">
                <a16:creationId xmlns:a16="http://schemas.microsoft.com/office/drawing/2014/main" id="{2635F547-CFAB-2BE8-EAAE-58E39B5CF09F}"/>
              </a:ext>
            </a:extLst>
          </p:cNvPr>
          <p:cNvSpPr txBox="1"/>
          <p:nvPr/>
        </p:nvSpPr>
        <p:spPr>
          <a:xfrm>
            <a:off x="3282695" y="29992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Writing Coach</a:t>
            </a:r>
          </a:p>
        </p:txBody>
      </p:sp>
      <p:sp>
        <p:nvSpPr>
          <p:cNvPr id="56" name="TextBox 55">
            <a:extLst>
              <a:ext uri="{FF2B5EF4-FFF2-40B4-BE49-F238E27FC236}">
                <a16:creationId xmlns:a16="http://schemas.microsoft.com/office/drawing/2014/main" id="{682213C5-0BB6-1FF1-E172-B264805A9AFE}"/>
              </a:ext>
            </a:extLst>
          </p:cNvPr>
          <p:cNvSpPr txBox="1"/>
          <p:nvPr/>
        </p:nvSpPr>
        <p:spPr>
          <a:xfrm>
            <a:off x="2807207" y="3282696"/>
            <a:ext cx="1947672" cy="461665"/>
          </a:xfrm>
          <a:prstGeom prst="rect">
            <a:avLst/>
          </a:prstGeom>
          <a:noFill/>
        </p:spPr>
        <p:txBody>
          <a:bodyPr wrap="square" lIns="0" tIns="0" rIns="0" bIns="0">
            <a:spAutoFit/>
          </a:bodyPr>
          <a:lstStyle/>
          <a:p>
            <a:r>
              <a:rPr lang="en-US" sz="1000" b="0">
                <a:solidFill>
                  <a:srgbClr val="5A5A5A"/>
                </a:solidFill>
              </a:rPr>
              <a:t>Sharpens the </a:t>
            </a:r>
            <a:r>
              <a:rPr lang="en-US" sz="1000" b="0" dirty="0">
                <a:solidFill>
                  <a:srgbClr val="5A5A5A"/>
                </a:solidFill>
              </a:rPr>
              <a:t>clarity, structure and tone</a:t>
            </a:r>
            <a:r>
              <a:rPr lang="en-US" sz="1000" b="0">
                <a:solidFill>
                  <a:srgbClr val="5A5A5A"/>
                </a:solidFill>
              </a:rPr>
              <a:t> of your writing</a:t>
            </a:r>
            <a:r>
              <a:rPr lang="en-US" sz="1000" b="0" dirty="0">
                <a:solidFill>
                  <a:srgbClr val="5A5A5A"/>
                </a:solidFill>
              </a:rPr>
              <a:t> for any audience.</a:t>
            </a:r>
          </a:p>
        </p:txBody>
      </p:sp>
      <p:sp>
        <p:nvSpPr>
          <p:cNvPr id="57" name="Parallelogram 56">
            <a:extLst>
              <a:ext uri="{FF2B5EF4-FFF2-40B4-BE49-F238E27FC236}">
                <a16:creationId xmlns:a16="http://schemas.microsoft.com/office/drawing/2014/main" id="{3C8D6675-ED41-54AC-4C83-B8DBFC79EC8E}"/>
              </a:ext>
            </a:extLst>
          </p:cNvPr>
          <p:cNvSpPr/>
          <p:nvPr/>
        </p:nvSpPr>
        <p:spPr>
          <a:xfrm>
            <a:off x="4992624"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58" name="Parallelogram 57">
            <a:extLst>
              <a:ext uri="{FF2B5EF4-FFF2-40B4-BE49-F238E27FC236}">
                <a16:creationId xmlns:a16="http://schemas.microsoft.com/office/drawing/2014/main" id="{4E044C7D-52D1-B121-D720-5B92C7AE065A}"/>
              </a:ext>
            </a:extLst>
          </p:cNvPr>
          <p:cNvSpPr/>
          <p:nvPr/>
        </p:nvSpPr>
        <p:spPr>
          <a:xfrm>
            <a:off x="5120640"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1B5F84B6-0290-701F-ED3C-5539D59529A8}"/>
              </a:ext>
            </a:extLst>
          </p:cNvPr>
          <p:cNvSpPr txBox="1"/>
          <p:nvPr/>
        </p:nvSpPr>
        <p:spPr>
          <a:xfrm>
            <a:off x="5596128" y="28986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COACHING</a:t>
            </a:r>
          </a:p>
        </p:txBody>
      </p:sp>
      <p:sp>
        <p:nvSpPr>
          <p:cNvPr id="62" name="TextBox 61">
            <a:extLst>
              <a:ext uri="{FF2B5EF4-FFF2-40B4-BE49-F238E27FC236}">
                <a16:creationId xmlns:a16="http://schemas.microsoft.com/office/drawing/2014/main" id="{5D5EAD3F-FB88-467A-BE79-9EDFC7F1EC97}"/>
              </a:ext>
            </a:extLst>
          </p:cNvPr>
          <p:cNvSpPr txBox="1"/>
          <p:nvPr/>
        </p:nvSpPr>
        <p:spPr>
          <a:xfrm>
            <a:off x="5596128" y="29992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Prompt Coach</a:t>
            </a:r>
          </a:p>
        </p:txBody>
      </p:sp>
      <p:sp>
        <p:nvSpPr>
          <p:cNvPr id="63" name="TextBox 62">
            <a:extLst>
              <a:ext uri="{FF2B5EF4-FFF2-40B4-BE49-F238E27FC236}">
                <a16:creationId xmlns:a16="http://schemas.microsoft.com/office/drawing/2014/main" id="{3952A319-4B15-6160-9365-688E853C8D3D}"/>
              </a:ext>
            </a:extLst>
          </p:cNvPr>
          <p:cNvSpPr txBox="1"/>
          <p:nvPr/>
        </p:nvSpPr>
        <p:spPr>
          <a:xfrm>
            <a:off x="5120640" y="3282696"/>
            <a:ext cx="1947672" cy="461665"/>
          </a:xfrm>
          <a:prstGeom prst="rect">
            <a:avLst/>
          </a:prstGeom>
          <a:noFill/>
        </p:spPr>
        <p:txBody>
          <a:bodyPr wrap="square" lIns="0" tIns="0" rIns="0" bIns="0">
            <a:spAutoFit/>
          </a:bodyPr>
          <a:lstStyle/>
          <a:p>
            <a:r>
              <a:rPr lang="en-US" sz="1000" b="0">
                <a:solidFill>
                  <a:srgbClr val="5A5A5A"/>
                </a:solidFill>
              </a:rPr>
              <a:t>Turns rough asks </a:t>
            </a:r>
            <a:r>
              <a:rPr lang="en-US" sz="1000" b="0" dirty="0">
                <a:solidFill>
                  <a:srgbClr val="5A5A5A"/>
                </a:solidFill>
              </a:rPr>
              <a:t>into </a:t>
            </a:r>
            <a:r>
              <a:rPr lang="en-US" sz="1000" b="0">
                <a:solidFill>
                  <a:srgbClr val="5A5A5A"/>
                </a:solidFill>
              </a:rPr>
              <a:t>effective Copilot prompts so you get better answers.</a:t>
            </a:r>
            <a:endParaRPr lang="en-US" sz="1000" b="0" dirty="0">
              <a:solidFill>
                <a:srgbClr val="5A5A5A"/>
              </a:solidFill>
            </a:endParaRPr>
          </a:p>
        </p:txBody>
      </p:sp>
      <p:sp>
        <p:nvSpPr>
          <p:cNvPr id="64" name="Parallelogram 63">
            <a:extLst>
              <a:ext uri="{FF2B5EF4-FFF2-40B4-BE49-F238E27FC236}">
                <a16:creationId xmlns:a16="http://schemas.microsoft.com/office/drawing/2014/main" id="{E1781AF3-EA58-9BCA-D29A-B2D3D2B530A2}"/>
              </a:ext>
            </a:extLst>
          </p:cNvPr>
          <p:cNvSpPr/>
          <p:nvPr/>
        </p:nvSpPr>
        <p:spPr>
          <a:xfrm>
            <a:off x="7306056"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Parallelogram 64">
            <a:extLst>
              <a:ext uri="{FF2B5EF4-FFF2-40B4-BE49-F238E27FC236}">
                <a16:creationId xmlns:a16="http://schemas.microsoft.com/office/drawing/2014/main" id="{37CE9F4F-2A87-30AA-2B6C-7E147B473C4F}"/>
              </a:ext>
            </a:extLst>
          </p:cNvPr>
          <p:cNvSpPr/>
          <p:nvPr/>
        </p:nvSpPr>
        <p:spPr>
          <a:xfrm>
            <a:off x="7434072"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B2AD754A-A7C3-AD10-D570-4AE3F3603552}"/>
              </a:ext>
            </a:extLst>
          </p:cNvPr>
          <p:cNvSpPr txBox="1"/>
          <p:nvPr/>
        </p:nvSpPr>
        <p:spPr>
          <a:xfrm>
            <a:off x="7909560" y="28986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LEARNING</a:t>
            </a:r>
          </a:p>
        </p:txBody>
      </p:sp>
      <p:sp>
        <p:nvSpPr>
          <p:cNvPr id="69" name="TextBox 68">
            <a:extLst>
              <a:ext uri="{FF2B5EF4-FFF2-40B4-BE49-F238E27FC236}">
                <a16:creationId xmlns:a16="http://schemas.microsoft.com/office/drawing/2014/main" id="{1BD453F4-E961-B37F-F22E-CAB09BB5B17C}"/>
              </a:ext>
            </a:extLst>
          </p:cNvPr>
          <p:cNvSpPr txBox="1"/>
          <p:nvPr/>
        </p:nvSpPr>
        <p:spPr>
          <a:xfrm>
            <a:off x="7909560" y="29992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Learning</a:t>
            </a:r>
          </a:p>
        </p:txBody>
      </p:sp>
      <p:sp>
        <p:nvSpPr>
          <p:cNvPr id="70" name="TextBox 69">
            <a:extLst>
              <a:ext uri="{FF2B5EF4-FFF2-40B4-BE49-F238E27FC236}">
                <a16:creationId xmlns:a16="http://schemas.microsoft.com/office/drawing/2014/main" id="{B35A5F20-108F-C2D0-06EF-296EA30D9F66}"/>
              </a:ext>
            </a:extLst>
          </p:cNvPr>
          <p:cNvSpPr txBox="1"/>
          <p:nvPr/>
        </p:nvSpPr>
        <p:spPr>
          <a:xfrm>
            <a:off x="7434072" y="3282696"/>
            <a:ext cx="1947672" cy="461665"/>
          </a:xfrm>
          <a:prstGeom prst="rect">
            <a:avLst/>
          </a:prstGeom>
          <a:noFill/>
        </p:spPr>
        <p:txBody>
          <a:bodyPr wrap="square" lIns="0" tIns="0" rIns="0" bIns="0">
            <a:spAutoFit/>
          </a:bodyPr>
          <a:lstStyle/>
          <a:p>
            <a:r>
              <a:rPr lang="en-US" sz="1000" b="0">
                <a:solidFill>
                  <a:srgbClr val="5A5A5A"/>
                </a:solidFill>
              </a:rPr>
              <a:t>Helps you master subjects and build </a:t>
            </a:r>
            <a:r>
              <a:rPr lang="en-US" sz="1000" b="0" dirty="0">
                <a:solidFill>
                  <a:srgbClr val="5A5A5A"/>
                </a:solidFill>
              </a:rPr>
              <a:t>skills through </a:t>
            </a:r>
            <a:r>
              <a:rPr lang="en-US" sz="1000" b="0">
                <a:solidFill>
                  <a:srgbClr val="5A5A5A"/>
                </a:solidFill>
              </a:rPr>
              <a:t>personalised</a:t>
            </a:r>
            <a:r>
              <a:rPr lang="en-US" sz="1000" b="0" dirty="0">
                <a:solidFill>
                  <a:srgbClr val="5A5A5A"/>
                </a:solidFill>
              </a:rPr>
              <a:t> learning paths.</a:t>
            </a:r>
          </a:p>
        </p:txBody>
      </p:sp>
      <p:sp>
        <p:nvSpPr>
          <p:cNvPr id="71" name="Parallelogram 70">
            <a:extLst>
              <a:ext uri="{FF2B5EF4-FFF2-40B4-BE49-F238E27FC236}">
                <a16:creationId xmlns:a16="http://schemas.microsoft.com/office/drawing/2014/main" id="{5DA632FA-B61A-7404-D970-3822B592408D}"/>
              </a:ext>
            </a:extLst>
          </p:cNvPr>
          <p:cNvSpPr/>
          <p:nvPr/>
        </p:nvSpPr>
        <p:spPr>
          <a:xfrm>
            <a:off x="9619488"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Parallelogram 71">
            <a:extLst>
              <a:ext uri="{FF2B5EF4-FFF2-40B4-BE49-F238E27FC236}">
                <a16:creationId xmlns:a16="http://schemas.microsoft.com/office/drawing/2014/main" id="{19086582-46F8-7D8C-3266-0855D3D86552}"/>
              </a:ext>
            </a:extLst>
          </p:cNvPr>
          <p:cNvSpPr/>
          <p:nvPr/>
        </p:nvSpPr>
        <p:spPr>
          <a:xfrm>
            <a:off x="9747504"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5C2CCD58-5FAA-772C-45C7-348E6FDC4E8B}"/>
              </a:ext>
            </a:extLst>
          </p:cNvPr>
          <p:cNvSpPr txBox="1"/>
          <p:nvPr/>
        </p:nvSpPr>
        <p:spPr>
          <a:xfrm>
            <a:off x="10222992" y="28986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COACHING</a:t>
            </a:r>
          </a:p>
        </p:txBody>
      </p:sp>
      <p:sp>
        <p:nvSpPr>
          <p:cNvPr id="76" name="TextBox 75">
            <a:extLst>
              <a:ext uri="{FF2B5EF4-FFF2-40B4-BE49-F238E27FC236}">
                <a16:creationId xmlns:a16="http://schemas.microsoft.com/office/drawing/2014/main" id="{2FCF8EB1-01B2-9885-254D-1211D8E601E7}"/>
              </a:ext>
            </a:extLst>
          </p:cNvPr>
          <p:cNvSpPr txBox="1"/>
          <p:nvPr/>
        </p:nvSpPr>
        <p:spPr>
          <a:xfrm>
            <a:off x="10222992" y="29992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Meeting Coach</a:t>
            </a:r>
          </a:p>
        </p:txBody>
      </p:sp>
      <p:sp>
        <p:nvSpPr>
          <p:cNvPr id="77" name="TextBox 76">
            <a:extLst>
              <a:ext uri="{FF2B5EF4-FFF2-40B4-BE49-F238E27FC236}">
                <a16:creationId xmlns:a16="http://schemas.microsoft.com/office/drawing/2014/main" id="{493D0581-88A7-B756-8D0D-CF32ED20CBF5}"/>
              </a:ext>
            </a:extLst>
          </p:cNvPr>
          <p:cNvSpPr txBox="1"/>
          <p:nvPr/>
        </p:nvSpPr>
        <p:spPr>
          <a:xfrm>
            <a:off x="9747504" y="3282696"/>
            <a:ext cx="1947672" cy="461665"/>
          </a:xfrm>
          <a:prstGeom prst="rect">
            <a:avLst/>
          </a:prstGeom>
          <a:noFill/>
        </p:spPr>
        <p:txBody>
          <a:bodyPr wrap="square" lIns="0" tIns="0" rIns="0" bIns="0">
            <a:spAutoFit/>
          </a:bodyPr>
          <a:lstStyle/>
          <a:p>
            <a:r>
              <a:rPr lang="en-US" sz="1000" b="0">
                <a:solidFill>
                  <a:srgbClr val="5A5A5A"/>
                </a:solidFill>
              </a:rPr>
              <a:t>Sets objectives, agendas and roles, keeps meetings on track and captures actions.</a:t>
            </a:r>
            <a:endParaRPr lang="en-US" sz="1000" b="0" dirty="0">
              <a:solidFill>
                <a:srgbClr val="5A5A5A"/>
              </a:solidFill>
            </a:endParaRPr>
          </a:p>
        </p:txBody>
      </p:sp>
      <p:sp>
        <p:nvSpPr>
          <p:cNvPr id="78" name="Parallelogram 77">
            <a:extLst>
              <a:ext uri="{FF2B5EF4-FFF2-40B4-BE49-F238E27FC236}">
                <a16:creationId xmlns:a16="http://schemas.microsoft.com/office/drawing/2014/main" id="{7833D3ED-8992-84DA-212E-B501A89C3E33}"/>
              </a:ext>
            </a:extLst>
          </p:cNvPr>
          <p:cNvSpPr/>
          <p:nvPr/>
        </p:nvSpPr>
        <p:spPr>
          <a:xfrm>
            <a:off x="365760"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Parallelogram 78">
            <a:extLst>
              <a:ext uri="{FF2B5EF4-FFF2-40B4-BE49-F238E27FC236}">
                <a16:creationId xmlns:a16="http://schemas.microsoft.com/office/drawing/2014/main" id="{C293599C-CBB1-A489-CEEF-A66851D36DB5}"/>
              </a:ext>
            </a:extLst>
          </p:cNvPr>
          <p:cNvSpPr/>
          <p:nvPr/>
        </p:nvSpPr>
        <p:spPr>
          <a:xfrm>
            <a:off x="493776"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extLst>
              <a:ext uri="{FF2B5EF4-FFF2-40B4-BE49-F238E27FC236}">
                <a16:creationId xmlns:a16="http://schemas.microsoft.com/office/drawing/2014/main" id="{F26BCC52-B361-2B5A-311D-F782B499EAFD}"/>
              </a:ext>
            </a:extLst>
          </p:cNvPr>
          <p:cNvSpPr txBox="1"/>
          <p:nvPr/>
        </p:nvSpPr>
        <p:spPr>
          <a:xfrm>
            <a:off x="969264" y="4270248"/>
            <a:ext cx="1463040" cy="100584"/>
          </a:xfrm>
          <a:prstGeom prst="rect">
            <a:avLst/>
          </a:prstGeom>
          <a:noFill/>
        </p:spPr>
        <p:txBody>
          <a:bodyPr wrap="square" lIns="0" tIns="0" rIns="0" bIns="0">
            <a:spAutoFit/>
          </a:bodyPr>
          <a:lstStyle/>
          <a:p>
            <a:pPr algn="l"/>
            <a:r>
              <a:rPr lang="en-SG" sz="650" b="1">
                <a:solidFill>
                  <a:srgbClr val="0078D4"/>
                </a:solidFill>
                <a:latin typeface="Segoe UI"/>
              </a:rPr>
              <a:t>KNOWLEDGE</a:t>
            </a:r>
          </a:p>
        </p:txBody>
      </p:sp>
      <p:sp>
        <p:nvSpPr>
          <p:cNvPr id="83" name="TextBox 82">
            <a:extLst>
              <a:ext uri="{FF2B5EF4-FFF2-40B4-BE49-F238E27FC236}">
                <a16:creationId xmlns:a16="http://schemas.microsoft.com/office/drawing/2014/main" id="{550DF387-AF45-1847-FFCF-1141D8B7C04C}"/>
              </a:ext>
            </a:extLst>
          </p:cNvPr>
          <p:cNvSpPr txBox="1"/>
          <p:nvPr/>
        </p:nvSpPr>
        <p:spPr>
          <a:xfrm>
            <a:off x="969264"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SME Finder</a:t>
            </a:r>
          </a:p>
        </p:txBody>
      </p:sp>
      <p:sp>
        <p:nvSpPr>
          <p:cNvPr id="84" name="TextBox 83">
            <a:extLst>
              <a:ext uri="{FF2B5EF4-FFF2-40B4-BE49-F238E27FC236}">
                <a16:creationId xmlns:a16="http://schemas.microsoft.com/office/drawing/2014/main" id="{359F82CA-FE16-42A8-6486-ECF055844353}"/>
              </a:ext>
            </a:extLst>
          </p:cNvPr>
          <p:cNvSpPr txBox="1"/>
          <p:nvPr/>
        </p:nvSpPr>
        <p:spPr>
          <a:xfrm>
            <a:off x="493776" y="4654296"/>
            <a:ext cx="1947672" cy="615553"/>
          </a:xfrm>
          <a:prstGeom prst="rect">
            <a:avLst/>
          </a:prstGeom>
          <a:noFill/>
        </p:spPr>
        <p:txBody>
          <a:bodyPr wrap="square" lIns="0" tIns="0" rIns="0" bIns="0">
            <a:spAutoFit/>
          </a:bodyPr>
          <a:lstStyle/>
          <a:p>
            <a:r>
              <a:rPr lang="en-US" sz="1000" dirty="0">
                <a:solidFill>
                  <a:srgbClr val="5A5A5A"/>
                </a:solidFill>
              </a:rPr>
              <a:t>Finds credible experts within your organization for any topic, with cited evidence and outreach drafts.</a:t>
            </a:r>
            <a:endParaRPr lang="en-US" sz="1000" b="0" dirty="0">
              <a:solidFill>
                <a:srgbClr val="5A5A5A"/>
              </a:solidFill>
            </a:endParaRPr>
          </a:p>
        </p:txBody>
      </p:sp>
      <p:sp>
        <p:nvSpPr>
          <p:cNvPr id="85" name="Parallelogram 84">
            <a:extLst>
              <a:ext uri="{FF2B5EF4-FFF2-40B4-BE49-F238E27FC236}">
                <a16:creationId xmlns:a16="http://schemas.microsoft.com/office/drawing/2014/main" id="{F6F1953E-6AF1-0771-FF86-444D34F6249B}"/>
              </a:ext>
            </a:extLst>
          </p:cNvPr>
          <p:cNvSpPr/>
          <p:nvPr/>
        </p:nvSpPr>
        <p:spPr>
          <a:xfrm>
            <a:off x="2679191"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Parallelogram 85">
            <a:extLst>
              <a:ext uri="{FF2B5EF4-FFF2-40B4-BE49-F238E27FC236}">
                <a16:creationId xmlns:a16="http://schemas.microsoft.com/office/drawing/2014/main" id="{FF87C002-45DF-C090-097F-2CA91C2F2E5E}"/>
              </a:ext>
            </a:extLst>
          </p:cNvPr>
          <p:cNvSpPr/>
          <p:nvPr/>
        </p:nvSpPr>
        <p:spPr>
          <a:xfrm>
            <a:off x="2807208"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a:extLst>
              <a:ext uri="{FF2B5EF4-FFF2-40B4-BE49-F238E27FC236}">
                <a16:creationId xmlns:a16="http://schemas.microsoft.com/office/drawing/2014/main" id="{0BE71548-0906-CE28-E9F1-EE2F81B61BEE}"/>
              </a:ext>
            </a:extLst>
          </p:cNvPr>
          <p:cNvSpPr txBox="1"/>
          <p:nvPr/>
        </p:nvSpPr>
        <p:spPr>
          <a:xfrm>
            <a:off x="3282695" y="4270248"/>
            <a:ext cx="1463040" cy="100584"/>
          </a:xfrm>
          <a:prstGeom prst="rect">
            <a:avLst/>
          </a:prstGeom>
          <a:noFill/>
        </p:spPr>
        <p:txBody>
          <a:bodyPr wrap="square" lIns="0" tIns="0" rIns="0" bIns="0">
            <a:spAutoFit/>
          </a:bodyPr>
          <a:lstStyle/>
          <a:p>
            <a:pPr algn="l"/>
            <a:r>
              <a:rPr lang="en-SG" sz="650" b="1">
                <a:solidFill>
                  <a:srgbClr val="0078D4"/>
                </a:solidFill>
                <a:latin typeface="Segoe UI"/>
              </a:rPr>
              <a:t>COMMUNICATIONS</a:t>
            </a:r>
          </a:p>
        </p:txBody>
      </p:sp>
      <p:sp>
        <p:nvSpPr>
          <p:cNvPr id="90" name="TextBox 89">
            <a:extLst>
              <a:ext uri="{FF2B5EF4-FFF2-40B4-BE49-F238E27FC236}">
                <a16:creationId xmlns:a16="http://schemas.microsoft.com/office/drawing/2014/main" id="{FD827D6B-1716-F519-5E2E-10636282B62C}"/>
              </a:ext>
            </a:extLst>
          </p:cNvPr>
          <p:cNvSpPr txBox="1"/>
          <p:nvPr/>
        </p:nvSpPr>
        <p:spPr>
          <a:xfrm>
            <a:off x="3282695" y="4370832"/>
            <a:ext cx="1554480" cy="161583"/>
          </a:xfrm>
          <a:prstGeom prst="rect">
            <a:avLst/>
          </a:prstGeom>
          <a:noFill/>
        </p:spPr>
        <p:txBody>
          <a:bodyPr wrap="square" lIns="0" tIns="0" rIns="0" bIns="0">
            <a:spAutoFit/>
          </a:bodyPr>
          <a:lstStyle/>
          <a:p>
            <a:r>
              <a:rPr lang="en-SG" sz="1050" b="1" dirty="0">
                <a:solidFill>
                  <a:srgbClr val="243A5E"/>
                </a:solidFill>
                <a:latin typeface="Segoe UI Semibold"/>
              </a:rPr>
              <a:t>Request for Proposal</a:t>
            </a:r>
          </a:p>
        </p:txBody>
      </p:sp>
      <p:sp>
        <p:nvSpPr>
          <p:cNvPr id="91" name="TextBox 90">
            <a:extLst>
              <a:ext uri="{FF2B5EF4-FFF2-40B4-BE49-F238E27FC236}">
                <a16:creationId xmlns:a16="http://schemas.microsoft.com/office/drawing/2014/main" id="{6763FEC0-DF58-728F-2A26-C527C259D064}"/>
              </a:ext>
            </a:extLst>
          </p:cNvPr>
          <p:cNvSpPr txBox="1"/>
          <p:nvPr/>
        </p:nvSpPr>
        <p:spPr>
          <a:xfrm>
            <a:off x="2807207" y="4654296"/>
            <a:ext cx="1947672" cy="461665"/>
          </a:xfrm>
          <a:prstGeom prst="rect">
            <a:avLst/>
          </a:prstGeom>
          <a:noFill/>
        </p:spPr>
        <p:txBody>
          <a:bodyPr wrap="square" lIns="0" tIns="0" rIns="0" bIns="0">
            <a:spAutoFit/>
          </a:bodyPr>
          <a:lstStyle/>
          <a:p>
            <a:r>
              <a:rPr lang="en-US" sz="1000" b="0" dirty="0">
                <a:solidFill>
                  <a:srgbClr val="5A5A5A"/>
                </a:solidFill>
              </a:rPr>
              <a:t>Helps teams craft tailored, high-quality RFP responses and proposals faster.</a:t>
            </a:r>
          </a:p>
        </p:txBody>
      </p:sp>
      <p:sp>
        <p:nvSpPr>
          <p:cNvPr id="92" name="Parallelogram 91">
            <a:extLst>
              <a:ext uri="{FF2B5EF4-FFF2-40B4-BE49-F238E27FC236}">
                <a16:creationId xmlns:a16="http://schemas.microsoft.com/office/drawing/2014/main" id="{DAB61C70-EDBE-4CE1-069A-92D2111A6A09}"/>
              </a:ext>
            </a:extLst>
          </p:cNvPr>
          <p:cNvSpPr/>
          <p:nvPr/>
        </p:nvSpPr>
        <p:spPr>
          <a:xfrm>
            <a:off x="4992624"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Parallelogram 92">
            <a:extLst>
              <a:ext uri="{FF2B5EF4-FFF2-40B4-BE49-F238E27FC236}">
                <a16:creationId xmlns:a16="http://schemas.microsoft.com/office/drawing/2014/main" id="{656922F2-53C0-3997-43E9-67E4CF56A56B}"/>
              </a:ext>
            </a:extLst>
          </p:cNvPr>
          <p:cNvSpPr/>
          <p:nvPr/>
        </p:nvSpPr>
        <p:spPr>
          <a:xfrm>
            <a:off x="5120640"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4" name="Picture 93" descr="image.png">
            <a:extLst>
              <a:ext uri="{FF2B5EF4-FFF2-40B4-BE49-F238E27FC236}">
                <a16:creationId xmlns:a16="http://schemas.microsoft.com/office/drawing/2014/main" id="{1CDCC3E5-EBAA-43C4-1425-D18A22072CE9}"/>
              </a:ext>
            </a:extLst>
          </p:cNvPr>
          <p:cNvPicPr>
            <a:picLocks noChangeAspect="1"/>
          </p:cNvPicPr>
          <p:nvPr/>
        </p:nvPicPr>
        <p:blipFill>
          <a:blip r:embed="rId2"/>
          <a:stretch>
            <a:fillRect/>
          </a:stretch>
        </p:blipFill>
        <p:spPr>
          <a:xfrm>
            <a:off x="5175504" y="4251960"/>
            <a:ext cx="274320" cy="274320"/>
          </a:xfrm>
          <a:prstGeom prst="rect">
            <a:avLst/>
          </a:prstGeom>
        </p:spPr>
      </p:pic>
      <p:sp>
        <p:nvSpPr>
          <p:cNvPr id="96" name="TextBox 95">
            <a:extLst>
              <a:ext uri="{FF2B5EF4-FFF2-40B4-BE49-F238E27FC236}">
                <a16:creationId xmlns:a16="http://schemas.microsoft.com/office/drawing/2014/main" id="{BE341B3F-6305-B013-513E-9928FFD45CDA}"/>
              </a:ext>
            </a:extLst>
          </p:cNvPr>
          <p:cNvSpPr txBox="1"/>
          <p:nvPr/>
        </p:nvSpPr>
        <p:spPr>
          <a:xfrm>
            <a:off x="5596128" y="4270248"/>
            <a:ext cx="1463040" cy="100584"/>
          </a:xfrm>
          <a:prstGeom prst="rect">
            <a:avLst/>
          </a:prstGeom>
          <a:noFill/>
        </p:spPr>
        <p:txBody>
          <a:bodyPr wrap="square" lIns="0" tIns="0" rIns="0" bIns="0">
            <a:spAutoFit/>
          </a:bodyPr>
          <a:lstStyle/>
          <a:p>
            <a:pPr algn="l"/>
            <a:r>
              <a:rPr lang="en-SG" sz="650" b="1">
                <a:solidFill>
                  <a:srgbClr val="274B47"/>
                </a:solidFill>
                <a:latin typeface="Segoe UI"/>
              </a:rPr>
              <a:t>CUSTOM</a:t>
            </a:r>
          </a:p>
        </p:txBody>
      </p:sp>
      <p:sp>
        <p:nvSpPr>
          <p:cNvPr id="97" name="TextBox 96">
            <a:extLst>
              <a:ext uri="{FF2B5EF4-FFF2-40B4-BE49-F238E27FC236}">
                <a16:creationId xmlns:a16="http://schemas.microsoft.com/office/drawing/2014/main" id="{94CACA8B-76CC-D468-AE04-14592E70A140}"/>
              </a:ext>
            </a:extLst>
          </p:cNvPr>
          <p:cNvSpPr txBox="1"/>
          <p:nvPr/>
        </p:nvSpPr>
        <p:spPr>
          <a:xfrm>
            <a:off x="5596128"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Custom Agent</a:t>
            </a:r>
          </a:p>
        </p:txBody>
      </p:sp>
      <p:sp>
        <p:nvSpPr>
          <p:cNvPr id="98" name="TextBox 97">
            <a:extLst>
              <a:ext uri="{FF2B5EF4-FFF2-40B4-BE49-F238E27FC236}">
                <a16:creationId xmlns:a16="http://schemas.microsoft.com/office/drawing/2014/main" id="{71BCFF67-2790-74EF-5C1B-E1B9225757F6}"/>
              </a:ext>
            </a:extLst>
          </p:cNvPr>
          <p:cNvSpPr txBox="1"/>
          <p:nvPr/>
        </p:nvSpPr>
        <p:spPr>
          <a:xfrm>
            <a:off x="5120640" y="4654296"/>
            <a:ext cx="1947672" cy="461665"/>
          </a:xfrm>
          <a:prstGeom prst="rect">
            <a:avLst/>
          </a:prstGeom>
          <a:noFill/>
        </p:spPr>
        <p:txBody>
          <a:bodyPr wrap="square" lIns="0" tIns="0" rIns="0" bIns="0">
            <a:spAutoFit/>
          </a:bodyPr>
          <a:lstStyle/>
          <a:p>
            <a:pPr algn="l"/>
            <a:r>
              <a:rPr lang="en-US" sz="1000" b="0" dirty="0">
                <a:solidFill>
                  <a:srgbClr val="5A5A5A"/>
                </a:solidFill>
              </a:rPr>
              <a:t>Build </a:t>
            </a:r>
            <a:r>
              <a:rPr lang="en-US" sz="1000" b="0">
                <a:solidFill>
                  <a:srgbClr val="5A5A5A"/>
                </a:solidFill>
              </a:rPr>
              <a:t>your own agent </a:t>
            </a:r>
            <a:r>
              <a:rPr lang="en-US" sz="1000" b="0" dirty="0">
                <a:solidFill>
                  <a:srgbClr val="5A5A5A"/>
                </a:solidFill>
              </a:rPr>
              <a:t>on org knowledge, instructions and capabilities.</a:t>
            </a:r>
          </a:p>
        </p:txBody>
      </p:sp>
      <p:pic>
        <p:nvPicPr>
          <p:cNvPr id="99" name="Picture 98">
            <a:extLst>
              <a:ext uri="{FF2B5EF4-FFF2-40B4-BE49-F238E27FC236}">
                <a16:creationId xmlns:a16="http://schemas.microsoft.com/office/drawing/2014/main" id="{CF26C969-825C-D59B-237A-645B1983E279}"/>
              </a:ext>
            </a:extLst>
          </p:cNvPr>
          <p:cNvPicPr>
            <a:picLocks noChangeAspect="1"/>
          </p:cNvPicPr>
          <p:nvPr/>
        </p:nvPicPr>
        <p:blipFill>
          <a:blip r:embed="rId3"/>
          <a:stretch>
            <a:fillRect/>
          </a:stretch>
        </p:blipFill>
        <p:spPr>
          <a:xfrm>
            <a:off x="548640" y="1517904"/>
            <a:ext cx="274320" cy="274320"/>
          </a:xfrm>
          <a:prstGeom prst="rect">
            <a:avLst/>
          </a:prstGeom>
        </p:spPr>
      </p:pic>
      <p:pic>
        <p:nvPicPr>
          <p:cNvPr id="100" name="Picture 99">
            <a:extLst>
              <a:ext uri="{FF2B5EF4-FFF2-40B4-BE49-F238E27FC236}">
                <a16:creationId xmlns:a16="http://schemas.microsoft.com/office/drawing/2014/main" id="{DA68188E-8A58-B374-1247-AC4EBF9849D0}"/>
              </a:ext>
            </a:extLst>
          </p:cNvPr>
          <p:cNvPicPr>
            <a:picLocks noChangeAspect="1"/>
          </p:cNvPicPr>
          <p:nvPr/>
        </p:nvPicPr>
        <p:blipFill>
          <a:blip r:embed="rId4"/>
          <a:stretch>
            <a:fillRect/>
          </a:stretch>
        </p:blipFill>
        <p:spPr>
          <a:xfrm>
            <a:off x="2862072" y="1508759"/>
            <a:ext cx="274320" cy="274320"/>
          </a:xfrm>
          <a:prstGeom prst="rect">
            <a:avLst/>
          </a:prstGeom>
        </p:spPr>
      </p:pic>
      <p:pic>
        <p:nvPicPr>
          <p:cNvPr id="101" name="Graphic 100" descr="Excel">
            <a:extLst>
              <a:ext uri="{FF2B5EF4-FFF2-40B4-BE49-F238E27FC236}">
                <a16:creationId xmlns:a16="http://schemas.microsoft.com/office/drawing/2014/main" id="{72F8F2B4-DDF7-EAAC-BAB9-EBC2A7E79F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75504" y="1508759"/>
            <a:ext cx="274320" cy="274320"/>
          </a:xfrm>
          <a:prstGeom prst="rect">
            <a:avLst/>
          </a:prstGeom>
        </p:spPr>
      </p:pic>
      <p:pic>
        <p:nvPicPr>
          <p:cNvPr id="102" name="Graphic 101" descr="Word">
            <a:extLst>
              <a:ext uri="{FF2B5EF4-FFF2-40B4-BE49-F238E27FC236}">
                <a16:creationId xmlns:a16="http://schemas.microsoft.com/office/drawing/2014/main" id="{884A473E-AEDB-2EFF-F8DD-BC463AD4477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2368" y="1508759"/>
            <a:ext cx="274320" cy="274320"/>
          </a:xfrm>
          <a:prstGeom prst="rect">
            <a:avLst/>
          </a:prstGeom>
        </p:spPr>
      </p:pic>
      <p:pic>
        <p:nvPicPr>
          <p:cNvPr id="103" name="Graphic 102" descr="PowerPoint">
            <a:extLst>
              <a:ext uri="{FF2B5EF4-FFF2-40B4-BE49-F238E27FC236}">
                <a16:creationId xmlns:a16="http://schemas.microsoft.com/office/drawing/2014/main" id="{A62BC942-FBD0-3429-E026-010E2B8AA0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88936" y="1508759"/>
            <a:ext cx="274320" cy="274320"/>
          </a:xfrm>
          <a:prstGeom prst="rect">
            <a:avLst/>
          </a:prstGeom>
        </p:spPr>
      </p:pic>
      <p:pic>
        <p:nvPicPr>
          <p:cNvPr id="104" name="Picture 103">
            <a:extLst>
              <a:ext uri="{FF2B5EF4-FFF2-40B4-BE49-F238E27FC236}">
                <a16:creationId xmlns:a16="http://schemas.microsoft.com/office/drawing/2014/main" id="{5245A212-0F78-E036-1EA2-3E7B2975C7AF}"/>
              </a:ext>
            </a:extLst>
          </p:cNvPr>
          <p:cNvPicPr>
            <a:picLocks noChangeAspect="1"/>
          </p:cNvPicPr>
          <p:nvPr/>
        </p:nvPicPr>
        <p:blipFill>
          <a:blip r:embed="rId8"/>
          <a:stretch>
            <a:fillRect/>
          </a:stretch>
        </p:blipFill>
        <p:spPr>
          <a:xfrm>
            <a:off x="5175504" y="2880360"/>
            <a:ext cx="274320" cy="274320"/>
          </a:xfrm>
          <a:prstGeom prst="rect">
            <a:avLst/>
          </a:prstGeom>
        </p:spPr>
      </p:pic>
      <p:pic>
        <p:nvPicPr>
          <p:cNvPr id="106" name="Picture 105">
            <a:extLst>
              <a:ext uri="{FF2B5EF4-FFF2-40B4-BE49-F238E27FC236}">
                <a16:creationId xmlns:a16="http://schemas.microsoft.com/office/drawing/2014/main" id="{5DAC8AD4-A4BA-2495-21D1-F50C4DAA9A25}"/>
              </a:ext>
            </a:extLst>
          </p:cNvPr>
          <p:cNvPicPr>
            <a:picLocks noChangeAspect="1"/>
          </p:cNvPicPr>
          <p:nvPr/>
        </p:nvPicPr>
        <p:blipFill>
          <a:blip r:embed="rId9"/>
          <a:stretch>
            <a:fillRect/>
          </a:stretch>
        </p:blipFill>
        <p:spPr>
          <a:xfrm>
            <a:off x="548640" y="2880360"/>
            <a:ext cx="274320" cy="274320"/>
          </a:xfrm>
          <a:prstGeom prst="rect">
            <a:avLst/>
          </a:prstGeom>
        </p:spPr>
      </p:pic>
      <p:pic>
        <p:nvPicPr>
          <p:cNvPr id="108" name="Picture 107">
            <a:extLst>
              <a:ext uri="{FF2B5EF4-FFF2-40B4-BE49-F238E27FC236}">
                <a16:creationId xmlns:a16="http://schemas.microsoft.com/office/drawing/2014/main" id="{0EBC0BB2-4667-3473-4580-13318860BE77}"/>
              </a:ext>
            </a:extLst>
          </p:cNvPr>
          <p:cNvPicPr>
            <a:picLocks noChangeAspect="1"/>
          </p:cNvPicPr>
          <p:nvPr/>
        </p:nvPicPr>
        <p:blipFill>
          <a:blip r:embed="rId10"/>
          <a:stretch>
            <a:fillRect/>
          </a:stretch>
        </p:blipFill>
        <p:spPr>
          <a:xfrm>
            <a:off x="2862072" y="2880360"/>
            <a:ext cx="274320" cy="274320"/>
          </a:xfrm>
          <a:prstGeom prst="rect">
            <a:avLst/>
          </a:prstGeom>
        </p:spPr>
      </p:pic>
      <p:sp>
        <p:nvSpPr>
          <p:cNvPr id="119" name="Parallelogram 7 copy">
            <a:extLst>
              <a:ext uri="{FF2B5EF4-FFF2-40B4-BE49-F238E27FC236}">
                <a16:creationId xmlns:a16="http://schemas.microsoft.com/office/drawing/2014/main" id="{E250DE2A-0893-027E-8646-EC80695FCAD8}"/>
              </a:ext>
            </a:extLst>
          </p:cNvPr>
          <p:cNvSpPr/>
          <p:nvPr/>
        </p:nvSpPr>
        <p:spPr>
          <a:xfrm>
            <a:off x="7306056"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20" name="Parallelogram 8 copy">
            <a:extLst>
              <a:ext uri="{FF2B5EF4-FFF2-40B4-BE49-F238E27FC236}">
                <a16:creationId xmlns:a16="http://schemas.microsoft.com/office/drawing/2014/main" id="{C43E3D79-0720-77AF-C2E0-DF3D6E3F3593}"/>
              </a:ext>
            </a:extLst>
          </p:cNvPr>
          <p:cNvSpPr/>
          <p:nvPr/>
        </p:nvSpPr>
        <p:spPr>
          <a:xfrm>
            <a:off x="7434072"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1 copy">
            <a:extLst>
              <a:ext uri="{FF2B5EF4-FFF2-40B4-BE49-F238E27FC236}">
                <a16:creationId xmlns:a16="http://schemas.microsoft.com/office/drawing/2014/main" id="{7F524D18-8D9A-7EEA-5B6A-34BED3FACD15}"/>
              </a:ext>
            </a:extLst>
          </p:cNvPr>
          <p:cNvSpPr txBox="1"/>
          <p:nvPr/>
        </p:nvSpPr>
        <p:spPr>
          <a:xfrm>
            <a:off x="7909560" y="4270248"/>
            <a:ext cx="1463040" cy="100584"/>
          </a:xfrm>
          <a:prstGeom prst="rect">
            <a:avLst/>
          </a:prstGeom>
          <a:noFill/>
        </p:spPr>
        <p:txBody>
          <a:bodyPr wrap="square" lIns="0" tIns="0" rIns="0" bIns="0">
            <a:spAutoFit/>
          </a:bodyPr>
          <a:lstStyle/>
          <a:p>
            <a:pPr algn="l"/>
            <a:r>
              <a:rPr lang="en-SG" sz="650" b="1">
                <a:solidFill>
                  <a:srgbClr val="0078D4"/>
                </a:solidFill>
                <a:latin typeface="Segoe UI"/>
              </a:rPr>
              <a:t>PRODUCTIVITY</a:t>
            </a:r>
          </a:p>
        </p:txBody>
      </p:sp>
      <p:sp>
        <p:nvSpPr>
          <p:cNvPr id="123" name="TextBox 12 copy">
            <a:extLst>
              <a:ext uri="{FF2B5EF4-FFF2-40B4-BE49-F238E27FC236}">
                <a16:creationId xmlns:a16="http://schemas.microsoft.com/office/drawing/2014/main" id="{6CABC31F-E040-E953-E79A-6A0F824CFAAC}"/>
              </a:ext>
            </a:extLst>
          </p:cNvPr>
          <p:cNvSpPr txBox="1"/>
          <p:nvPr/>
        </p:nvSpPr>
        <p:spPr>
          <a:xfrm>
            <a:off x="7909560"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Plan my Day</a:t>
            </a:r>
          </a:p>
        </p:txBody>
      </p:sp>
      <p:sp>
        <p:nvSpPr>
          <p:cNvPr id="124" name="TextBox 13 copy">
            <a:extLst>
              <a:ext uri="{FF2B5EF4-FFF2-40B4-BE49-F238E27FC236}">
                <a16:creationId xmlns:a16="http://schemas.microsoft.com/office/drawing/2014/main" id="{6F571AD2-A6A4-D22F-F2EA-F3567E627F78}"/>
              </a:ext>
            </a:extLst>
          </p:cNvPr>
          <p:cNvSpPr txBox="1"/>
          <p:nvPr/>
        </p:nvSpPr>
        <p:spPr>
          <a:xfrm>
            <a:off x="7434072" y="4654296"/>
            <a:ext cx="1947672" cy="461665"/>
          </a:xfrm>
          <a:prstGeom prst="rect">
            <a:avLst/>
          </a:prstGeom>
          <a:noFill/>
        </p:spPr>
        <p:txBody>
          <a:bodyPr wrap="square" lIns="0" tIns="0" rIns="0" bIns="0">
            <a:spAutoFit/>
          </a:bodyPr>
          <a:lstStyle/>
          <a:p>
            <a:r>
              <a:rPr lang="en-US" sz="1000" b="0" dirty="0">
                <a:solidFill>
                  <a:srgbClr val="5A5A5A"/>
                </a:solidFill>
              </a:rPr>
              <a:t>Compiles a morning briefing from Microsoft 365, balancing priorities and wellbeing.</a:t>
            </a:r>
          </a:p>
        </p:txBody>
      </p:sp>
      <p:sp>
        <p:nvSpPr>
          <p:cNvPr id="125" name="Parallelogram 7 copy">
            <a:extLst>
              <a:ext uri="{FF2B5EF4-FFF2-40B4-BE49-F238E27FC236}">
                <a16:creationId xmlns:a16="http://schemas.microsoft.com/office/drawing/2014/main" id="{9AA7411F-9BC1-4D8B-AA39-EC8FFBA7B51D}"/>
              </a:ext>
            </a:extLst>
          </p:cNvPr>
          <p:cNvSpPr/>
          <p:nvPr/>
        </p:nvSpPr>
        <p:spPr>
          <a:xfrm>
            <a:off x="9619488"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26" name="Parallelogram 8 copy">
            <a:extLst>
              <a:ext uri="{FF2B5EF4-FFF2-40B4-BE49-F238E27FC236}">
                <a16:creationId xmlns:a16="http://schemas.microsoft.com/office/drawing/2014/main" id="{40EE5446-1274-6F08-4B5C-B19213B5B505}"/>
              </a:ext>
            </a:extLst>
          </p:cNvPr>
          <p:cNvSpPr/>
          <p:nvPr/>
        </p:nvSpPr>
        <p:spPr>
          <a:xfrm>
            <a:off x="9747504"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1 copy">
            <a:extLst>
              <a:ext uri="{FF2B5EF4-FFF2-40B4-BE49-F238E27FC236}">
                <a16:creationId xmlns:a16="http://schemas.microsoft.com/office/drawing/2014/main" id="{173C8135-C06C-5E46-7DE1-C3A29B84BDEA}"/>
              </a:ext>
            </a:extLst>
          </p:cNvPr>
          <p:cNvSpPr txBox="1"/>
          <p:nvPr/>
        </p:nvSpPr>
        <p:spPr>
          <a:xfrm>
            <a:off x="10222992" y="42702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LEARNING</a:t>
            </a:r>
          </a:p>
        </p:txBody>
      </p:sp>
      <p:sp>
        <p:nvSpPr>
          <p:cNvPr id="129" name="TextBox 12 copy">
            <a:extLst>
              <a:ext uri="{FF2B5EF4-FFF2-40B4-BE49-F238E27FC236}">
                <a16:creationId xmlns:a16="http://schemas.microsoft.com/office/drawing/2014/main" id="{F9EF99C4-1E7D-D73E-2300-AE04B4D86BCF}"/>
              </a:ext>
            </a:extLst>
          </p:cNvPr>
          <p:cNvSpPr txBox="1"/>
          <p:nvPr/>
        </p:nvSpPr>
        <p:spPr>
          <a:xfrm>
            <a:off x="10222992"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Quiz Tutor</a:t>
            </a:r>
          </a:p>
        </p:txBody>
      </p:sp>
      <p:sp>
        <p:nvSpPr>
          <p:cNvPr id="130" name="TextBox 13 copy">
            <a:extLst>
              <a:ext uri="{FF2B5EF4-FFF2-40B4-BE49-F238E27FC236}">
                <a16:creationId xmlns:a16="http://schemas.microsoft.com/office/drawing/2014/main" id="{D1308791-EB6E-C9F0-CCF0-740FB3774396}"/>
              </a:ext>
            </a:extLst>
          </p:cNvPr>
          <p:cNvSpPr txBox="1"/>
          <p:nvPr/>
        </p:nvSpPr>
        <p:spPr>
          <a:xfrm>
            <a:off x="9747504" y="4654296"/>
            <a:ext cx="1947672" cy="769441"/>
          </a:xfrm>
          <a:prstGeom prst="rect">
            <a:avLst/>
          </a:prstGeom>
          <a:noFill/>
        </p:spPr>
        <p:txBody>
          <a:bodyPr wrap="square" lIns="0" tIns="0" rIns="0" bIns="0">
            <a:spAutoFit/>
          </a:bodyPr>
          <a:lstStyle/>
          <a:p>
            <a:r>
              <a:rPr lang="en-SG" sz="1000" b="0" dirty="0">
                <a:solidFill>
                  <a:srgbClr val="5A5A5A"/>
                </a:solidFill>
              </a:rPr>
              <a:t>Creates interactive quizzes from your training docs and coaches you on every answer.</a:t>
            </a:r>
          </a:p>
          <a:p>
            <a:br>
              <a:rPr lang="en-SG" sz="1000" dirty="0"/>
            </a:br>
            <a:endParaRPr lang="en-US" sz="1000" b="0" dirty="0">
              <a:solidFill>
                <a:srgbClr val="5A5A5A"/>
              </a:solidFill>
            </a:endParaRPr>
          </a:p>
        </p:txBody>
      </p:sp>
      <p:sp>
        <p:nvSpPr>
          <p:cNvPr id="131" name="Parallelogram 7 copy">
            <a:extLst>
              <a:ext uri="{FF2B5EF4-FFF2-40B4-BE49-F238E27FC236}">
                <a16:creationId xmlns:a16="http://schemas.microsoft.com/office/drawing/2014/main" id="{6BA5CCE5-D91B-750F-555A-54AA5C04E502}"/>
              </a:ext>
            </a:extLst>
          </p:cNvPr>
          <p:cNvSpPr/>
          <p:nvPr/>
        </p:nvSpPr>
        <p:spPr>
          <a:xfrm>
            <a:off x="365760"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2" name="Parallelogram 8 copy">
            <a:extLst>
              <a:ext uri="{FF2B5EF4-FFF2-40B4-BE49-F238E27FC236}">
                <a16:creationId xmlns:a16="http://schemas.microsoft.com/office/drawing/2014/main" id="{EC49DFAD-26F1-8A1F-12E4-9A9BC499FCB5}"/>
              </a:ext>
            </a:extLst>
          </p:cNvPr>
          <p:cNvSpPr/>
          <p:nvPr/>
        </p:nvSpPr>
        <p:spPr>
          <a:xfrm>
            <a:off x="493776"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1 copy">
            <a:extLst>
              <a:ext uri="{FF2B5EF4-FFF2-40B4-BE49-F238E27FC236}">
                <a16:creationId xmlns:a16="http://schemas.microsoft.com/office/drawing/2014/main" id="{1A355E71-5969-C7C9-1CE8-C8E27522B75A}"/>
              </a:ext>
            </a:extLst>
          </p:cNvPr>
          <p:cNvSpPr txBox="1"/>
          <p:nvPr/>
        </p:nvSpPr>
        <p:spPr>
          <a:xfrm>
            <a:off x="969264"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COMMUNICATIONS</a:t>
            </a:r>
          </a:p>
        </p:txBody>
      </p:sp>
      <p:sp>
        <p:nvSpPr>
          <p:cNvPr id="135" name="TextBox 12 copy">
            <a:extLst>
              <a:ext uri="{FF2B5EF4-FFF2-40B4-BE49-F238E27FC236}">
                <a16:creationId xmlns:a16="http://schemas.microsoft.com/office/drawing/2014/main" id="{8F19877A-D237-0AAB-7BFD-80B1DD5C11A3}"/>
              </a:ext>
            </a:extLst>
          </p:cNvPr>
          <p:cNvSpPr txBox="1"/>
          <p:nvPr/>
        </p:nvSpPr>
        <p:spPr>
          <a:xfrm>
            <a:off x="969264"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Executive Briefings</a:t>
            </a:r>
          </a:p>
        </p:txBody>
      </p:sp>
      <p:sp>
        <p:nvSpPr>
          <p:cNvPr id="136" name="TextBox 13 copy">
            <a:extLst>
              <a:ext uri="{FF2B5EF4-FFF2-40B4-BE49-F238E27FC236}">
                <a16:creationId xmlns:a16="http://schemas.microsoft.com/office/drawing/2014/main" id="{1B5C864B-5ACE-3DF3-EDB0-DD11B117A04A}"/>
              </a:ext>
            </a:extLst>
          </p:cNvPr>
          <p:cNvSpPr txBox="1"/>
          <p:nvPr/>
        </p:nvSpPr>
        <p:spPr>
          <a:xfrm>
            <a:off x="493776" y="6025896"/>
            <a:ext cx="1947672" cy="461665"/>
          </a:xfrm>
          <a:prstGeom prst="rect">
            <a:avLst/>
          </a:prstGeom>
          <a:noFill/>
        </p:spPr>
        <p:txBody>
          <a:bodyPr wrap="square" lIns="0" tIns="0" rIns="0" bIns="0">
            <a:spAutoFit/>
          </a:bodyPr>
          <a:lstStyle/>
          <a:p>
            <a:r>
              <a:rPr lang="en-US" sz="1000" b="0">
                <a:solidFill>
                  <a:srgbClr val="5A5A5A"/>
                </a:solidFill>
              </a:rPr>
              <a:t>Builds brand-aligned briefing packs and post-meeting summaries from M365 content.</a:t>
            </a:r>
            <a:endParaRPr lang="en-US" sz="1000" b="0" dirty="0">
              <a:solidFill>
                <a:srgbClr val="5A5A5A"/>
              </a:solidFill>
            </a:endParaRPr>
          </a:p>
        </p:txBody>
      </p:sp>
      <p:sp>
        <p:nvSpPr>
          <p:cNvPr id="137" name="Parallelogram 7 copy">
            <a:extLst>
              <a:ext uri="{FF2B5EF4-FFF2-40B4-BE49-F238E27FC236}">
                <a16:creationId xmlns:a16="http://schemas.microsoft.com/office/drawing/2014/main" id="{D05EF4D6-BA08-AD8F-369A-0B26CCE976A0}"/>
              </a:ext>
            </a:extLst>
          </p:cNvPr>
          <p:cNvSpPr/>
          <p:nvPr/>
        </p:nvSpPr>
        <p:spPr>
          <a:xfrm>
            <a:off x="2679191"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8" name="Parallelogram 8 copy">
            <a:extLst>
              <a:ext uri="{FF2B5EF4-FFF2-40B4-BE49-F238E27FC236}">
                <a16:creationId xmlns:a16="http://schemas.microsoft.com/office/drawing/2014/main" id="{062C4EEA-49B9-FD2D-8C85-A86F20C635CF}"/>
              </a:ext>
            </a:extLst>
          </p:cNvPr>
          <p:cNvSpPr/>
          <p:nvPr/>
        </p:nvSpPr>
        <p:spPr>
          <a:xfrm>
            <a:off x="2807208"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1 copy">
            <a:extLst>
              <a:ext uri="{FF2B5EF4-FFF2-40B4-BE49-F238E27FC236}">
                <a16:creationId xmlns:a16="http://schemas.microsoft.com/office/drawing/2014/main" id="{9322EFA3-8331-D5DC-FD84-FBA68BE19F99}"/>
              </a:ext>
            </a:extLst>
          </p:cNvPr>
          <p:cNvSpPr txBox="1"/>
          <p:nvPr/>
        </p:nvSpPr>
        <p:spPr>
          <a:xfrm>
            <a:off x="3282695"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KNOWLEDGE</a:t>
            </a:r>
          </a:p>
        </p:txBody>
      </p:sp>
      <p:sp>
        <p:nvSpPr>
          <p:cNvPr id="141" name="TextBox 12 copy">
            <a:extLst>
              <a:ext uri="{FF2B5EF4-FFF2-40B4-BE49-F238E27FC236}">
                <a16:creationId xmlns:a16="http://schemas.microsoft.com/office/drawing/2014/main" id="{8F816707-3B1C-FFF9-5CEF-4C7412ED7874}"/>
              </a:ext>
            </a:extLst>
          </p:cNvPr>
          <p:cNvSpPr txBox="1"/>
          <p:nvPr/>
        </p:nvSpPr>
        <p:spPr>
          <a:xfrm>
            <a:off x="3282695"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Personal News</a:t>
            </a:r>
          </a:p>
        </p:txBody>
      </p:sp>
      <p:sp>
        <p:nvSpPr>
          <p:cNvPr id="142" name="TextBox 13 copy">
            <a:extLst>
              <a:ext uri="{FF2B5EF4-FFF2-40B4-BE49-F238E27FC236}">
                <a16:creationId xmlns:a16="http://schemas.microsoft.com/office/drawing/2014/main" id="{880D9DB5-E6D5-01C2-6A86-C8EF99144C12}"/>
              </a:ext>
            </a:extLst>
          </p:cNvPr>
          <p:cNvSpPr txBox="1"/>
          <p:nvPr/>
        </p:nvSpPr>
        <p:spPr>
          <a:xfrm>
            <a:off x="2807207" y="6025896"/>
            <a:ext cx="1947672" cy="461665"/>
          </a:xfrm>
          <a:prstGeom prst="rect">
            <a:avLst/>
          </a:prstGeom>
          <a:noFill/>
        </p:spPr>
        <p:txBody>
          <a:bodyPr wrap="square" lIns="0" tIns="0" rIns="0" bIns="0">
            <a:spAutoFit/>
          </a:bodyPr>
          <a:lstStyle/>
          <a:p>
            <a:pPr algn="l"/>
            <a:r>
              <a:rPr lang="en-US" sz="1000" b="0" dirty="0">
                <a:solidFill>
                  <a:srgbClr val="5A5A5A"/>
                </a:solidFill>
              </a:rPr>
              <a:t>30-second org news briefing, tagged by priority and personalized to you.</a:t>
            </a:r>
          </a:p>
        </p:txBody>
      </p:sp>
      <p:sp>
        <p:nvSpPr>
          <p:cNvPr id="143" name="Parallelogram 7 copy">
            <a:extLst>
              <a:ext uri="{FF2B5EF4-FFF2-40B4-BE49-F238E27FC236}">
                <a16:creationId xmlns:a16="http://schemas.microsoft.com/office/drawing/2014/main" id="{CDC509DF-004F-9CFA-A596-7105EDD18F04}"/>
              </a:ext>
            </a:extLst>
          </p:cNvPr>
          <p:cNvSpPr/>
          <p:nvPr/>
        </p:nvSpPr>
        <p:spPr>
          <a:xfrm>
            <a:off x="4992624"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44" name="Parallelogram 8 copy">
            <a:extLst>
              <a:ext uri="{FF2B5EF4-FFF2-40B4-BE49-F238E27FC236}">
                <a16:creationId xmlns:a16="http://schemas.microsoft.com/office/drawing/2014/main" id="{B5C8F030-9775-9192-337A-1FFD30AF74C2}"/>
              </a:ext>
            </a:extLst>
          </p:cNvPr>
          <p:cNvSpPr/>
          <p:nvPr/>
        </p:nvSpPr>
        <p:spPr>
          <a:xfrm>
            <a:off x="5120640"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1 copy">
            <a:extLst>
              <a:ext uri="{FF2B5EF4-FFF2-40B4-BE49-F238E27FC236}">
                <a16:creationId xmlns:a16="http://schemas.microsoft.com/office/drawing/2014/main" id="{94011660-FA73-E00A-6759-8093066D010D}"/>
              </a:ext>
            </a:extLst>
          </p:cNvPr>
          <p:cNvSpPr txBox="1"/>
          <p:nvPr/>
        </p:nvSpPr>
        <p:spPr>
          <a:xfrm>
            <a:off x="5596128"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COMMUNICATIONS</a:t>
            </a:r>
          </a:p>
        </p:txBody>
      </p:sp>
      <p:sp>
        <p:nvSpPr>
          <p:cNvPr id="147" name="TextBox 12 copy">
            <a:extLst>
              <a:ext uri="{FF2B5EF4-FFF2-40B4-BE49-F238E27FC236}">
                <a16:creationId xmlns:a16="http://schemas.microsoft.com/office/drawing/2014/main" id="{919C10FB-746C-CFBB-3BE9-00DA9D99A2FE}"/>
              </a:ext>
            </a:extLst>
          </p:cNvPr>
          <p:cNvSpPr txBox="1"/>
          <p:nvPr/>
        </p:nvSpPr>
        <p:spPr>
          <a:xfrm>
            <a:off x="5596128"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Corporate Comms </a:t>
            </a:r>
          </a:p>
        </p:txBody>
      </p:sp>
      <p:sp>
        <p:nvSpPr>
          <p:cNvPr id="148" name="TextBox 13 copy">
            <a:extLst>
              <a:ext uri="{FF2B5EF4-FFF2-40B4-BE49-F238E27FC236}">
                <a16:creationId xmlns:a16="http://schemas.microsoft.com/office/drawing/2014/main" id="{1A8E8D0C-E784-4E10-93BD-C9FCD20564FB}"/>
              </a:ext>
            </a:extLst>
          </p:cNvPr>
          <p:cNvSpPr txBox="1"/>
          <p:nvPr/>
        </p:nvSpPr>
        <p:spPr>
          <a:xfrm>
            <a:off x="5120640" y="6025896"/>
            <a:ext cx="1947672" cy="461665"/>
          </a:xfrm>
          <a:prstGeom prst="rect">
            <a:avLst/>
          </a:prstGeom>
          <a:noFill/>
        </p:spPr>
        <p:txBody>
          <a:bodyPr wrap="square" lIns="0" tIns="0" rIns="0" bIns="0">
            <a:spAutoFit/>
          </a:bodyPr>
          <a:lstStyle/>
          <a:p>
            <a:pPr algn="l"/>
            <a:r>
              <a:rPr lang="en-US" sz="1000" b="0" dirty="0">
                <a:solidFill>
                  <a:srgbClr val="5A5A5A"/>
                </a:solidFill>
              </a:rPr>
              <a:t>Crafts brand-aligned internal and external comms in the company's tone and style.</a:t>
            </a:r>
          </a:p>
        </p:txBody>
      </p:sp>
      <p:sp>
        <p:nvSpPr>
          <p:cNvPr id="149" name="Parallelogram 7 copy">
            <a:extLst>
              <a:ext uri="{FF2B5EF4-FFF2-40B4-BE49-F238E27FC236}">
                <a16:creationId xmlns:a16="http://schemas.microsoft.com/office/drawing/2014/main" id="{905FFC34-E61F-205F-949D-00167BC186D0}"/>
              </a:ext>
            </a:extLst>
          </p:cNvPr>
          <p:cNvSpPr/>
          <p:nvPr/>
        </p:nvSpPr>
        <p:spPr>
          <a:xfrm>
            <a:off x="7306056"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50" name="Parallelogram 8 copy">
            <a:extLst>
              <a:ext uri="{FF2B5EF4-FFF2-40B4-BE49-F238E27FC236}">
                <a16:creationId xmlns:a16="http://schemas.microsoft.com/office/drawing/2014/main" id="{86D8D49F-303D-1685-FA38-9B79D2AA1440}"/>
              </a:ext>
            </a:extLst>
          </p:cNvPr>
          <p:cNvSpPr/>
          <p:nvPr/>
        </p:nvSpPr>
        <p:spPr>
          <a:xfrm>
            <a:off x="7434072"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1 copy">
            <a:extLst>
              <a:ext uri="{FF2B5EF4-FFF2-40B4-BE49-F238E27FC236}">
                <a16:creationId xmlns:a16="http://schemas.microsoft.com/office/drawing/2014/main" id="{DB383CC5-E57E-6111-BE09-A95A0323AC00}"/>
              </a:ext>
            </a:extLst>
          </p:cNvPr>
          <p:cNvSpPr txBox="1"/>
          <p:nvPr/>
        </p:nvSpPr>
        <p:spPr>
          <a:xfrm>
            <a:off x="7909560"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PRODUCTIVITY</a:t>
            </a:r>
          </a:p>
        </p:txBody>
      </p:sp>
      <p:sp>
        <p:nvSpPr>
          <p:cNvPr id="153" name="TextBox 12 copy">
            <a:extLst>
              <a:ext uri="{FF2B5EF4-FFF2-40B4-BE49-F238E27FC236}">
                <a16:creationId xmlns:a16="http://schemas.microsoft.com/office/drawing/2014/main" id="{A8D5C156-9C82-041F-1145-BEC48ED46DA4}"/>
              </a:ext>
            </a:extLst>
          </p:cNvPr>
          <p:cNvSpPr txBox="1"/>
          <p:nvPr/>
        </p:nvSpPr>
        <p:spPr>
          <a:xfrm>
            <a:off x="7909560"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Status Update</a:t>
            </a:r>
          </a:p>
        </p:txBody>
      </p:sp>
      <p:sp>
        <p:nvSpPr>
          <p:cNvPr id="154" name="TextBox 13 copy">
            <a:extLst>
              <a:ext uri="{FF2B5EF4-FFF2-40B4-BE49-F238E27FC236}">
                <a16:creationId xmlns:a16="http://schemas.microsoft.com/office/drawing/2014/main" id="{9D96EBAB-AEC5-0092-550E-F2C6BB2B38EF}"/>
              </a:ext>
            </a:extLst>
          </p:cNvPr>
          <p:cNvSpPr txBox="1"/>
          <p:nvPr/>
        </p:nvSpPr>
        <p:spPr>
          <a:xfrm>
            <a:off x="7434072" y="6025896"/>
            <a:ext cx="1947672" cy="461665"/>
          </a:xfrm>
          <a:prstGeom prst="rect">
            <a:avLst/>
          </a:prstGeom>
          <a:noFill/>
        </p:spPr>
        <p:txBody>
          <a:bodyPr wrap="square" lIns="0" tIns="0" rIns="0" bIns="0">
            <a:spAutoFit/>
          </a:bodyPr>
          <a:lstStyle/>
          <a:p>
            <a:r>
              <a:rPr lang="en-US" sz="1000" b="0" dirty="0">
                <a:solidFill>
                  <a:srgbClr val="5A5A5A"/>
                </a:solidFill>
              </a:rPr>
              <a:t>Turns your M365 activity into clear daily, weekly or quarterly status updates.</a:t>
            </a:r>
          </a:p>
        </p:txBody>
      </p:sp>
      <p:sp>
        <p:nvSpPr>
          <p:cNvPr id="155" name="Parallelogram 7 copy">
            <a:extLst>
              <a:ext uri="{FF2B5EF4-FFF2-40B4-BE49-F238E27FC236}">
                <a16:creationId xmlns:a16="http://schemas.microsoft.com/office/drawing/2014/main" id="{EDF4456D-86D7-F6E6-B9AC-EBFE769000E5}"/>
              </a:ext>
            </a:extLst>
          </p:cNvPr>
          <p:cNvSpPr/>
          <p:nvPr/>
        </p:nvSpPr>
        <p:spPr>
          <a:xfrm>
            <a:off x="9619488"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56" name="Parallelogram 8 copy">
            <a:extLst>
              <a:ext uri="{FF2B5EF4-FFF2-40B4-BE49-F238E27FC236}">
                <a16:creationId xmlns:a16="http://schemas.microsoft.com/office/drawing/2014/main" id="{7E770D12-FB4B-CC52-C175-E035485294CC}"/>
              </a:ext>
            </a:extLst>
          </p:cNvPr>
          <p:cNvSpPr/>
          <p:nvPr/>
        </p:nvSpPr>
        <p:spPr>
          <a:xfrm>
            <a:off x="9747504"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1 copy">
            <a:extLst>
              <a:ext uri="{FF2B5EF4-FFF2-40B4-BE49-F238E27FC236}">
                <a16:creationId xmlns:a16="http://schemas.microsoft.com/office/drawing/2014/main" id="{B65D9397-4DE5-7DA8-8CEC-2BA534E7D9E7}"/>
              </a:ext>
            </a:extLst>
          </p:cNvPr>
          <p:cNvSpPr txBox="1"/>
          <p:nvPr/>
        </p:nvSpPr>
        <p:spPr>
          <a:xfrm>
            <a:off x="10222992" y="56418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PRODUCTIVITY</a:t>
            </a:r>
          </a:p>
        </p:txBody>
      </p:sp>
      <p:sp>
        <p:nvSpPr>
          <p:cNvPr id="159" name="TextBox 12 copy">
            <a:extLst>
              <a:ext uri="{FF2B5EF4-FFF2-40B4-BE49-F238E27FC236}">
                <a16:creationId xmlns:a16="http://schemas.microsoft.com/office/drawing/2014/main" id="{2F3C1199-FF91-06D1-72DE-1E9C18856C92}"/>
              </a:ext>
            </a:extLst>
          </p:cNvPr>
          <p:cNvSpPr txBox="1"/>
          <p:nvPr/>
        </p:nvSpPr>
        <p:spPr>
          <a:xfrm>
            <a:off x="10222992"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Interview Questions</a:t>
            </a:r>
          </a:p>
        </p:txBody>
      </p:sp>
      <p:sp>
        <p:nvSpPr>
          <p:cNvPr id="160" name="TextBox 13 copy">
            <a:extLst>
              <a:ext uri="{FF2B5EF4-FFF2-40B4-BE49-F238E27FC236}">
                <a16:creationId xmlns:a16="http://schemas.microsoft.com/office/drawing/2014/main" id="{9CF86B7E-EC13-B555-FD39-0DF580B6CB5E}"/>
              </a:ext>
            </a:extLst>
          </p:cNvPr>
          <p:cNvSpPr txBox="1"/>
          <p:nvPr/>
        </p:nvSpPr>
        <p:spPr>
          <a:xfrm>
            <a:off x="9747504" y="6025896"/>
            <a:ext cx="1947672" cy="461665"/>
          </a:xfrm>
          <a:prstGeom prst="rect">
            <a:avLst/>
          </a:prstGeom>
          <a:noFill/>
        </p:spPr>
        <p:txBody>
          <a:bodyPr wrap="square" lIns="0" tIns="0" rIns="0" bIns="0">
            <a:spAutoFit/>
          </a:bodyPr>
          <a:lstStyle/>
          <a:p>
            <a:r>
              <a:rPr lang="en-US" sz="1000" b="0" dirty="0">
                <a:solidFill>
                  <a:srgbClr val="5A5A5A"/>
                </a:solidFill>
              </a:rPr>
              <a:t>Generates fair, role-specific interview questions that stay relevant and inclusive.</a:t>
            </a:r>
          </a:p>
        </p:txBody>
      </p:sp>
      <p:pic>
        <p:nvPicPr>
          <p:cNvPr id="111" name="Picture 110">
            <a:extLst>
              <a:ext uri="{FF2B5EF4-FFF2-40B4-BE49-F238E27FC236}">
                <a16:creationId xmlns:a16="http://schemas.microsoft.com/office/drawing/2014/main" id="{F9DDDDC7-E867-255C-0DC0-29B17561F161}"/>
              </a:ext>
            </a:extLst>
          </p:cNvPr>
          <p:cNvPicPr>
            <a:picLocks noChangeAspect="1"/>
          </p:cNvPicPr>
          <p:nvPr/>
        </p:nvPicPr>
        <p:blipFill>
          <a:blip r:embed="rId11"/>
          <a:stretch>
            <a:fillRect/>
          </a:stretch>
        </p:blipFill>
        <p:spPr>
          <a:xfrm>
            <a:off x="7488936" y="4251960"/>
            <a:ext cx="274320" cy="274320"/>
          </a:xfrm>
          <a:prstGeom prst="rect">
            <a:avLst/>
          </a:prstGeom>
        </p:spPr>
      </p:pic>
      <p:pic>
        <p:nvPicPr>
          <p:cNvPr id="118" name="Picture 117">
            <a:extLst>
              <a:ext uri="{FF2B5EF4-FFF2-40B4-BE49-F238E27FC236}">
                <a16:creationId xmlns:a16="http://schemas.microsoft.com/office/drawing/2014/main" id="{98CFDBA8-5DE7-396F-4DB1-CB4E47DE2BF0}"/>
              </a:ext>
            </a:extLst>
          </p:cNvPr>
          <p:cNvPicPr>
            <a:picLocks noChangeAspect="1"/>
          </p:cNvPicPr>
          <p:nvPr/>
        </p:nvPicPr>
        <p:blipFill>
          <a:blip r:embed="rId12"/>
          <a:stretch>
            <a:fillRect/>
          </a:stretch>
        </p:blipFill>
        <p:spPr>
          <a:xfrm>
            <a:off x="9802368" y="4251960"/>
            <a:ext cx="274320" cy="274320"/>
          </a:xfrm>
          <a:prstGeom prst="rect">
            <a:avLst/>
          </a:prstGeom>
        </p:spPr>
      </p:pic>
      <p:pic>
        <p:nvPicPr>
          <p:cNvPr id="17" name="Graphic 16" descr="Agent Builder">
            <a:extLst>
              <a:ext uri="{FF2B5EF4-FFF2-40B4-BE49-F238E27FC236}">
                <a16:creationId xmlns:a16="http://schemas.microsoft.com/office/drawing/2014/main" id="{224CD130-F988-A945-30B5-987A1CDAEB7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175504" y="4251960"/>
            <a:ext cx="274320" cy="274320"/>
          </a:xfrm>
          <a:prstGeom prst="rect">
            <a:avLst/>
          </a:prstGeom>
        </p:spPr>
      </p:pic>
      <p:pic>
        <p:nvPicPr>
          <p:cNvPr id="45" name="Picture 44">
            <a:extLst>
              <a:ext uri="{FF2B5EF4-FFF2-40B4-BE49-F238E27FC236}">
                <a16:creationId xmlns:a16="http://schemas.microsoft.com/office/drawing/2014/main" id="{BAC9379B-FAA0-642B-B7D0-F13E19F87E29}"/>
              </a:ext>
            </a:extLst>
          </p:cNvPr>
          <p:cNvPicPr>
            <a:picLocks noChangeAspect="1"/>
          </p:cNvPicPr>
          <p:nvPr/>
        </p:nvPicPr>
        <p:blipFill>
          <a:blip r:embed="rId14"/>
          <a:stretch>
            <a:fillRect/>
          </a:stretch>
        </p:blipFill>
        <p:spPr>
          <a:xfrm>
            <a:off x="2862072" y="5623560"/>
            <a:ext cx="274320" cy="274320"/>
          </a:xfrm>
          <a:prstGeom prst="rect">
            <a:avLst/>
          </a:prstGeom>
        </p:spPr>
      </p:pic>
      <p:pic>
        <p:nvPicPr>
          <p:cNvPr id="59" name="Picture 58">
            <a:extLst>
              <a:ext uri="{FF2B5EF4-FFF2-40B4-BE49-F238E27FC236}">
                <a16:creationId xmlns:a16="http://schemas.microsoft.com/office/drawing/2014/main" id="{14A959D0-A229-FB1D-03A1-4994D13C944F}"/>
              </a:ext>
            </a:extLst>
          </p:cNvPr>
          <p:cNvPicPr>
            <a:picLocks noChangeAspect="1"/>
          </p:cNvPicPr>
          <p:nvPr/>
        </p:nvPicPr>
        <p:blipFill>
          <a:blip r:embed="rId15"/>
          <a:stretch>
            <a:fillRect/>
          </a:stretch>
        </p:blipFill>
        <p:spPr>
          <a:xfrm>
            <a:off x="5175504" y="5623560"/>
            <a:ext cx="274320" cy="274320"/>
          </a:xfrm>
          <a:prstGeom prst="rect">
            <a:avLst/>
          </a:prstGeom>
        </p:spPr>
      </p:pic>
      <p:pic>
        <p:nvPicPr>
          <p:cNvPr id="105" name="Picture 104">
            <a:extLst>
              <a:ext uri="{FF2B5EF4-FFF2-40B4-BE49-F238E27FC236}">
                <a16:creationId xmlns:a16="http://schemas.microsoft.com/office/drawing/2014/main" id="{4519679F-F9E8-A0BE-B1EF-99B267161C0B}"/>
              </a:ext>
            </a:extLst>
          </p:cNvPr>
          <p:cNvPicPr>
            <a:picLocks noChangeAspect="1"/>
          </p:cNvPicPr>
          <p:nvPr/>
        </p:nvPicPr>
        <p:blipFill>
          <a:blip r:embed="rId16"/>
          <a:stretch>
            <a:fillRect/>
          </a:stretch>
        </p:blipFill>
        <p:spPr>
          <a:xfrm>
            <a:off x="548640" y="5623560"/>
            <a:ext cx="274320" cy="274320"/>
          </a:xfrm>
          <a:prstGeom prst="rect">
            <a:avLst/>
          </a:prstGeom>
        </p:spPr>
      </p:pic>
      <p:pic>
        <p:nvPicPr>
          <p:cNvPr id="109" name="Picture 108">
            <a:extLst>
              <a:ext uri="{FF2B5EF4-FFF2-40B4-BE49-F238E27FC236}">
                <a16:creationId xmlns:a16="http://schemas.microsoft.com/office/drawing/2014/main" id="{53CD14F2-342D-03AE-D2FF-B6854111C2C9}"/>
              </a:ext>
            </a:extLst>
          </p:cNvPr>
          <p:cNvPicPr>
            <a:picLocks noChangeAspect="1"/>
          </p:cNvPicPr>
          <p:nvPr/>
        </p:nvPicPr>
        <p:blipFill>
          <a:blip r:embed="rId17"/>
          <a:stretch>
            <a:fillRect/>
          </a:stretch>
        </p:blipFill>
        <p:spPr>
          <a:xfrm>
            <a:off x="7488936" y="5623560"/>
            <a:ext cx="274320" cy="274320"/>
          </a:xfrm>
          <a:prstGeom prst="rect">
            <a:avLst/>
          </a:prstGeom>
        </p:spPr>
      </p:pic>
      <p:pic>
        <p:nvPicPr>
          <p:cNvPr id="113" name="Picture 112">
            <a:extLst>
              <a:ext uri="{FF2B5EF4-FFF2-40B4-BE49-F238E27FC236}">
                <a16:creationId xmlns:a16="http://schemas.microsoft.com/office/drawing/2014/main" id="{3C0363DA-6821-0A7F-7A74-09B5F2DE9169}"/>
              </a:ext>
            </a:extLst>
          </p:cNvPr>
          <p:cNvPicPr>
            <a:picLocks noChangeAspect="1"/>
          </p:cNvPicPr>
          <p:nvPr/>
        </p:nvPicPr>
        <p:blipFill>
          <a:blip r:embed="rId18"/>
          <a:stretch>
            <a:fillRect/>
          </a:stretch>
        </p:blipFill>
        <p:spPr>
          <a:xfrm>
            <a:off x="548640" y="4251960"/>
            <a:ext cx="274320" cy="274320"/>
          </a:xfrm>
          <a:prstGeom prst="rect">
            <a:avLst/>
          </a:prstGeom>
        </p:spPr>
      </p:pic>
      <p:pic>
        <p:nvPicPr>
          <p:cNvPr id="114" name="Picture 113">
            <a:extLst>
              <a:ext uri="{FF2B5EF4-FFF2-40B4-BE49-F238E27FC236}">
                <a16:creationId xmlns:a16="http://schemas.microsoft.com/office/drawing/2014/main" id="{CF478DED-9E77-5D11-DABA-EA10F622FFA8}"/>
              </a:ext>
            </a:extLst>
          </p:cNvPr>
          <p:cNvPicPr>
            <a:picLocks noChangeAspect="1"/>
          </p:cNvPicPr>
          <p:nvPr/>
        </p:nvPicPr>
        <p:blipFill>
          <a:blip r:embed="rId19"/>
          <a:stretch>
            <a:fillRect/>
          </a:stretch>
        </p:blipFill>
        <p:spPr>
          <a:xfrm>
            <a:off x="2862072" y="4251960"/>
            <a:ext cx="274320" cy="274320"/>
          </a:xfrm>
          <a:prstGeom prst="rect">
            <a:avLst/>
          </a:prstGeom>
        </p:spPr>
      </p:pic>
      <p:pic>
        <p:nvPicPr>
          <p:cNvPr id="115" name="Picture 114">
            <a:extLst>
              <a:ext uri="{FF2B5EF4-FFF2-40B4-BE49-F238E27FC236}">
                <a16:creationId xmlns:a16="http://schemas.microsoft.com/office/drawing/2014/main" id="{64DEEBE8-E417-3DB0-6452-D13645D112C7}"/>
              </a:ext>
            </a:extLst>
          </p:cNvPr>
          <p:cNvPicPr>
            <a:picLocks noChangeAspect="1"/>
          </p:cNvPicPr>
          <p:nvPr/>
        </p:nvPicPr>
        <p:blipFill>
          <a:blip r:embed="rId20"/>
          <a:stretch>
            <a:fillRect/>
          </a:stretch>
        </p:blipFill>
        <p:spPr>
          <a:xfrm>
            <a:off x="7488936" y="2880360"/>
            <a:ext cx="274320" cy="274320"/>
          </a:xfrm>
          <a:prstGeom prst="rect">
            <a:avLst/>
          </a:prstGeom>
        </p:spPr>
      </p:pic>
      <p:pic>
        <p:nvPicPr>
          <p:cNvPr id="116" name="Picture 115">
            <a:extLst>
              <a:ext uri="{FF2B5EF4-FFF2-40B4-BE49-F238E27FC236}">
                <a16:creationId xmlns:a16="http://schemas.microsoft.com/office/drawing/2014/main" id="{08130EEF-BFFF-BFA4-D18E-F129F55BCE8B}"/>
              </a:ext>
            </a:extLst>
          </p:cNvPr>
          <p:cNvPicPr>
            <a:picLocks noChangeAspect="1"/>
          </p:cNvPicPr>
          <p:nvPr/>
        </p:nvPicPr>
        <p:blipFill>
          <a:blip r:embed="rId21"/>
          <a:stretch>
            <a:fillRect/>
          </a:stretch>
        </p:blipFill>
        <p:spPr>
          <a:xfrm>
            <a:off x="9802368" y="2880360"/>
            <a:ext cx="274320" cy="274320"/>
          </a:xfrm>
          <a:prstGeom prst="rect">
            <a:avLst/>
          </a:prstGeom>
        </p:spPr>
      </p:pic>
      <p:pic>
        <p:nvPicPr>
          <p:cNvPr id="117" name="Picture 116">
            <a:extLst>
              <a:ext uri="{FF2B5EF4-FFF2-40B4-BE49-F238E27FC236}">
                <a16:creationId xmlns:a16="http://schemas.microsoft.com/office/drawing/2014/main" id="{FE4EBC59-30FE-203D-203B-551CBB069397}"/>
              </a:ext>
            </a:extLst>
          </p:cNvPr>
          <p:cNvPicPr>
            <a:picLocks noChangeAspect="1"/>
          </p:cNvPicPr>
          <p:nvPr/>
        </p:nvPicPr>
        <p:blipFill>
          <a:blip r:embed="rId22"/>
          <a:stretch>
            <a:fillRect/>
          </a:stretch>
        </p:blipFill>
        <p:spPr>
          <a:xfrm>
            <a:off x="9802368" y="5623560"/>
            <a:ext cx="274320" cy="274320"/>
          </a:xfrm>
          <a:prstGeom prst="rect">
            <a:avLst/>
          </a:prstGeom>
        </p:spPr>
      </p:pic>
    </p:spTree>
    <p:extLst>
      <p:ext uri="{BB962C8B-B14F-4D97-AF65-F5344CB8AC3E}">
        <p14:creationId xmlns:p14="http://schemas.microsoft.com/office/powerpoint/2010/main" val="334131079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CC7A42-6993-8BE0-440A-8D9F64F9A85F}"/>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F6C239EF-9210-1ED8-5168-B1679D3B6835}"/>
                </a:ext>
              </a:extLst>
            </p:cNvPr>
            <p:cNvGrpSpPr>
              <a:grpSpLocks noGrp="1" noUngrp="1" noRot="1" noMove="1" noResize="1"/>
            </p:cNvGrpSpPr>
            <p:nvPr userDrawn="1"/>
          </p:nvGrpSpPr>
          <p:grpSpPr>
            <a:xfrm>
              <a:off x="0" y="0"/>
              <a:ext cx="12192002" cy="6858000"/>
              <a:chOff x="0" y="0"/>
              <a:chExt cx="12192002" cy="6858000"/>
            </a:xfrm>
          </p:grpSpPr>
          <p:grpSp>
            <p:nvGrpSpPr>
              <p:cNvPr id="25" name="Group 24">
                <a:extLst>
                  <a:ext uri="{FF2B5EF4-FFF2-40B4-BE49-F238E27FC236}">
                    <a16:creationId xmlns:a16="http://schemas.microsoft.com/office/drawing/2014/main" id="{B3E912F7-492C-857D-FF94-7A4C8F5DB342}"/>
                  </a:ext>
                </a:extLst>
              </p:cNvPr>
              <p:cNvGrpSpPr>
                <a:grpSpLocks noGrp="1" noUngrp="1" noRot="1" noMove="1" noResize="1"/>
              </p:cNvGrpSpPr>
              <p:nvPr userDrawn="1"/>
            </p:nvGrpSpPr>
            <p:grpSpPr>
              <a:xfrm>
                <a:off x="3689875" y="0"/>
                <a:ext cx="8502127" cy="6858000"/>
                <a:chOff x="6892376" y="0"/>
                <a:chExt cx="5299623" cy="6858000"/>
              </a:xfrm>
            </p:grpSpPr>
            <p:pic>
              <p:nvPicPr>
                <p:cNvPr id="27" name="Picture 26">
                  <a:extLst>
                    <a:ext uri="{FF2B5EF4-FFF2-40B4-BE49-F238E27FC236}">
                      <a16:creationId xmlns:a16="http://schemas.microsoft.com/office/drawing/2014/main" id="{10748909-F2D0-93F0-50F2-263536A50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0B1EF512-8C6B-D6A5-E929-150121CA24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555C2DED-CCD0-1294-2D04-3EDE019CDFD4}"/>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98A46413-753B-4E07-A7DE-E0535D04C8CC}"/>
                </a:ext>
              </a:extLst>
            </p:cNvPr>
            <p:cNvPicPr>
              <a:picLocks noGrp="1" noRot="1" noChangeAspect="1" noMove="1" noResize="1" noEditPoints="1" noAdjustHandles="1" noChangeArrowheads="1" noChangeShapeType="1" noCrop="1"/>
            </p:cNvPicPr>
            <p:nvPr userDrawn="1"/>
          </p:nvPicPr>
          <p:blipFill>
            <a:blip r:embed="rId4"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5FB5CD07-23A7-5B60-181B-E6285E8DF5D1}"/>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485850" y="346226"/>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Example 1 – My use case…</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36602693-0016-829C-C6D4-FCFCCECA9862}"/>
              </a:ext>
              <a:ext uri="{C183D7F6-B498-43B3-948B-1728B52AA6E4}">
                <adec:decorative xmlns:adec="http://schemas.microsoft.com/office/drawing/2017/decorative" val="1"/>
              </a:ext>
            </a:extLst>
          </p:cNvPr>
          <p:cNvSpPr/>
          <p:nvPr/>
        </p:nvSpPr>
        <p:spPr bwMode="auto">
          <a:xfrm>
            <a:off x="490248" y="1042583"/>
            <a:ext cx="7244826" cy="960120"/>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38C2961F-5610-2A3E-A196-740DFA616316}"/>
              </a:ext>
              <a:ext uri="{C183D7F6-B498-43B3-948B-1728B52AA6E4}">
                <adec:decorative xmlns:adec="http://schemas.microsoft.com/office/drawing/2017/decorative" val="1"/>
              </a:ext>
            </a:extLst>
          </p:cNvPr>
          <p:cNvSpPr/>
          <p:nvPr/>
        </p:nvSpPr>
        <p:spPr bwMode="auto">
          <a:xfrm>
            <a:off x="480708" y="2194560"/>
            <a:ext cx="7244825" cy="960120"/>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9A339A2F-74C9-ABDD-8614-4F24EA868DA8}"/>
              </a:ext>
              <a:ext uri="{C183D7F6-B498-43B3-948B-1728B52AA6E4}">
                <adec:decorative xmlns:adec="http://schemas.microsoft.com/office/drawing/2017/decorative" val="1"/>
              </a:ext>
            </a:extLst>
          </p:cNvPr>
          <p:cNvSpPr/>
          <p:nvPr/>
        </p:nvSpPr>
        <p:spPr bwMode="auto">
          <a:xfrm>
            <a:off x="490248" y="3346704"/>
            <a:ext cx="7244826" cy="2231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D91C9849-71D6-4E47-ABDC-9461C158E039}"/>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80533F9D-E859-C53B-4D8F-EC6C56FF6D82}"/>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BB0BFFAE-711E-BF04-F28D-B21A5C84511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3501309B-8A26-58E0-57A8-96321CEF685F}"/>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8B8CC6A8-C205-AA4C-03D9-5C6C48D537EC}"/>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09AB6609-8351-6475-61DE-5207B1A0FF8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F5BB3342-23EB-2B94-BEE9-31585C53220B}"/>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531B5AF2-D233-EB5D-16C5-72E955D314F8}"/>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886BC01-C1AC-1573-F585-42F60DFFAFD7}"/>
              </a:ext>
              <a:ext uri="{C183D7F6-B498-43B3-948B-1728B52AA6E4}">
                <adec:decorative xmlns:adec="http://schemas.microsoft.com/office/drawing/2017/decorative" val="0"/>
              </a:ext>
            </a:extLst>
          </p:cNvPr>
          <p:cNvSpPr/>
          <p:nvPr/>
        </p:nvSpPr>
        <p:spPr bwMode="auto">
          <a:xfrm>
            <a:off x="2104239" y="1228873"/>
            <a:ext cx="5451399" cy="548640"/>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 am a communications officer who is responsible for developing Public awareness campaigns that educate residents on important issues.</a:t>
            </a:r>
          </a:p>
        </p:txBody>
      </p:sp>
      <p:sp>
        <p:nvSpPr>
          <p:cNvPr id="32" name="TextBox 31">
            <a:extLst>
              <a:ext uri="{FF2B5EF4-FFF2-40B4-BE49-F238E27FC236}">
                <a16:creationId xmlns:a16="http://schemas.microsoft.com/office/drawing/2014/main" id="{541A742E-7608-4CFB-E568-21FEFB14F80D}"/>
              </a:ext>
            </a:extLst>
          </p:cNvPr>
          <p:cNvSpPr txBox="1"/>
          <p:nvPr/>
        </p:nvSpPr>
        <p:spPr>
          <a:xfrm>
            <a:off x="609368" y="2742445"/>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E51C13A8-D933-C8A3-148F-AB95742DDC83}"/>
              </a:ext>
              <a:ext uri="{C183D7F6-B498-43B3-948B-1728B52AA6E4}">
                <adec:decorative xmlns:adec="http://schemas.microsoft.com/office/drawing/2017/decorative" val="0"/>
              </a:ext>
            </a:extLst>
          </p:cNvPr>
          <p:cNvSpPr/>
          <p:nvPr/>
        </p:nvSpPr>
        <p:spPr bwMode="auto">
          <a:xfrm>
            <a:off x="2104239" y="2340864"/>
            <a:ext cx="5451399" cy="640080"/>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Develop a public awareness campaign proposal on emerging online scams in Singapore and how citizens can better protect themselves.</a:t>
            </a:r>
          </a:p>
        </p:txBody>
      </p:sp>
      <p:sp>
        <p:nvSpPr>
          <p:cNvPr id="34" name="Freeform 5">
            <a:extLst>
              <a:ext uri="{FF2B5EF4-FFF2-40B4-BE49-F238E27FC236}">
                <a16:creationId xmlns:a16="http://schemas.microsoft.com/office/drawing/2014/main" id="{4F2F0205-EBF9-C0F3-4372-92CCD6327504}"/>
              </a:ext>
              <a:ext uri="{C183D7F6-B498-43B3-948B-1728B52AA6E4}">
                <adec:decorative xmlns:adec="http://schemas.microsoft.com/office/drawing/2017/decorative" val="1"/>
              </a:ext>
            </a:extLst>
          </p:cNvPr>
          <p:cNvSpPr>
            <a:spLocks/>
          </p:cNvSpPr>
          <p:nvPr/>
        </p:nvSpPr>
        <p:spPr bwMode="auto">
          <a:xfrm>
            <a:off x="720651" y="2333872"/>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C98A038-226F-46E6-90E0-DDF8C4A50562}"/>
              </a:ext>
              <a:ext uri="{C183D7F6-B498-43B3-948B-1728B52AA6E4}">
                <adec:decorative xmlns:adec="http://schemas.microsoft.com/office/drawing/2017/decorative" val="1"/>
              </a:ext>
            </a:extLst>
          </p:cNvPr>
          <p:cNvSpPr>
            <a:spLocks/>
          </p:cNvSpPr>
          <p:nvPr/>
        </p:nvSpPr>
        <p:spPr bwMode="auto">
          <a:xfrm>
            <a:off x="791923" y="2697424"/>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650BE89E-12DF-8194-02E7-8B9FE757B3F0}"/>
              </a:ext>
            </a:extLst>
          </p:cNvPr>
          <p:cNvSpPr txBox="1"/>
          <p:nvPr/>
        </p:nvSpPr>
        <p:spPr>
          <a:xfrm>
            <a:off x="594694" y="3867118"/>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0EE967ED-3308-9B7F-4077-81C74C0EA63C}"/>
              </a:ext>
              <a:ext uri="{C183D7F6-B498-43B3-948B-1728B52AA6E4}">
                <adec:decorative xmlns:adec="http://schemas.microsoft.com/office/drawing/2017/decorative" val="0"/>
              </a:ext>
            </a:extLst>
          </p:cNvPr>
          <p:cNvSpPr/>
          <p:nvPr/>
        </p:nvSpPr>
        <p:spPr bwMode="auto">
          <a:xfrm>
            <a:off x="2166265" y="3438143"/>
            <a:ext cx="5451399" cy="1828800"/>
          </a:xfrm>
          <a:prstGeom prst="roundRect">
            <a:avLst>
              <a:gd name="adj" fmla="val 8341"/>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Researcher, to help investigate emerging scam trends in Singapore, to understand the affected demographics, and where awareness needs to be driven.</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100" dirty="0">
                <a:solidFill>
                  <a:srgbClr val="000000"/>
                </a:solidFill>
                <a:latin typeface="Segoe UI" panose="020B0502040204020203" pitchFamily="34" charset="0"/>
              </a:rPr>
              <a:t>Idea Coach, to help me turn the research findings into a compelling campaign concept and to develop creative messaging</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Power</a:t>
            </a:r>
            <a:r>
              <a:rPr lang="en-US" sz="1100" dirty="0">
                <a:solidFill>
                  <a:srgbClr val="000000"/>
                </a:solidFill>
                <a:latin typeface="Segoe UI" panose="020B0502040204020203" pitchFamily="34" charset="0"/>
              </a:rPr>
              <a:t>point Agent, to help me turn the concept and research into a presentation for management approval and review</a:t>
            </a: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grpSp>
        <p:nvGrpSpPr>
          <p:cNvPr id="54" name="Group 53">
            <a:extLst>
              <a:ext uri="{FF2B5EF4-FFF2-40B4-BE49-F238E27FC236}">
                <a16:creationId xmlns:a16="http://schemas.microsoft.com/office/drawing/2014/main" id="{A9C2D799-4A74-F549-7E18-423F4961E4ED}"/>
              </a:ext>
              <a:ext uri="{C183D7F6-B498-43B3-948B-1728B52AA6E4}">
                <adec:decorative xmlns:adec="http://schemas.microsoft.com/office/drawing/2017/decorative" val="1"/>
              </a:ext>
            </a:extLst>
          </p:cNvPr>
          <p:cNvGrpSpPr/>
          <p:nvPr/>
        </p:nvGrpSpPr>
        <p:grpSpPr>
          <a:xfrm>
            <a:off x="693284" y="3447393"/>
            <a:ext cx="355224" cy="356455"/>
            <a:chOff x="769241" y="5197687"/>
            <a:chExt cx="382323" cy="383646"/>
          </a:xfrm>
        </p:grpSpPr>
        <p:sp>
          <p:nvSpPr>
            <p:cNvPr id="41" name="Freeform 5">
              <a:extLst>
                <a:ext uri="{FF2B5EF4-FFF2-40B4-BE49-F238E27FC236}">
                  <a16:creationId xmlns:a16="http://schemas.microsoft.com/office/drawing/2014/main" id="{FFADB674-D367-8F56-C16E-D905074445C7}"/>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BE707FC3-BCA8-1979-2298-13F99C66FEBC}"/>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ACB7B053-5147-A002-F014-CE06F5C7A129}"/>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C4C18207-051F-C89A-E5A1-78A899EFA1A2}"/>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BC532194-3B3C-48D5-DEB3-4064FBCFA46E}"/>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464C6ED1-080D-1370-1320-DF2A7D72AA46}"/>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E46AA9F0-F6C2-F4DF-35E0-9B67D3E10C64}"/>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3660802D-D8CA-E921-FE3C-5B0423AF749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362C227B-662B-870E-A379-B77C0BE0E1C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6BAAE47-DFCB-E619-1450-D8CF8496F7FB}"/>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0F2A087-F5EA-1EF0-0AD6-502A6A6C823B}"/>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I can develop a proposal in 2 working days instead of 5, with no more than 1 round of major revisions following management review.</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D6B4E39A-320B-8E76-4428-0A4CA497A654}"/>
              </a:ext>
            </a:extLst>
          </p:cNvPr>
          <p:cNvSpPr txBox="1"/>
          <p:nvPr/>
        </p:nvSpPr>
        <p:spPr>
          <a:xfrm>
            <a:off x="8141564" y="3363759"/>
            <a:ext cx="3209616"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Agents will provide me in completing this job</a:t>
            </a:r>
          </a:p>
        </p:txBody>
      </p:sp>
      <p:sp>
        <p:nvSpPr>
          <p:cNvPr id="4" name="Rectangle: Rounded Corners 3">
            <a:extLst>
              <a:ext uri="{FF2B5EF4-FFF2-40B4-BE49-F238E27FC236}">
                <a16:creationId xmlns:a16="http://schemas.microsoft.com/office/drawing/2014/main" id="{80027864-93A4-87A6-4FCA-482C63A8DE6B}"/>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Save 3 working days per campaign proposal, reduce rework through higher-quality submissions, and free up time for campaign execution.</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5" name="Rectangle: Rounded Corners 4">
            <a:extLst>
              <a:ext uri="{FF2B5EF4-FFF2-40B4-BE49-F238E27FC236}">
                <a16:creationId xmlns:a16="http://schemas.microsoft.com/office/drawing/2014/main" id="{9A5A31F4-D570-0EC0-AA76-3FFE8F42BD39}"/>
              </a:ext>
              <a:ext uri="{C183D7F6-B498-43B3-948B-1728B52AA6E4}">
                <adec:decorative xmlns:adec="http://schemas.microsoft.com/office/drawing/2017/decorative" val="1"/>
              </a:ext>
            </a:extLst>
          </p:cNvPr>
          <p:cNvSpPr/>
          <p:nvPr/>
        </p:nvSpPr>
        <p:spPr bwMode="auto">
          <a:xfrm>
            <a:off x="490248" y="5814533"/>
            <a:ext cx="11307239" cy="920481"/>
          </a:xfrm>
          <a:prstGeom prst="roundRect">
            <a:avLst>
              <a:gd name="adj" fmla="val 9723"/>
            </a:avLst>
          </a:prstGeom>
          <a:solidFill>
            <a:srgbClr val="230046">
              <a:alpha val="81176"/>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Rounded Corners 5">
            <a:extLst>
              <a:ext uri="{FF2B5EF4-FFF2-40B4-BE49-F238E27FC236}">
                <a16:creationId xmlns:a16="http://schemas.microsoft.com/office/drawing/2014/main" id="{D468F13F-AB41-E045-6818-E4592426CEB7}"/>
              </a:ext>
              <a:ext uri="{C183D7F6-B498-43B3-948B-1728B52AA6E4}">
                <adec:decorative xmlns:adec="http://schemas.microsoft.com/office/drawing/2017/decorative" val="0"/>
              </a:ext>
            </a:extLst>
          </p:cNvPr>
          <p:cNvSpPr/>
          <p:nvPr/>
        </p:nvSpPr>
        <p:spPr bwMode="auto">
          <a:xfrm>
            <a:off x="2166265"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40</a:t>
            </a:r>
          </a:p>
        </p:txBody>
      </p:sp>
      <p:sp>
        <p:nvSpPr>
          <p:cNvPr id="39" name="TextBox 38">
            <a:extLst>
              <a:ext uri="{FF2B5EF4-FFF2-40B4-BE49-F238E27FC236}">
                <a16:creationId xmlns:a16="http://schemas.microsoft.com/office/drawing/2014/main" id="{7072B534-F6A3-748A-EF1E-9908FEA5CB33}"/>
              </a:ext>
            </a:extLst>
          </p:cNvPr>
          <p:cNvSpPr txBox="1"/>
          <p:nvPr/>
        </p:nvSpPr>
        <p:spPr>
          <a:xfrm>
            <a:off x="2094714"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Hours/week Spent</a:t>
            </a:r>
          </a:p>
        </p:txBody>
      </p:sp>
      <p:sp>
        <p:nvSpPr>
          <p:cNvPr id="40" name="Rectangle: Rounded Corners 39">
            <a:extLst>
              <a:ext uri="{FF2B5EF4-FFF2-40B4-BE49-F238E27FC236}">
                <a16:creationId xmlns:a16="http://schemas.microsoft.com/office/drawing/2014/main" id="{7BD639EA-07A0-010F-D6EE-79A7DB83AFFC}"/>
              </a:ext>
              <a:ext uri="{C183D7F6-B498-43B3-948B-1728B52AA6E4}">
                <adec:decorative xmlns:adec="http://schemas.microsoft.com/office/drawing/2017/decorative" val="0"/>
              </a:ext>
            </a:extLst>
          </p:cNvPr>
          <p:cNvSpPr/>
          <p:nvPr/>
        </p:nvSpPr>
        <p:spPr bwMode="auto">
          <a:xfrm>
            <a:off x="4445338" y="6242787"/>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lang="en-US" sz="1100" dirty="0">
                <a:solidFill>
                  <a:srgbClr val="000000"/>
                </a:solidFill>
                <a:latin typeface="Segoe UI"/>
              </a:rPr>
              <a:t>60%</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6" name="TextBox 45">
            <a:extLst>
              <a:ext uri="{FF2B5EF4-FFF2-40B4-BE49-F238E27FC236}">
                <a16:creationId xmlns:a16="http://schemas.microsoft.com/office/drawing/2014/main" id="{CE8F66E0-5BCF-CAAC-3C6E-EEDAE8E4D74F}"/>
              </a:ext>
            </a:extLst>
          </p:cNvPr>
          <p:cNvSpPr txBox="1"/>
          <p:nvPr/>
        </p:nvSpPr>
        <p:spPr>
          <a:xfrm>
            <a:off x="4373786" y="5868113"/>
            <a:ext cx="112271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Efficiency Improvement</a:t>
            </a:r>
          </a:p>
        </p:txBody>
      </p:sp>
      <p:sp>
        <p:nvSpPr>
          <p:cNvPr id="51" name="Rectangle: Rounded Corners 50">
            <a:extLst>
              <a:ext uri="{FF2B5EF4-FFF2-40B4-BE49-F238E27FC236}">
                <a16:creationId xmlns:a16="http://schemas.microsoft.com/office/drawing/2014/main" id="{221D699E-698E-EE97-C575-5F17497638EA}"/>
              </a:ext>
              <a:ext uri="{C183D7F6-B498-43B3-948B-1728B52AA6E4}">
                <adec:decorative xmlns:adec="http://schemas.microsoft.com/office/drawing/2017/decorative" val="0"/>
              </a:ext>
            </a:extLst>
          </p:cNvPr>
          <p:cNvSpPr/>
          <p:nvPr/>
        </p:nvSpPr>
        <p:spPr bwMode="auto">
          <a:xfrm>
            <a:off x="6806924" y="6236355"/>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5</a:t>
            </a:r>
          </a:p>
        </p:txBody>
      </p:sp>
      <p:sp>
        <p:nvSpPr>
          <p:cNvPr id="58" name="TextBox 57">
            <a:extLst>
              <a:ext uri="{FF2B5EF4-FFF2-40B4-BE49-F238E27FC236}">
                <a16:creationId xmlns:a16="http://schemas.microsoft.com/office/drawing/2014/main" id="{2EE237AB-B205-EA2B-2597-834A95A92F27}"/>
              </a:ext>
            </a:extLst>
          </p:cNvPr>
          <p:cNvSpPr txBox="1"/>
          <p:nvPr/>
        </p:nvSpPr>
        <p:spPr>
          <a:xfrm>
            <a:off x="6733810" y="5891532"/>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 Unique Workers</a:t>
            </a:r>
          </a:p>
        </p:txBody>
      </p:sp>
      <p:sp>
        <p:nvSpPr>
          <p:cNvPr id="59" name="Rectangle: Rounded Corners 58">
            <a:extLst>
              <a:ext uri="{FF2B5EF4-FFF2-40B4-BE49-F238E27FC236}">
                <a16:creationId xmlns:a16="http://schemas.microsoft.com/office/drawing/2014/main" id="{A7016523-2C2A-86C1-2877-1E852355B9DE}"/>
              </a:ext>
              <a:ext uri="{C183D7F6-B498-43B3-948B-1728B52AA6E4}">
                <adec:decorative xmlns:adec="http://schemas.microsoft.com/office/drawing/2017/decorative" val="0"/>
              </a:ext>
            </a:extLst>
          </p:cNvPr>
          <p:cNvSpPr/>
          <p:nvPr/>
        </p:nvSpPr>
        <p:spPr bwMode="auto">
          <a:xfrm>
            <a:off x="9558308"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120</a:t>
            </a:r>
          </a:p>
        </p:txBody>
      </p:sp>
      <p:sp>
        <p:nvSpPr>
          <p:cNvPr id="60" name="TextBox 59">
            <a:extLst>
              <a:ext uri="{FF2B5EF4-FFF2-40B4-BE49-F238E27FC236}">
                <a16:creationId xmlns:a16="http://schemas.microsoft.com/office/drawing/2014/main" id="{D810493F-BF7D-6312-5578-B17FC54610ED}"/>
              </a:ext>
            </a:extLst>
          </p:cNvPr>
          <p:cNvSpPr txBox="1"/>
          <p:nvPr/>
        </p:nvSpPr>
        <p:spPr>
          <a:xfrm>
            <a:off x="9486757"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Value Calculated</a:t>
            </a:r>
          </a:p>
        </p:txBody>
      </p:sp>
      <p:pic>
        <p:nvPicPr>
          <p:cNvPr id="63" name="Graphic 62" descr="Close with solid fill">
            <a:extLst>
              <a:ext uri="{FF2B5EF4-FFF2-40B4-BE49-F238E27FC236}">
                <a16:creationId xmlns:a16="http://schemas.microsoft.com/office/drawing/2014/main" id="{3B51C2A4-5761-6167-D42A-CF3CCF56858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53232" y="6273753"/>
            <a:ext cx="277209" cy="277209"/>
          </a:xfrm>
          <a:prstGeom prst="rect">
            <a:avLst/>
          </a:prstGeom>
        </p:spPr>
      </p:pic>
      <p:pic>
        <p:nvPicPr>
          <p:cNvPr id="64" name="Graphic 63" descr="Close with solid fill">
            <a:extLst>
              <a:ext uri="{FF2B5EF4-FFF2-40B4-BE49-F238E27FC236}">
                <a16:creationId xmlns:a16="http://schemas.microsoft.com/office/drawing/2014/main" id="{D45A7C69-32DC-2879-8E5E-3B622193AC2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25738" y="6273753"/>
            <a:ext cx="277209" cy="277209"/>
          </a:xfrm>
          <a:prstGeom prst="rect">
            <a:avLst/>
          </a:prstGeom>
        </p:spPr>
      </p:pic>
      <p:pic>
        <p:nvPicPr>
          <p:cNvPr id="65" name="Graphic 64" descr="Arrow Right with solid fill">
            <a:extLst>
              <a:ext uri="{FF2B5EF4-FFF2-40B4-BE49-F238E27FC236}">
                <a16:creationId xmlns:a16="http://schemas.microsoft.com/office/drawing/2014/main" id="{DBF1DED1-3296-2D41-94B6-2C33741F406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81039" y="6159628"/>
            <a:ext cx="505459" cy="505459"/>
          </a:xfrm>
          <a:prstGeom prst="rect">
            <a:avLst/>
          </a:prstGeom>
        </p:spPr>
      </p:pic>
      <p:sp>
        <p:nvSpPr>
          <p:cNvPr id="66" name="TextBox 65">
            <a:extLst>
              <a:ext uri="{FF2B5EF4-FFF2-40B4-BE49-F238E27FC236}">
                <a16:creationId xmlns:a16="http://schemas.microsoft.com/office/drawing/2014/main" id="{1B72BD20-2758-C4F2-ACF7-FEAA2E94C279}"/>
              </a:ext>
            </a:extLst>
          </p:cNvPr>
          <p:cNvSpPr txBox="1"/>
          <p:nvPr/>
        </p:nvSpPr>
        <p:spPr>
          <a:xfrm>
            <a:off x="10502584" y="620439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 per week saving</a:t>
            </a:r>
          </a:p>
        </p:txBody>
      </p:sp>
      <p:pic>
        <p:nvPicPr>
          <p:cNvPr id="56" name="Graphic 55" descr="Stopwatch 75% with solid fill">
            <a:extLst>
              <a:ext uri="{FF2B5EF4-FFF2-40B4-BE49-F238E27FC236}">
                <a16:creationId xmlns:a16="http://schemas.microsoft.com/office/drawing/2014/main" id="{56EA083D-312B-F332-04FB-9FE0B8F7C0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0945" y="5918521"/>
            <a:ext cx="493837" cy="493837"/>
          </a:xfrm>
          <a:prstGeom prst="rect">
            <a:avLst/>
          </a:prstGeom>
        </p:spPr>
      </p:pic>
      <p:sp>
        <p:nvSpPr>
          <p:cNvPr id="57" name="TextBox 56">
            <a:extLst>
              <a:ext uri="{FF2B5EF4-FFF2-40B4-BE49-F238E27FC236}">
                <a16:creationId xmlns:a16="http://schemas.microsoft.com/office/drawing/2014/main" id="{1E991171-ED61-24FB-CDEC-60332548CF10}"/>
              </a:ext>
            </a:extLst>
          </p:cNvPr>
          <p:cNvSpPr txBox="1"/>
          <p:nvPr/>
        </p:nvSpPr>
        <p:spPr>
          <a:xfrm>
            <a:off x="649055" y="6397967"/>
            <a:ext cx="1002242" cy="24468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Time saving</a:t>
            </a:r>
          </a:p>
        </p:txBody>
      </p:sp>
      <p:sp>
        <p:nvSpPr>
          <p:cNvPr id="29" name="Arrow: Chevron 28">
            <a:extLst>
              <a:ext uri="{FF2B5EF4-FFF2-40B4-BE49-F238E27FC236}">
                <a16:creationId xmlns:a16="http://schemas.microsoft.com/office/drawing/2014/main" id="{F2D2FE8C-82B7-F936-8354-71D8B680AB0C}"/>
              </a:ext>
            </a:extLst>
          </p:cNvPr>
          <p:cNvSpPr/>
          <p:nvPr/>
        </p:nvSpPr>
        <p:spPr bwMode="auto">
          <a:xfrm rot="2159733">
            <a:off x="8807146" y="376208"/>
            <a:ext cx="4877230" cy="581849"/>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SG" sz="2400" b="1" dirty="0">
                <a:gradFill>
                  <a:gsLst>
                    <a:gs pos="0">
                      <a:srgbClr val="FFFFFF"/>
                    </a:gs>
                    <a:gs pos="100000">
                      <a:srgbClr val="FFFFFF"/>
                    </a:gs>
                  </a:gsLst>
                  <a:lin ang="5400000" scaled="0"/>
                </a:gradFill>
                <a:ea typeface="Segoe UI" pitchFamily="34" charset="0"/>
                <a:cs typeface="Segoe UI" pitchFamily="34" charset="0"/>
              </a:rPr>
              <a:t>SAMPLE</a:t>
            </a:r>
          </a:p>
        </p:txBody>
      </p:sp>
    </p:spTree>
    <p:extLst>
      <p:ext uri="{BB962C8B-B14F-4D97-AF65-F5344CB8AC3E}">
        <p14:creationId xmlns:p14="http://schemas.microsoft.com/office/powerpoint/2010/main" val="33766231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877A0-2C62-5941-341B-566F8007A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239EC-7448-0ADA-6539-CBFE94666EAC}"/>
              </a:ext>
            </a:extLst>
          </p:cNvPr>
          <p:cNvSpPr>
            <a:spLocks noGrp="1"/>
          </p:cNvSpPr>
          <p:nvPr>
            <p:ph type="title"/>
          </p:nvPr>
        </p:nvSpPr>
        <p:spPr>
          <a:xfrm>
            <a:off x="588263" y="-67389"/>
            <a:ext cx="11018520" cy="430887"/>
          </a:xfrm>
        </p:spPr>
        <p:txBody>
          <a:bodyPr/>
          <a:lstStyle/>
          <a:p>
            <a:r>
              <a:rPr lang="en-SG" sz="3200" dirty="0">
                <a:gradFill flip="none" rotWithShape="1">
                  <a:gsLst>
                    <a:gs pos="50000">
                      <a:srgbClr val="8661C5"/>
                    </a:gs>
                    <a:gs pos="0">
                      <a:srgbClr val="3E76D4"/>
                    </a:gs>
                    <a:gs pos="100000">
                      <a:srgbClr val="C73ECC"/>
                    </a:gs>
                  </a:gsLst>
                  <a:lin ang="2700000" scaled="1"/>
                  <a:tileRect/>
                </a:gradFill>
                <a:cs typeface="+mn-cs"/>
              </a:rPr>
              <a:t>Design your Agent Workflow</a:t>
            </a:r>
          </a:p>
        </p:txBody>
      </p:sp>
      <p:sp>
        <p:nvSpPr>
          <p:cNvPr id="12" name="Rectangle: Rounded Corners 11">
            <a:extLst>
              <a:ext uri="{FF2B5EF4-FFF2-40B4-BE49-F238E27FC236}">
                <a16:creationId xmlns:a16="http://schemas.microsoft.com/office/drawing/2014/main" id="{BBD2C26C-79FB-D732-0629-B0B7C11E35E4}"/>
              </a:ext>
              <a:ext uri="{C183D7F6-B498-43B3-948B-1728B52AA6E4}">
                <adec:decorative xmlns:adec="http://schemas.microsoft.com/office/drawing/2017/decorative" val="0"/>
              </a:ext>
            </a:extLst>
          </p:cNvPr>
          <p:cNvSpPr/>
          <p:nvPr/>
        </p:nvSpPr>
        <p:spPr bwMode="auto">
          <a:xfrm>
            <a:off x="548640" y="601298"/>
            <a:ext cx="11338560" cy="1194482"/>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Use Case</a:t>
            </a:r>
          </a:p>
          <a:p>
            <a:pPr lvl="0">
              <a:spcBef>
                <a:spcPts val="600"/>
              </a:spcBef>
              <a:buSzPct val="100000"/>
              <a:defRPr/>
            </a:pPr>
            <a:r>
              <a:rPr lang="en-SG" sz="1100" dirty="0">
                <a:solidFill>
                  <a:schemeClr val="tx1"/>
                </a:solidFill>
              </a:rPr>
              <a:t>Reduce the time required to develop research-backed public awareness campaigns by streamlining research, campaign conceptualisation and proposal development, enabling faster management review and reducing the need for major revisions.</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4" name="Rounded Rectangle 7">
            <a:extLst>
              <a:ext uri="{FF2B5EF4-FFF2-40B4-BE49-F238E27FC236}">
                <a16:creationId xmlns:a16="http://schemas.microsoft.com/office/drawing/2014/main" id="{80B3583A-644A-3BDA-1438-AC414D5E8D4D}"/>
              </a:ext>
            </a:extLst>
          </p:cNvPr>
          <p:cNvSpPr/>
          <p:nvPr/>
        </p:nvSpPr>
        <p:spPr>
          <a:xfrm>
            <a:off x="54864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Oval 6">
            <a:extLst>
              <a:ext uri="{FF2B5EF4-FFF2-40B4-BE49-F238E27FC236}">
                <a16:creationId xmlns:a16="http://schemas.microsoft.com/office/drawing/2014/main" id="{4D02C494-E6D0-DA15-C19F-1C3690E2E3AA}"/>
              </a:ext>
            </a:extLst>
          </p:cNvPr>
          <p:cNvSpPr/>
          <p:nvPr/>
        </p:nvSpPr>
        <p:spPr>
          <a:xfrm>
            <a:off x="69494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1</a:t>
            </a:r>
          </a:p>
        </p:txBody>
      </p:sp>
      <p:sp>
        <p:nvSpPr>
          <p:cNvPr id="9" name="TextBox 8">
            <a:extLst>
              <a:ext uri="{FF2B5EF4-FFF2-40B4-BE49-F238E27FC236}">
                <a16:creationId xmlns:a16="http://schemas.microsoft.com/office/drawing/2014/main" id="{C2C52420-598D-94DD-435C-5C05F7BC5F31}"/>
              </a:ext>
            </a:extLst>
          </p:cNvPr>
          <p:cNvSpPr txBox="1"/>
          <p:nvPr/>
        </p:nvSpPr>
        <p:spPr>
          <a:xfrm>
            <a:off x="1152144" y="2115820"/>
            <a:ext cx="2286000" cy="338554"/>
          </a:xfrm>
          <a:prstGeom prst="rect">
            <a:avLst/>
          </a:prstGeom>
          <a:noFill/>
        </p:spPr>
        <p:txBody>
          <a:bodyPr wrap="square" lIns="0" tIns="0" rIns="0" bIns="0">
            <a:spAutoFit/>
          </a:bodyPr>
          <a:lstStyle/>
          <a:p>
            <a:r>
              <a:rPr lang="en-SG" sz="1100" b="1" dirty="0">
                <a:solidFill>
                  <a:srgbClr val="000000"/>
                </a:solidFill>
                <a:latin typeface="Segoe UI" panose="020B0502040204020203" pitchFamily="34" charset="0"/>
              </a:rPr>
              <a:t>Research trends</a:t>
            </a:r>
          </a:p>
          <a:p>
            <a:r>
              <a:rPr lang="en-SG" sz="1100" dirty="0">
                <a:solidFill>
                  <a:srgbClr val="000000"/>
                </a:solidFill>
                <a:latin typeface="Segoe UI" panose="020B0502040204020203" pitchFamily="34" charset="0"/>
              </a:rPr>
              <a:t>Researcher</a:t>
            </a:r>
          </a:p>
        </p:txBody>
      </p:sp>
      <p:sp>
        <p:nvSpPr>
          <p:cNvPr id="13" name="Rounded Rectangle 10">
            <a:extLst>
              <a:ext uri="{FF2B5EF4-FFF2-40B4-BE49-F238E27FC236}">
                <a16:creationId xmlns:a16="http://schemas.microsoft.com/office/drawing/2014/main" id="{555CD6B5-27A3-D867-9303-C7758C18E976}"/>
              </a:ext>
            </a:extLst>
          </p:cNvPr>
          <p:cNvSpPr/>
          <p:nvPr/>
        </p:nvSpPr>
        <p:spPr>
          <a:xfrm>
            <a:off x="69494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BDFD33E5-B5B3-4C7A-890C-3DF4597DBB7D}"/>
              </a:ext>
            </a:extLst>
          </p:cNvPr>
          <p:cNvSpPr txBox="1"/>
          <p:nvPr/>
        </p:nvSpPr>
        <p:spPr>
          <a:xfrm>
            <a:off x="822959" y="2755900"/>
            <a:ext cx="2651760" cy="615553"/>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INPUT</a:t>
            </a:r>
            <a:endParaRPr lang="en-GB" sz="1000" b="1" spc="120" dirty="0">
              <a:solidFill>
                <a:srgbClr val="5B21B6"/>
              </a:solidFill>
            </a:endParaRPr>
          </a:p>
          <a:p>
            <a:r>
              <a:rPr lang="en-SG" sz="1000" dirty="0"/>
              <a:t>Research query on emerging scam trends in Singapore, affected demographics, and gaps in public awareness.</a:t>
            </a:r>
            <a:endParaRPr lang="en-GB" sz="1000" b="0" dirty="0"/>
          </a:p>
        </p:txBody>
      </p:sp>
      <p:sp>
        <p:nvSpPr>
          <p:cNvPr id="17" name="Rounded Rectangle 12">
            <a:extLst>
              <a:ext uri="{FF2B5EF4-FFF2-40B4-BE49-F238E27FC236}">
                <a16:creationId xmlns:a16="http://schemas.microsoft.com/office/drawing/2014/main" id="{CA07E727-73E3-A609-F885-856F8BAC62BE}"/>
              </a:ext>
            </a:extLst>
          </p:cNvPr>
          <p:cNvSpPr/>
          <p:nvPr/>
        </p:nvSpPr>
        <p:spPr>
          <a:xfrm>
            <a:off x="69494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C7C55FC5-57A0-C48F-3601-DC76E0DFF4B4}"/>
              </a:ext>
            </a:extLst>
          </p:cNvPr>
          <p:cNvSpPr txBox="1"/>
          <p:nvPr/>
        </p:nvSpPr>
        <p:spPr>
          <a:xfrm>
            <a:off x="822959" y="4687897"/>
            <a:ext cx="2651760" cy="769441"/>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OUTPUT</a:t>
            </a:r>
            <a:endParaRPr lang="en-GB" sz="1000" b="1" spc="120" dirty="0">
              <a:solidFill>
                <a:srgbClr val="5B21B6"/>
              </a:solidFill>
            </a:endParaRPr>
          </a:p>
          <a:p>
            <a:r>
              <a:rPr lang="en-SG" sz="1000" dirty="0"/>
              <a:t>A comprehensive research report highlighting key scam trends, affected demographics, and recommended areas for public awareness, supported by credible sources and citations.</a:t>
            </a:r>
            <a:endParaRPr lang="en-GB" sz="1000" dirty="0"/>
          </a:p>
        </p:txBody>
      </p:sp>
      <p:sp>
        <p:nvSpPr>
          <p:cNvPr id="21" name="Right Arrow 14">
            <a:extLst>
              <a:ext uri="{FF2B5EF4-FFF2-40B4-BE49-F238E27FC236}">
                <a16:creationId xmlns:a16="http://schemas.microsoft.com/office/drawing/2014/main" id="{3BCA264B-9482-301B-55E6-2251AE790590}"/>
              </a:ext>
            </a:extLst>
          </p:cNvPr>
          <p:cNvSpPr/>
          <p:nvPr/>
        </p:nvSpPr>
        <p:spPr>
          <a:xfrm>
            <a:off x="407822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Rounded Rectangle 15">
            <a:extLst>
              <a:ext uri="{FF2B5EF4-FFF2-40B4-BE49-F238E27FC236}">
                <a16:creationId xmlns:a16="http://schemas.microsoft.com/office/drawing/2014/main" id="{84AEEBEA-6587-8698-05A5-45536E05B571}"/>
              </a:ext>
            </a:extLst>
          </p:cNvPr>
          <p:cNvSpPr/>
          <p:nvPr/>
        </p:nvSpPr>
        <p:spPr>
          <a:xfrm>
            <a:off x="461772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Oval 24">
            <a:extLst>
              <a:ext uri="{FF2B5EF4-FFF2-40B4-BE49-F238E27FC236}">
                <a16:creationId xmlns:a16="http://schemas.microsoft.com/office/drawing/2014/main" id="{414F361B-FF25-E690-959F-508943AB7C31}"/>
              </a:ext>
            </a:extLst>
          </p:cNvPr>
          <p:cNvSpPr/>
          <p:nvPr/>
        </p:nvSpPr>
        <p:spPr>
          <a:xfrm>
            <a:off x="476402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2</a:t>
            </a:r>
          </a:p>
        </p:txBody>
      </p:sp>
      <p:sp>
        <p:nvSpPr>
          <p:cNvPr id="27" name="TextBox 26">
            <a:extLst>
              <a:ext uri="{FF2B5EF4-FFF2-40B4-BE49-F238E27FC236}">
                <a16:creationId xmlns:a16="http://schemas.microsoft.com/office/drawing/2014/main" id="{36E4D434-F629-BB01-064E-0654C082E184}"/>
              </a:ext>
            </a:extLst>
          </p:cNvPr>
          <p:cNvSpPr txBox="1">
            <a:spLocks/>
          </p:cNvSpPr>
          <p:nvPr/>
        </p:nvSpPr>
        <p:spPr>
          <a:xfrm>
            <a:off x="522122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Shape the Concept</a:t>
            </a:r>
          </a:p>
          <a:p>
            <a:r>
              <a:rPr lang="en-SG" b="0" dirty="0"/>
              <a:t>Ideas Coach</a:t>
            </a:r>
          </a:p>
        </p:txBody>
      </p:sp>
      <p:sp>
        <p:nvSpPr>
          <p:cNvPr id="29" name="Rounded Rectangle 18">
            <a:extLst>
              <a:ext uri="{FF2B5EF4-FFF2-40B4-BE49-F238E27FC236}">
                <a16:creationId xmlns:a16="http://schemas.microsoft.com/office/drawing/2014/main" id="{75224D2B-45AD-9D53-1B8F-707465A44293}"/>
              </a:ext>
            </a:extLst>
          </p:cNvPr>
          <p:cNvSpPr>
            <a:spLocks/>
          </p:cNvSpPr>
          <p:nvPr/>
        </p:nvSpPr>
        <p:spPr>
          <a:xfrm>
            <a:off x="476402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1" name="TextBox 30">
            <a:extLst>
              <a:ext uri="{FF2B5EF4-FFF2-40B4-BE49-F238E27FC236}">
                <a16:creationId xmlns:a16="http://schemas.microsoft.com/office/drawing/2014/main" id="{F0127484-0E03-B541-7405-ADCACEF2350B}"/>
              </a:ext>
            </a:extLst>
          </p:cNvPr>
          <p:cNvSpPr txBox="1">
            <a:spLocks/>
          </p:cNvSpPr>
          <p:nvPr/>
        </p:nvSpPr>
        <p:spPr>
          <a:xfrm>
            <a:off x="4892040" y="2755900"/>
            <a:ext cx="2651760" cy="769441"/>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SG" sz="1000" dirty="0"/>
              <a:t>Use Idea Coach to brainstorm creative campaign concepts based on Research findings, target audience insights, and campaign objectives.</a:t>
            </a:r>
            <a:endParaRPr lang="en-GB" sz="1000" dirty="0"/>
          </a:p>
        </p:txBody>
      </p:sp>
      <p:sp>
        <p:nvSpPr>
          <p:cNvPr id="33" name="Rounded Rectangle 20">
            <a:extLst>
              <a:ext uri="{FF2B5EF4-FFF2-40B4-BE49-F238E27FC236}">
                <a16:creationId xmlns:a16="http://schemas.microsoft.com/office/drawing/2014/main" id="{D0CFB15A-CBA4-8E3E-ADFE-5E141098FFEA}"/>
              </a:ext>
            </a:extLst>
          </p:cNvPr>
          <p:cNvSpPr>
            <a:spLocks/>
          </p:cNvSpPr>
          <p:nvPr/>
        </p:nvSpPr>
        <p:spPr>
          <a:xfrm>
            <a:off x="476402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5" name="TextBox 34">
            <a:extLst>
              <a:ext uri="{FF2B5EF4-FFF2-40B4-BE49-F238E27FC236}">
                <a16:creationId xmlns:a16="http://schemas.microsoft.com/office/drawing/2014/main" id="{2E2C4BCA-A541-5077-F110-3642630FBDA0}"/>
              </a:ext>
            </a:extLst>
          </p:cNvPr>
          <p:cNvSpPr txBox="1">
            <a:spLocks/>
          </p:cNvSpPr>
          <p:nvPr/>
        </p:nvSpPr>
        <p:spPr>
          <a:xfrm>
            <a:off x="4892040" y="4687897"/>
            <a:ext cx="2651760" cy="615553"/>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SG" sz="1000" dirty="0"/>
              <a:t>A campaign concept outlining the key messages, target audience, creative approach, and recommended outreach channels.</a:t>
            </a:r>
            <a:endParaRPr lang="en-GB" sz="1000" dirty="0"/>
          </a:p>
        </p:txBody>
      </p:sp>
      <p:sp>
        <p:nvSpPr>
          <p:cNvPr id="37" name="Right Arrow 22">
            <a:extLst>
              <a:ext uri="{FF2B5EF4-FFF2-40B4-BE49-F238E27FC236}">
                <a16:creationId xmlns:a16="http://schemas.microsoft.com/office/drawing/2014/main" id="{ABD93135-7D45-B378-C7C2-339824AC64CE}"/>
              </a:ext>
            </a:extLst>
          </p:cNvPr>
          <p:cNvSpPr>
            <a:spLocks/>
          </p:cNvSpPr>
          <p:nvPr/>
        </p:nvSpPr>
        <p:spPr>
          <a:xfrm>
            <a:off x="8147303"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9" name="Rounded Rectangle 23">
            <a:extLst>
              <a:ext uri="{FF2B5EF4-FFF2-40B4-BE49-F238E27FC236}">
                <a16:creationId xmlns:a16="http://schemas.microsoft.com/office/drawing/2014/main" id="{BFB40B7E-69C5-14C5-BD01-2D7B9D47B055}"/>
              </a:ext>
            </a:extLst>
          </p:cNvPr>
          <p:cNvSpPr/>
          <p:nvPr/>
        </p:nvSpPr>
        <p:spPr>
          <a:xfrm>
            <a:off x="868680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Oval 40">
            <a:extLst>
              <a:ext uri="{FF2B5EF4-FFF2-40B4-BE49-F238E27FC236}">
                <a16:creationId xmlns:a16="http://schemas.microsoft.com/office/drawing/2014/main" id="{5A194F35-858D-34FC-C502-374E304AC12F}"/>
              </a:ext>
            </a:extLst>
          </p:cNvPr>
          <p:cNvSpPr/>
          <p:nvPr/>
        </p:nvSpPr>
        <p:spPr>
          <a:xfrm>
            <a:off x="883310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3</a:t>
            </a:r>
          </a:p>
        </p:txBody>
      </p:sp>
      <p:sp>
        <p:nvSpPr>
          <p:cNvPr id="43" name="TextBox 42">
            <a:extLst>
              <a:ext uri="{FF2B5EF4-FFF2-40B4-BE49-F238E27FC236}">
                <a16:creationId xmlns:a16="http://schemas.microsoft.com/office/drawing/2014/main" id="{5C5BC110-C9F3-AE6D-E5E2-542710582BC5}"/>
              </a:ext>
            </a:extLst>
          </p:cNvPr>
          <p:cNvSpPr txBox="1">
            <a:spLocks/>
          </p:cNvSpPr>
          <p:nvPr/>
        </p:nvSpPr>
        <p:spPr>
          <a:xfrm>
            <a:off x="929030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Prepare the Proposal</a:t>
            </a:r>
          </a:p>
          <a:p>
            <a:r>
              <a:rPr lang="en-SG" b="0" dirty="0"/>
              <a:t>PowerPoint</a:t>
            </a:r>
          </a:p>
        </p:txBody>
      </p:sp>
      <p:sp>
        <p:nvSpPr>
          <p:cNvPr id="45" name="Rounded Rectangle 26">
            <a:extLst>
              <a:ext uri="{FF2B5EF4-FFF2-40B4-BE49-F238E27FC236}">
                <a16:creationId xmlns:a16="http://schemas.microsoft.com/office/drawing/2014/main" id="{357A0355-A798-C807-AB19-3B11BD176C65}"/>
              </a:ext>
            </a:extLst>
          </p:cNvPr>
          <p:cNvSpPr/>
          <p:nvPr/>
        </p:nvSpPr>
        <p:spPr>
          <a:xfrm>
            <a:off x="883310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47" name="TextBox 46">
            <a:extLst>
              <a:ext uri="{FF2B5EF4-FFF2-40B4-BE49-F238E27FC236}">
                <a16:creationId xmlns:a16="http://schemas.microsoft.com/office/drawing/2014/main" id="{667CF07A-BE90-ED42-1879-2FA6CAA3BBAF}"/>
              </a:ext>
            </a:extLst>
          </p:cNvPr>
          <p:cNvSpPr txBox="1"/>
          <p:nvPr/>
        </p:nvSpPr>
        <p:spPr>
          <a:xfrm>
            <a:off x="8961120" y="2755900"/>
            <a:ext cx="2651760" cy="769441"/>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SG" sz="1000" dirty="0"/>
              <a:t>Use the PowerPoint Agent to draft the campaign concept, key messages, showcase research findings, and proposed outreach strategy.</a:t>
            </a:r>
            <a:endParaRPr lang="en-GB" sz="1000" dirty="0"/>
          </a:p>
        </p:txBody>
      </p:sp>
      <p:sp>
        <p:nvSpPr>
          <p:cNvPr id="49" name="Rounded Rectangle 28">
            <a:extLst>
              <a:ext uri="{FF2B5EF4-FFF2-40B4-BE49-F238E27FC236}">
                <a16:creationId xmlns:a16="http://schemas.microsoft.com/office/drawing/2014/main" id="{AC397248-C565-8CF0-C01A-B926634092BF}"/>
              </a:ext>
            </a:extLst>
          </p:cNvPr>
          <p:cNvSpPr/>
          <p:nvPr/>
        </p:nvSpPr>
        <p:spPr>
          <a:xfrm>
            <a:off x="883310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F856850A-4334-9DCD-CEB7-F1A087D300B8}"/>
              </a:ext>
            </a:extLst>
          </p:cNvPr>
          <p:cNvSpPr txBox="1"/>
          <p:nvPr/>
        </p:nvSpPr>
        <p:spPr>
          <a:xfrm>
            <a:off x="8961120" y="4687897"/>
            <a:ext cx="2651760" cy="769441"/>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SG" sz="1000" dirty="0"/>
              <a:t>A draft proposal presenting the campaign objectives, supporting research, creative concept, outreach strategy, and implementation timeline.</a:t>
            </a:r>
            <a:endParaRPr lang="en-GB" sz="1000" dirty="0"/>
          </a:p>
        </p:txBody>
      </p:sp>
    </p:spTree>
    <p:extLst>
      <p:ext uri="{BB962C8B-B14F-4D97-AF65-F5344CB8AC3E}">
        <p14:creationId xmlns:p14="http://schemas.microsoft.com/office/powerpoint/2010/main" val="7890556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06D1-A0EE-1DA4-8D6F-8AB92AF8FC4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A6D7AB1-9FE4-09F7-CBF3-039D2634D007}"/>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3D20E164-2251-E18A-5D12-C5F0A421FDD9}"/>
                </a:ext>
              </a:extLst>
            </p:cNvPr>
            <p:cNvGrpSpPr>
              <a:grpSpLocks noGrp="1" noUngrp="1" noRot="1" noMove="1" noResize="1"/>
            </p:cNvGrpSpPr>
            <p:nvPr userDrawn="1"/>
          </p:nvGrpSpPr>
          <p:grpSpPr>
            <a:xfrm>
              <a:off x="0" y="0"/>
              <a:ext cx="12192002" cy="6858000"/>
              <a:chOff x="0" y="0"/>
              <a:chExt cx="12192002" cy="6858000"/>
            </a:xfrm>
          </p:grpSpPr>
          <p:grpSp>
            <p:nvGrpSpPr>
              <p:cNvPr id="25" name="Group 24">
                <a:extLst>
                  <a:ext uri="{FF2B5EF4-FFF2-40B4-BE49-F238E27FC236}">
                    <a16:creationId xmlns:a16="http://schemas.microsoft.com/office/drawing/2014/main" id="{B6FE9D42-F891-9F81-2DD5-1849735D2A4A}"/>
                  </a:ext>
                </a:extLst>
              </p:cNvPr>
              <p:cNvGrpSpPr>
                <a:grpSpLocks noGrp="1" noUngrp="1" noRot="1" noMove="1" noResize="1"/>
              </p:cNvGrpSpPr>
              <p:nvPr userDrawn="1"/>
            </p:nvGrpSpPr>
            <p:grpSpPr>
              <a:xfrm>
                <a:off x="3689875" y="0"/>
                <a:ext cx="8502127" cy="6858000"/>
                <a:chOff x="6892376" y="0"/>
                <a:chExt cx="5299623" cy="6858000"/>
              </a:xfrm>
            </p:grpSpPr>
            <p:pic>
              <p:nvPicPr>
                <p:cNvPr id="27" name="Picture 26">
                  <a:extLst>
                    <a:ext uri="{FF2B5EF4-FFF2-40B4-BE49-F238E27FC236}">
                      <a16:creationId xmlns:a16="http://schemas.microsoft.com/office/drawing/2014/main" id="{1D97BA78-0DD1-4EE4-CDEE-EFCBAC36C2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3BD5C0D3-8709-E133-46D6-0377EECDF75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0BEF86CF-A2A3-B561-80D8-2FE07B198719}"/>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483F4613-DEFD-47FA-C2D1-36687EAB7D46}"/>
                </a:ext>
              </a:extLst>
            </p:cNvPr>
            <p:cNvPicPr>
              <a:picLocks noGrp="1" noRot="1" noChangeAspect="1" noMove="1" noResize="1" noEditPoints="1" noAdjustHandles="1" noChangeArrowheads="1" noChangeShapeType="1" noCrop="1"/>
            </p:cNvPicPr>
            <p:nvPr userDrawn="1"/>
          </p:nvPicPr>
          <p:blipFill>
            <a:blip r:embed="rId4"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DDC6C669-5656-8422-CCAF-52C1A513C46E}"/>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0151C507-365E-912D-2E96-E4B5AA1E7F8D}"/>
              </a:ext>
            </a:extLst>
          </p:cNvPr>
          <p:cNvSpPr>
            <a:spLocks noGrp="1"/>
          </p:cNvSpPr>
          <p:nvPr>
            <p:ph type="title"/>
          </p:nvPr>
        </p:nvSpPr>
        <p:spPr>
          <a:xfrm>
            <a:off x="485850" y="346226"/>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rPr>
              <a:t>Example 2 – </a:t>
            </a:r>
            <a:r>
              <a:rPr lang="en-US" sz="3200" dirty="0">
                <a:gradFill flip="none" rotWithShape="1">
                  <a:gsLst>
                    <a:gs pos="50000">
                      <a:srgbClr val="8661C5"/>
                    </a:gs>
                    <a:gs pos="0">
                      <a:srgbClr val="3E76D4"/>
                    </a:gs>
                    <a:gs pos="100000">
                      <a:srgbClr val="C73ECC"/>
                    </a:gs>
                  </a:gsLst>
                  <a:lin ang="2700000" scaled="1"/>
                  <a:tileRect/>
                </a:gradFill>
                <a:cs typeface="+mn-cs"/>
              </a:rPr>
              <a:t>My use case…</a:t>
            </a:r>
            <a:endParaRPr lang="en-US" sz="3200" dirty="0"/>
          </a:p>
        </p:txBody>
      </p:sp>
      <p:sp>
        <p:nvSpPr>
          <p:cNvPr id="9" name="Rectangle: Rounded Corners 8">
            <a:extLst>
              <a:ext uri="{FF2B5EF4-FFF2-40B4-BE49-F238E27FC236}">
                <a16:creationId xmlns:a16="http://schemas.microsoft.com/office/drawing/2014/main" id="{5A84E224-A66F-1640-231C-BF2672BC9E21}"/>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9FF6EA13-C7A5-B699-0CE2-A2400C5226CF}"/>
              </a:ext>
              <a:ext uri="{C183D7F6-B498-43B3-948B-1728B52AA6E4}">
                <adec:decorative xmlns:adec="http://schemas.microsoft.com/office/drawing/2017/decorative" val="1"/>
              </a:ext>
            </a:extLst>
          </p:cNvPr>
          <p:cNvSpPr/>
          <p:nvPr/>
        </p:nvSpPr>
        <p:spPr bwMode="auto">
          <a:xfrm>
            <a:off x="490248" y="1042583"/>
            <a:ext cx="7244826" cy="1306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DD06DE24-FBD9-E5CD-B76C-025EE49AE56E}"/>
              </a:ext>
              <a:ext uri="{C183D7F6-B498-43B3-948B-1728B52AA6E4}">
                <adec:decorative xmlns:adec="http://schemas.microsoft.com/office/drawing/2017/decorative" val="1"/>
              </a:ext>
            </a:extLst>
          </p:cNvPr>
          <p:cNvSpPr/>
          <p:nvPr/>
        </p:nvSpPr>
        <p:spPr bwMode="auto">
          <a:xfrm>
            <a:off x="480708" y="2503310"/>
            <a:ext cx="7244825" cy="151433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3F331A7F-20EE-E94F-00D4-E6C57800A826}"/>
              </a:ext>
              <a:ext uri="{C183D7F6-B498-43B3-948B-1728B52AA6E4}">
                <adec:decorative xmlns:adec="http://schemas.microsoft.com/office/drawing/2017/decorative" val="1"/>
              </a:ext>
            </a:extLst>
          </p:cNvPr>
          <p:cNvSpPr/>
          <p:nvPr/>
        </p:nvSpPr>
        <p:spPr bwMode="auto">
          <a:xfrm>
            <a:off x="490248" y="4190101"/>
            <a:ext cx="7244826" cy="142685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701EB498-E8C6-8F01-9318-C92F0B3BE93E}"/>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799B25AF-933B-8A43-C478-D2FC6D8C8174}"/>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33625B29-62CE-A139-8539-6D2D921CC45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DA041A8B-A526-757D-1FB5-90E7F98A92ED}"/>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031317F2-E6CD-AA47-156E-0DC85ACB0FD9}"/>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EBA8DDC0-3D6E-FBBB-30BA-966175D380B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CA5C8DEF-BBA4-9853-EBF6-FF78991A3960}"/>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76C93355-6C75-F0AA-6636-805B69F6A811}"/>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DA8E516-DEC6-96F0-1363-8DA567237435}"/>
              </a:ext>
              <a:ext uri="{C183D7F6-B498-43B3-948B-1728B52AA6E4}">
                <adec:decorative xmlns:adec="http://schemas.microsoft.com/office/drawing/2017/decorative" val="0"/>
              </a:ext>
            </a:extLst>
          </p:cNvPr>
          <p:cNvSpPr/>
          <p:nvPr/>
        </p:nvSpPr>
        <p:spPr bwMode="auto">
          <a:xfrm>
            <a:off x="2104239" y="1228873"/>
            <a:ext cx="5451399" cy="933557"/>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100" dirty="0">
                <a:solidFill>
                  <a:srgbClr val="000000"/>
                </a:solidFill>
                <a:latin typeface="Segoe UI" panose="020B0502040204020203" pitchFamily="34" charset="0"/>
              </a:rPr>
              <a:t>As a Student Services Officer at a Singapore Polytechnic, I manage student enquiries, process administrative requests and coordinate follow-ups to ensure students receive timely support.</a:t>
            </a: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2" name="TextBox 31">
            <a:extLst>
              <a:ext uri="{FF2B5EF4-FFF2-40B4-BE49-F238E27FC236}">
                <a16:creationId xmlns:a16="http://schemas.microsoft.com/office/drawing/2014/main" id="{93B43671-E0DD-FF19-0229-680EC0796CF1}"/>
              </a:ext>
            </a:extLst>
          </p:cNvPr>
          <p:cNvSpPr txBox="1"/>
          <p:nvPr/>
        </p:nvSpPr>
        <p:spPr>
          <a:xfrm>
            <a:off x="609368" y="305334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B69DD410-DEFD-568E-3987-162FD8937BA0}"/>
              </a:ext>
              <a:ext uri="{C183D7F6-B498-43B3-948B-1728B52AA6E4}">
                <adec:decorative xmlns:adec="http://schemas.microsoft.com/office/drawing/2017/decorative" val="0"/>
              </a:ext>
            </a:extLst>
          </p:cNvPr>
          <p:cNvSpPr/>
          <p:nvPr/>
        </p:nvSpPr>
        <p:spPr bwMode="auto">
          <a:xfrm>
            <a:off x="2104239" y="2651911"/>
            <a:ext cx="5451399" cy="123477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Increase the Team’s capacity to handle student requests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100" dirty="0">
                <a:solidFill>
                  <a:srgbClr val="000000"/>
                </a:solidFill>
                <a:latin typeface="Segoe UI" panose="020B0502040204020203" pitchFamily="34" charset="0"/>
              </a:rPr>
              <a:t>I want to enable our Student Services Team be able to resolve 200 student inquiries per week, so that we can meet our Service-level agreements (SLA), even during peak periods.</a:t>
            </a:r>
          </a:p>
        </p:txBody>
      </p:sp>
      <p:sp>
        <p:nvSpPr>
          <p:cNvPr id="34" name="Freeform 5">
            <a:extLst>
              <a:ext uri="{FF2B5EF4-FFF2-40B4-BE49-F238E27FC236}">
                <a16:creationId xmlns:a16="http://schemas.microsoft.com/office/drawing/2014/main" id="{FA900819-0DD4-A0B8-1B82-36BE140FCAAD}"/>
              </a:ext>
              <a:ext uri="{C183D7F6-B498-43B3-948B-1728B52AA6E4}">
                <adec:decorative xmlns:adec="http://schemas.microsoft.com/office/drawing/2017/decorative" val="1"/>
              </a:ext>
            </a:extLst>
          </p:cNvPr>
          <p:cNvSpPr>
            <a:spLocks/>
          </p:cNvSpPr>
          <p:nvPr/>
        </p:nvSpPr>
        <p:spPr bwMode="auto">
          <a:xfrm>
            <a:off x="720651" y="2644768"/>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5ED10FA-F29B-785B-3F4C-8DDC5A70D7E6}"/>
              </a:ext>
              <a:ext uri="{C183D7F6-B498-43B3-948B-1728B52AA6E4}">
                <adec:decorative xmlns:adec="http://schemas.microsoft.com/office/drawing/2017/decorative" val="1"/>
              </a:ext>
            </a:extLst>
          </p:cNvPr>
          <p:cNvSpPr>
            <a:spLocks/>
          </p:cNvSpPr>
          <p:nvPr/>
        </p:nvSpPr>
        <p:spPr bwMode="auto">
          <a:xfrm>
            <a:off x="791923" y="3008320"/>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A45CA395-5986-32EA-A52F-09810101564D}"/>
              </a:ext>
            </a:extLst>
          </p:cNvPr>
          <p:cNvSpPr txBox="1"/>
          <p:nvPr/>
        </p:nvSpPr>
        <p:spPr>
          <a:xfrm>
            <a:off x="594694" y="4708366"/>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C5FC2832-2031-7BB5-E70E-20A89D6252C0}"/>
              </a:ext>
              <a:ext uri="{C183D7F6-B498-43B3-948B-1728B52AA6E4}">
                <adec:decorative xmlns:adec="http://schemas.microsoft.com/office/drawing/2017/decorative" val="0"/>
              </a:ext>
            </a:extLst>
          </p:cNvPr>
          <p:cNvSpPr/>
          <p:nvPr/>
        </p:nvSpPr>
        <p:spPr bwMode="auto">
          <a:xfrm>
            <a:off x="2166265" y="4276801"/>
            <a:ext cx="5451399" cy="1247369"/>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r>
              <a:rPr lang="en-SG" sz="1100" dirty="0">
                <a:solidFill>
                  <a:schemeClr val="tx1"/>
                </a:solidFill>
              </a:rPr>
              <a:t>I will use a custom Student Services Agent to retrieve relevant policies and procedures, Writing Coach to create clear and structured case summaries for our Case Management System, and Copilot in Outlook to draft &amp; refine responses to the enquiries.</a:t>
            </a:r>
          </a:p>
        </p:txBody>
      </p:sp>
      <p:grpSp>
        <p:nvGrpSpPr>
          <p:cNvPr id="54" name="Group 53">
            <a:extLst>
              <a:ext uri="{FF2B5EF4-FFF2-40B4-BE49-F238E27FC236}">
                <a16:creationId xmlns:a16="http://schemas.microsoft.com/office/drawing/2014/main" id="{6A046FC2-F576-CC2E-107B-254325D2A31F}"/>
              </a:ext>
              <a:ext uri="{C183D7F6-B498-43B3-948B-1728B52AA6E4}">
                <adec:decorative xmlns:adec="http://schemas.microsoft.com/office/drawing/2017/decorative" val="1"/>
              </a:ext>
            </a:extLst>
          </p:cNvPr>
          <p:cNvGrpSpPr/>
          <p:nvPr/>
        </p:nvGrpSpPr>
        <p:grpSpPr>
          <a:xfrm>
            <a:off x="693284" y="4288614"/>
            <a:ext cx="355224" cy="356453"/>
            <a:chOff x="769241" y="5197687"/>
            <a:chExt cx="382323" cy="383646"/>
          </a:xfrm>
        </p:grpSpPr>
        <p:sp>
          <p:nvSpPr>
            <p:cNvPr id="41" name="Freeform 5">
              <a:extLst>
                <a:ext uri="{FF2B5EF4-FFF2-40B4-BE49-F238E27FC236}">
                  <a16:creationId xmlns:a16="http://schemas.microsoft.com/office/drawing/2014/main" id="{28A677D3-E9BB-8AAC-A28C-DF174F182B75}"/>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09B75AC8-8D15-B71A-ABF3-A2F321232915}"/>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39ECFE85-174F-F02B-63EB-DDA9732B2340}"/>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1F711847-EA9D-356A-2990-0BBBDC38044E}"/>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DEADB477-10FA-C0B2-1983-D86DE5C443D8}"/>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9FBB7EF0-C69F-AF7D-5D1C-9C89D56B69B1}"/>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8B6F7122-CC50-60C8-3269-0F160914C77A}"/>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19CB6C1E-8DC8-EA9F-BC9B-D20C315D871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69A6BA2A-7B11-0A69-E395-7D7C00932C8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319DD20-E9FF-C993-F38F-5480C9B944C2}"/>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9AC6F09-C178-FBA9-93C7-8CAF553B917E}"/>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increase our team's capacity to resolve 200 student enquiries per week, up from 150, while maintaining the 95% SLA compliance.</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1D9AED52-2077-1E25-DE44-D8A8BCEF45E2}"/>
              </a:ext>
            </a:extLst>
          </p:cNvPr>
          <p:cNvSpPr txBox="1"/>
          <p:nvPr/>
        </p:nvSpPr>
        <p:spPr>
          <a:xfrm>
            <a:off x="8141564" y="3363759"/>
            <a:ext cx="3655924"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Agents will provide me in completing this job</a:t>
            </a:r>
          </a:p>
        </p:txBody>
      </p:sp>
      <p:sp>
        <p:nvSpPr>
          <p:cNvPr id="4" name="Rectangle: Rounded Corners 3">
            <a:extLst>
              <a:ext uri="{FF2B5EF4-FFF2-40B4-BE49-F238E27FC236}">
                <a16:creationId xmlns:a16="http://schemas.microsoft.com/office/drawing/2014/main" id="{5199BB13-4607-1F4F-EBB5-612E44974454}"/>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Improve response time and thus departmental efficiency, reducing onboarding time for new officers, and minimising routing and waiting for subject matter experts to reply routine enquiries.</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5" name="Rectangle: Rounded Corners 4">
            <a:extLst>
              <a:ext uri="{FF2B5EF4-FFF2-40B4-BE49-F238E27FC236}">
                <a16:creationId xmlns:a16="http://schemas.microsoft.com/office/drawing/2014/main" id="{BCD72EB4-AF1F-DA6F-59FD-115C6E73C7E3}"/>
              </a:ext>
              <a:ext uri="{C183D7F6-B498-43B3-948B-1728B52AA6E4}">
                <adec:decorative xmlns:adec="http://schemas.microsoft.com/office/drawing/2017/decorative" val="1"/>
              </a:ext>
            </a:extLst>
          </p:cNvPr>
          <p:cNvSpPr/>
          <p:nvPr/>
        </p:nvSpPr>
        <p:spPr bwMode="auto">
          <a:xfrm>
            <a:off x="490248" y="5814533"/>
            <a:ext cx="11307239" cy="920481"/>
          </a:xfrm>
          <a:prstGeom prst="roundRect">
            <a:avLst>
              <a:gd name="adj" fmla="val 9723"/>
            </a:avLst>
          </a:prstGeom>
          <a:solidFill>
            <a:srgbClr val="230046">
              <a:alpha val="81176"/>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Rounded Corners 5">
            <a:extLst>
              <a:ext uri="{FF2B5EF4-FFF2-40B4-BE49-F238E27FC236}">
                <a16:creationId xmlns:a16="http://schemas.microsoft.com/office/drawing/2014/main" id="{D976DC8F-303D-C955-1D07-BEF6378452F0}"/>
              </a:ext>
              <a:ext uri="{C183D7F6-B498-43B3-948B-1728B52AA6E4}">
                <adec:decorative xmlns:adec="http://schemas.microsoft.com/office/drawing/2017/decorative" val="0"/>
              </a:ext>
            </a:extLst>
          </p:cNvPr>
          <p:cNvSpPr/>
          <p:nvPr/>
        </p:nvSpPr>
        <p:spPr bwMode="auto">
          <a:xfrm>
            <a:off x="2166265"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UI"/>
                <a:ea typeface="+mn-ea"/>
                <a:cs typeface="+mn-cs"/>
              </a:rPr>
              <a:t>8</a:t>
            </a:r>
          </a:p>
        </p:txBody>
      </p:sp>
      <p:sp>
        <p:nvSpPr>
          <p:cNvPr id="39" name="TextBox 38">
            <a:extLst>
              <a:ext uri="{FF2B5EF4-FFF2-40B4-BE49-F238E27FC236}">
                <a16:creationId xmlns:a16="http://schemas.microsoft.com/office/drawing/2014/main" id="{628D1C74-5009-07E3-EE00-95C8F39B83BD}"/>
              </a:ext>
            </a:extLst>
          </p:cNvPr>
          <p:cNvSpPr txBox="1"/>
          <p:nvPr/>
        </p:nvSpPr>
        <p:spPr>
          <a:xfrm>
            <a:off x="2094714"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Hours/week Spent</a:t>
            </a:r>
          </a:p>
        </p:txBody>
      </p:sp>
      <p:sp>
        <p:nvSpPr>
          <p:cNvPr id="40" name="Rectangle: Rounded Corners 39">
            <a:extLst>
              <a:ext uri="{FF2B5EF4-FFF2-40B4-BE49-F238E27FC236}">
                <a16:creationId xmlns:a16="http://schemas.microsoft.com/office/drawing/2014/main" id="{A7F2099D-C523-5EF5-4778-E51753068C77}"/>
              </a:ext>
              <a:ext uri="{C183D7F6-B498-43B3-948B-1728B52AA6E4}">
                <adec:decorative xmlns:adec="http://schemas.microsoft.com/office/drawing/2017/decorative" val="0"/>
              </a:ext>
            </a:extLst>
          </p:cNvPr>
          <p:cNvSpPr/>
          <p:nvPr/>
        </p:nvSpPr>
        <p:spPr bwMode="auto">
          <a:xfrm>
            <a:off x="4445338" y="6242787"/>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50%</a:t>
            </a:r>
          </a:p>
        </p:txBody>
      </p:sp>
      <p:sp>
        <p:nvSpPr>
          <p:cNvPr id="46" name="TextBox 45">
            <a:extLst>
              <a:ext uri="{FF2B5EF4-FFF2-40B4-BE49-F238E27FC236}">
                <a16:creationId xmlns:a16="http://schemas.microsoft.com/office/drawing/2014/main" id="{EB33559F-1EB9-46A0-594C-233FD1545DE4}"/>
              </a:ext>
            </a:extLst>
          </p:cNvPr>
          <p:cNvSpPr txBox="1"/>
          <p:nvPr/>
        </p:nvSpPr>
        <p:spPr>
          <a:xfrm>
            <a:off x="4373786" y="5868113"/>
            <a:ext cx="112271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Efficiency Improvement</a:t>
            </a:r>
          </a:p>
        </p:txBody>
      </p:sp>
      <p:sp>
        <p:nvSpPr>
          <p:cNvPr id="51" name="Rectangle: Rounded Corners 50">
            <a:extLst>
              <a:ext uri="{FF2B5EF4-FFF2-40B4-BE49-F238E27FC236}">
                <a16:creationId xmlns:a16="http://schemas.microsoft.com/office/drawing/2014/main" id="{EEE7D5D0-03D7-79AD-90E2-905ED601A064}"/>
              </a:ext>
              <a:ext uri="{C183D7F6-B498-43B3-948B-1728B52AA6E4}">
                <adec:decorative xmlns:adec="http://schemas.microsoft.com/office/drawing/2017/decorative" val="0"/>
              </a:ext>
            </a:extLst>
          </p:cNvPr>
          <p:cNvSpPr/>
          <p:nvPr/>
        </p:nvSpPr>
        <p:spPr bwMode="auto">
          <a:xfrm>
            <a:off x="6806924" y="6236355"/>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10</a:t>
            </a:r>
          </a:p>
        </p:txBody>
      </p:sp>
      <p:sp>
        <p:nvSpPr>
          <p:cNvPr id="58" name="TextBox 57">
            <a:extLst>
              <a:ext uri="{FF2B5EF4-FFF2-40B4-BE49-F238E27FC236}">
                <a16:creationId xmlns:a16="http://schemas.microsoft.com/office/drawing/2014/main" id="{46A5ED5E-AA1E-C90D-935C-D2718AB4F348}"/>
              </a:ext>
            </a:extLst>
          </p:cNvPr>
          <p:cNvSpPr txBox="1"/>
          <p:nvPr/>
        </p:nvSpPr>
        <p:spPr>
          <a:xfrm>
            <a:off x="6733810" y="5891532"/>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 Unique Workers</a:t>
            </a:r>
          </a:p>
        </p:txBody>
      </p:sp>
      <p:sp>
        <p:nvSpPr>
          <p:cNvPr id="59" name="Rectangle: Rounded Corners 58">
            <a:extLst>
              <a:ext uri="{FF2B5EF4-FFF2-40B4-BE49-F238E27FC236}">
                <a16:creationId xmlns:a16="http://schemas.microsoft.com/office/drawing/2014/main" id="{94506185-A75E-C745-5F71-B5B4380C28D4}"/>
              </a:ext>
              <a:ext uri="{C183D7F6-B498-43B3-948B-1728B52AA6E4}">
                <adec:decorative xmlns:adec="http://schemas.microsoft.com/office/drawing/2017/decorative" val="0"/>
              </a:ext>
            </a:extLst>
          </p:cNvPr>
          <p:cNvSpPr/>
          <p:nvPr/>
        </p:nvSpPr>
        <p:spPr bwMode="auto">
          <a:xfrm>
            <a:off x="9558308"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40</a:t>
            </a:r>
          </a:p>
        </p:txBody>
      </p:sp>
      <p:sp>
        <p:nvSpPr>
          <p:cNvPr id="60" name="TextBox 59">
            <a:extLst>
              <a:ext uri="{FF2B5EF4-FFF2-40B4-BE49-F238E27FC236}">
                <a16:creationId xmlns:a16="http://schemas.microsoft.com/office/drawing/2014/main" id="{81285CDD-FACC-C3AC-46B1-6E6229F50ACA}"/>
              </a:ext>
            </a:extLst>
          </p:cNvPr>
          <p:cNvSpPr txBox="1"/>
          <p:nvPr/>
        </p:nvSpPr>
        <p:spPr>
          <a:xfrm>
            <a:off x="9486757"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Value Calculated</a:t>
            </a:r>
          </a:p>
        </p:txBody>
      </p:sp>
      <p:pic>
        <p:nvPicPr>
          <p:cNvPr id="63" name="Graphic 62" descr="Close with solid fill">
            <a:extLst>
              <a:ext uri="{FF2B5EF4-FFF2-40B4-BE49-F238E27FC236}">
                <a16:creationId xmlns:a16="http://schemas.microsoft.com/office/drawing/2014/main" id="{5B38F290-ED01-37D6-DDFA-BCD3B273D8F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53232" y="6273753"/>
            <a:ext cx="277209" cy="277209"/>
          </a:xfrm>
          <a:prstGeom prst="rect">
            <a:avLst/>
          </a:prstGeom>
        </p:spPr>
      </p:pic>
      <p:pic>
        <p:nvPicPr>
          <p:cNvPr id="64" name="Graphic 63" descr="Close with solid fill">
            <a:extLst>
              <a:ext uri="{FF2B5EF4-FFF2-40B4-BE49-F238E27FC236}">
                <a16:creationId xmlns:a16="http://schemas.microsoft.com/office/drawing/2014/main" id="{AE373AD5-BA25-26DD-329C-39E1F4BE6F7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25738" y="6273753"/>
            <a:ext cx="277209" cy="277209"/>
          </a:xfrm>
          <a:prstGeom prst="rect">
            <a:avLst/>
          </a:prstGeom>
        </p:spPr>
      </p:pic>
      <p:pic>
        <p:nvPicPr>
          <p:cNvPr id="65" name="Graphic 64" descr="Arrow Right with solid fill">
            <a:extLst>
              <a:ext uri="{FF2B5EF4-FFF2-40B4-BE49-F238E27FC236}">
                <a16:creationId xmlns:a16="http://schemas.microsoft.com/office/drawing/2014/main" id="{C8A7D035-856D-17B1-BA63-25B297A77165}"/>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81039" y="6159628"/>
            <a:ext cx="505459" cy="505459"/>
          </a:xfrm>
          <a:prstGeom prst="rect">
            <a:avLst/>
          </a:prstGeom>
        </p:spPr>
      </p:pic>
      <p:sp>
        <p:nvSpPr>
          <p:cNvPr id="66" name="TextBox 65">
            <a:extLst>
              <a:ext uri="{FF2B5EF4-FFF2-40B4-BE49-F238E27FC236}">
                <a16:creationId xmlns:a16="http://schemas.microsoft.com/office/drawing/2014/main" id="{94304051-8631-CAC8-12F9-545471E8AD59}"/>
              </a:ext>
            </a:extLst>
          </p:cNvPr>
          <p:cNvSpPr txBox="1"/>
          <p:nvPr/>
        </p:nvSpPr>
        <p:spPr>
          <a:xfrm>
            <a:off x="10502584" y="620439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 per week saving</a:t>
            </a:r>
          </a:p>
        </p:txBody>
      </p:sp>
      <p:pic>
        <p:nvPicPr>
          <p:cNvPr id="56" name="Graphic 55" descr="Stopwatch 75% with solid fill">
            <a:extLst>
              <a:ext uri="{FF2B5EF4-FFF2-40B4-BE49-F238E27FC236}">
                <a16:creationId xmlns:a16="http://schemas.microsoft.com/office/drawing/2014/main" id="{1469DFDA-5605-DB7F-9C4C-6EDF70290A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0945" y="5918521"/>
            <a:ext cx="493837" cy="493837"/>
          </a:xfrm>
          <a:prstGeom prst="rect">
            <a:avLst/>
          </a:prstGeom>
        </p:spPr>
      </p:pic>
      <p:sp>
        <p:nvSpPr>
          <p:cNvPr id="57" name="TextBox 56">
            <a:extLst>
              <a:ext uri="{FF2B5EF4-FFF2-40B4-BE49-F238E27FC236}">
                <a16:creationId xmlns:a16="http://schemas.microsoft.com/office/drawing/2014/main" id="{A8B3F7D3-1899-3ACF-DEEC-B9E37EF5B6AB}"/>
              </a:ext>
            </a:extLst>
          </p:cNvPr>
          <p:cNvSpPr txBox="1"/>
          <p:nvPr/>
        </p:nvSpPr>
        <p:spPr>
          <a:xfrm>
            <a:off x="649055" y="6397967"/>
            <a:ext cx="1002242" cy="24468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Time saving</a:t>
            </a:r>
          </a:p>
        </p:txBody>
      </p:sp>
      <p:sp>
        <p:nvSpPr>
          <p:cNvPr id="29" name="Arrow: Chevron 28">
            <a:extLst>
              <a:ext uri="{FF2B5EF4-FFF2-40B4-BE49-F238E27FC236}">
                <a16:creationId xmlns:a16="http://schemas.microsoft.com/office/drawing/2014/main" id="{A5E08D0F-5509-CACC-1CBD-648657100869}"/>
              </a:ext>
            </a:extLst>
          </p:cNvPr>
          <p:cNvSpPr/>
          <p:nvPr/>
        </p:nvSpPr>
        <p:spPr bwMode="auto">
          <a:xfrm rot="2159733">
            <a:off x="8807146" y="376208"/>
            <a:ext cx="4877230" cy="581849"/>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SG" sz="2400" b="1" dirty="0">
                <a:gradFill>
                  <a:gsLst>
                    <a:gs pos="0">
                      <a:srgbClr val="FFFFFF"/>
                    </a:gs>
                    <a:gs pos="100000">
                      <a:srgbClr val="FFFFFF"/>
                    </a:gs>
                  </a:gsLst>
                  <a:lin ang="5400000" scaled="0"/>
                </a:gradFill>
                <a:ea typeface="Segoe UI" pitchFamily="34" charset="0"/>
                <a:cs typeface="Segoe UI" pitchFamily="34" charset="0"/>
              </a:rPr>
              <a:t>SAMPLE</a:t>
            </a:r>
          </a:p>
        </p:txBody>
      </p:sp>
    </p:spTree>
    <p:extLst>
      <p:ext uri="{BB962C8B-B14F-4D97-AF65-F5344CB8AC3E}">
        <p14:creationId xmlns:p14="http://schemas.microsoft.com/office/powerpoint/2010/main" val="46146175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E0BE2-7C2D-A1D6-940A-C4198F00D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ECEAE-3F41-8D29-E5A2-9A1BFC80EB1D}"/>
              </a:ext>
            </a:extLst>
          </p:cNvPr>
          <p:cNvSpPr>
            <a:spLocks noGrp="1"/>
          </p:cNvSpPr>
          <p:nvPr>
            <p:ph type="title"/>
          </p:nvPr>
        </p:nvSpPr>
        <p:spPr>
          <a:xfrm>
            <a:off x="588263" y="-67389"/>
            <a:ext cx="11018520" cy="430887"/>
          </a:xfrm>
        </p:spPr>
        <p:txBody>
          <a:bodyPr/>
          <a:lstStyle/>
          <a:p>
            <a:r>
              <a:rPr lang="en-SG" sz="3200" dirty="0">
                <a:gradFill flip="none" rotWithShape="1">
                  <a:gsLst>
                    <a:gs pos="50000">
                      <a:srgbClr val="8661C5"/>
                    </a:gs>
                    <a:gs pos="0">
                      <a:srgbClr val="3E76D4"/>
                    </a:gs>
                    <a:gs pos="100000">
                      <a:srgbClr val="C73ECC"/>
                    </a:gs>
                  </a:gsLst>
                  <a:lin ang="2700000" scaled="1"/>
                  <a:tileRect/>
                </a:gradFill>
                <a:cs typeface="+mn-cs"/>
              </a:rPr>
              <a:t>Design your Agent Workflow</a:t>
            </a:r>
          </a:p>
        </p:txBody>
      </p:sp>
      <p:sp>
        <p:nvSpPr>
          <p:cNvPr id="12" name="Rectangle: Rounded Corners 11">
            <a:extLst>
              <a:ext uri="{FF2B5EF4-FFF2-40B4-BE49-F238E27FC236}">
                <a16:creationId xmlns:a16="http://schemas.microsoft.com/office/drawing/2014/main" id="{F2B13279-1CB0-0C28-96F2-79E4D6A7373E}"/>
              </a:ext>
              <a:ext uri="{C183D7F6-B498-43B3-948B-1728B52AA6E4}">
                <adec:decorative xmlns:adec="http://schemas.microsoft.com/office/drawing/2017/decorative" val="0"/>
              </a:ext>
            </a:extLst>
          </p:cNvPr>
          <p:cNvSpPr/>
          <p:nvPr/>
        </p:nvSpPr>
        <p:spPr bwMode="auto">
          <a:xfrm>
            <a:off x="548640" y="601298"/>
            <a:ext cx="11338560" cy="1194482"/>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Use Case</a:t>
            </a:r>
          </a:p>
          <a:p>
            <a:r>
              <a:rPr lang="en-SG" sz="1100" dirty="0">
                <a:solidFill>
                  <a:schemeClr val="tx1"/>
                </a:solidFill>
              </a:rPr>
              <a:t>Reduce the time required to resolve student enquiries by equipping new and existing officers with the knowledge and tools to handle cases independently, accelerating onboarding and reducing reliance on SMEs.</a:t>
            </a:r>
          </a:p>
        </p:txBody>
      </p:sp>
      <p:sp>
        <p:nvSpPr>
          <p:cNvPr id="4" name="Rounded Rectangle 7">
            <a:extLst>
              <a:ext uri="{FF2B5EF4-FFF2-40B4-BE49-F238E27FC236}">
                <a16:creationId xmlns:a16="http://schemas.microsoft.com/office/drawing/2014/main" id="{8D8A80FC-E37B-B4B4-CE57-77985C347218}"/>
              </a:ext>
            </a:extLst>
          </p:cNvPr>
          <p:cNvSpPr/>
          <p:nvPr/>
        </p:nvSpPr>
        <p:spPr>
          <a:xfrm>
            <a:off x="54864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Oval 6">
            <a:extLst>
              <a:ext uri="{FF2B5EF4-FFF2-40B4-BE49-F238E27FC236}">
                <a16:creationId xmlns:a16="http://schemas.microsoft.com/office/drawing/2014/main" id="{A91056ED-2F55-729B-9849-8B8B415A6272}"/>
              </a:ext>
            </a:extLst>
          </p:cNvPr>
          <p:cNvSpPr/>
          <p:nvPr/>
        </p:nvSpPr>
        <p:spPr>
          <a:xfrm>
            <a:off x="69494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1</a:t>
            </a:r>
          </a:p>
        </p:txBody>
      </p:sp>
      <p:sp>
        <p:nvSpPr>
          <p:cNvPr id="9" name="TextBox 8">
            <a:extLst>
              <a:ext uri="{FF2B5EF4-FFF2-40B4-BE49-F238E27FC236}">
                <a16:creationId xmlns:a16="http://schemas.microsoft.com/office/drawing/2014/main" id="{01E9DC9C-6E31-493A-3350-26B39EB07C54}"/>
              </a:ext>
            </a:extLst>
          </p:cNvPr>
          <p:cNvSpPr txBox="1"/>
          <p:nvPr/>
        </p:nvSpPr>
        <p:spPr>
          <a:xfrm>
            <a:off x="1152144" y="2115820"/>
            <a:ext cx="2286000" cy="507831"/>
          </a:xfrm>
          <a:prstGeom prst="rect">
            <a:avLst/>
          </a:prstGeom>
          <a:noFill/>
        </p:spPr>
        <p:txBody>
          <a:bodyPr wrap="square" lIns="0" tIns="0" rIns="0" bIns="0">
            <a:spAutoFit/>
          </a:bodyPr>
          <a:lstStyle/>
          <a:p>
            <a:r>
              <a:rPr lang="en-SG" sz="1100" b="1" dirty="0">
                <a:solidFill>
                  <a:srgbClr val="000000"/>
                </a:solidFill>
                <a:latin typeface="Segoe UI" panose="020B0502040204020203" pitchFamily="34" charset="0"/>
              </a:rPr>
              <a:t>Retrieve Knowledge</a:t>
            </a:r>
          </a:p>
          <a:p>
            <a:r>
              <a:rPr lang="en-SG" sz="1100" dirty="0">
                <a:solidFill>
                  <a:srgbClr val="000000"/>
                </a:solidFill>
                <a:latin typeface="Segoe UI" panose="020B0502040204020203" pitchFamily="34" charset="0"/>
              </a:rPr>
              <a:t>Student Services Agent (Agent Builder)</a:t>
            </a:r>
          </a:p>
        </p:txBody>
      </p:sp>
      <p:sp>
        <p:nvSpPr>
          <p:cNvPr id="13" name="Rounded Rectangle 10">
            <a:extLst>
              <a:ext uri="{FF2B5EF4-FFF2-40B4-BE49-F238E27FC236}">
                <a16:creationId xmlns:a16="http://schemas.microsoft.com/office/drawing/2014/main" id="{379DA7B5-1815-0A59-D0D4-7D403A23BF20}"/>
              </a:ext>
            </a:extLst>
          </p:cNvPr>
          <p:cNvSpPr/>
          <p:nvPr/>
        </p:nvSpPr>
        <p:spPr>
          <a:xfrm>
            <a:off x="69494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5BE71630-2E69-5D3D-EBEC-740ACCAA0C01}"/>
              </a:ext>
            </a:extLst>
          </p:cNvPr>
          <p:cNvSpPr txBox="1"/>
          <p:nvPr/>
        </p:nvSpPr>
        <p:spPr>
          <a:xfrm>
            <a:off x="822959" y="2755900"/>
            <a:ext cx="2651760" cy="923330"/>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INPUT</a:t>
            </a:r>
            <a:endParaRPr lang="en-GB" sz="1000" b="1" spc="120" dirty="0">
              <a:solidFill>
                <a:srgbClr val="5B21B6"/>
              </a:solidFill>
            </a:endParaRPr>
          </a:p>
          <a:p>
            <a:r>
              <a:rPr lang="en-SG" sz="1000" dirty="0"/>
              <a:t>Rephrase the student's enquiry into a clear, structured query and use the custom Student Services Agent to retrieve relevant information from its knowledge sources, including student services guidelines, policies and procedures.</a:t>
            </a:r>
          </a:p>
        </p:txBody>
      </p:sp>
      <p:sp>
        <p:nvSpPr>
          <p:cNvPr id="17" name="Rounded Rectangle 12">
            <a:extLst>
              <a:ext uri="{FF2B5EF4-FFF2-40B4-BE49-F238E27FC236}">
                <a16:creationId xmlns:a16="http://schemas.microsoft.com/office/drawing/2014/main" id="{6D4FFDA0-D872-DF77-E5D1-B4F28D92F8A7}"/>
              </a:ext>
            </a:extLst>
          </p:cNvPr>
          <p:cNvSpPr/>
          <p:nvPr/>
        </p:nvSpPr>
        <p:spPr>
          <a:xfrm>
            <a:off x="69494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E6823880-825E-582D-C753-92FE1E58CF2F}"/>
              </a:ext>
            </a:extLst>
          </p:cNvPr>
          <p:cNvSpPr txBox="1"/>
          <p:nvPr/>
        </p:nvSpPr>
        <p:spPr>
          <a:xfrm>
            <a:off x="822959" y="4687897"/>
            <a:ext cx="2651760" cy="615553"/>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OUTPUT</a:t>
            </a:r>
            <a:endParaRPr lang="en-GB" sz="1000" b="1" spc="120" dirty="0">
              <a:solidFill>
                <a:srgbClr val="5B21B6"/>
              </a:solidFill>
            </a:endParaRPr>
          </a:p>
          <a:p>
            <a:r>
              <a:rPr lang="en-SG" sz="1000" dirty="0"/>
              <a:t>A clear, actionable response to the student's enquiry, supported by citations to the relevant guidelines, policies and procedures.</a:t>
            </a:r>
            <a:endParaRPr lang="en-GB" sz="1000" b="0" dirty="0"/>
          </a:p>
        </p:txBody>
      </p:sp>
      <p:sp>
        <p:nvSpPr>
          <p:cNvPr id="21" name="Right Arrow 14">
            <a:extLst>
              <a:ext uri="{FF2B5EF4-FFF2-40B4-BE49-F238E27FC236}">
                <a16:creationId xmlns:a16="http://schemas.microsoft.com/office/drawing/2014/main" id="{19982ED3-A74F-060F-48CC-D20C0DD00777}"/>
              </a:ext>
            </a:extLst>
          </p:cNvPr>
          <p:cNvSpPr/>
          <p:nvPr/>
        </p:nvSpPr>
        <p:spPr>
          <a:xfrm>
            <a:off x="407822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Rounded Rectangle 15">
            <a:extLst>
              <a:ext uri="{FF2B5EF4-FFF2-40B4-BE49-F238E27FC236}">
                <a16:creationId xmlns:a16="http://schemas.microsoft.com/office/drawing/2014/main" id="{4525BA78-2107-4CA5-BB1A-9F23BC6AF811}"/>
              </a:ext>
            </a:extLst>
          </p:cNvPr>
          <p:cNvSpPr/>
          <p:nvPr/>
        </p:nvSpPr>
        <p:spPr>
          <a:xfrm>
            <a:off x="461772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Oval 24">
            <a:extLst>
              <a:ext uri="{FF2B5EF4-FFF2-40B4-BE49-F238E27FC236}">
                <a16:creationId xmlns:a16="http://schemas.microsoft.com/office/drawing/2014/main" id="{812D5137-2ECC-A3BE-E217-65C5DC2282C5}"/>
              </a:ext>
            </a:extLst>
          </p:cNvPr>
          <p:cNvSpPr/>
          <p:nvPr/>
        </p:nvSpPr>
        <p:spPr>
          <a:xfrm>
            <a:off x="476402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2</a:t>
            </a:r>
          </a:p>
        </p:txBody>
      </p:sp>
      <p:sp>
        <p:nvSpPr>
          <p:cNvPr id="27" name="TextBox 26">
            <a:extLst>
              <a:ext uri="{FF2B5EF4-FFF2-40B4-BE49-F238E27FC236}">
                <a16:creationId xmlns:a16="http://schemas.microsoft.com/office/drawing/2014/main" id="{1D71F80A-00A3-4563-D97B-E6259B832BAE}"/>
              </a:ext>
            </a:extLst>
          </p:cNvPr>
          <p:cNvSpPr txBox="1">
            <a:spLocks/>
          </p:cNvSpPr>
          <p:nvPr/>
        </p:nvSpPr>
        <p:spPr>
          <a:xfrm>
            <a:off x="522122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Document and summarise</a:t>
            </a:r>
          </a:p>
          <a:p>
            <a:r>
              <a:rPr lang="en-SG" b="0" dirty="0"/>
              <a:t>Writing Coach</a:t>
            </a:r>
          </a:p>
        </p:txBody>
      </p:sp>
      <p:sp>
        <p:nvSpPr>
          <p:cNvPr id="29" name="Rounded Rectangle 18">
            <a:extLst>
              <a:ext uri="{FF2B5EF4-FFF2-40B4-BE49-F238E27FC236}">
                <a16:creationId xmlns:a16="http://schemas.microsoft.com/office/drawing/2014/main" id="{11AA3349-11DD-AE97-13A2-E44DD8310511}"/>
              </a:ext>
            </a:extLst>
          </p:cNvPr>
          <p:cNvSpPr>
            <a:spLocks/>
          </p:cNvSpPr>
          <p:nvPr/>
        </p:nvSpPr>
        <p:spPr>
          <a:xfrm>
            <a:off x="476402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1" name="TextBox 30">
            <a:extLst>
              <a:ext uri="{FF2B5EF4-FFF2-40B4-BE49-F238E27FC236}">
                <a16:creationId xmlns:a16="http://schemas.microsoft.com/office/drawing/2014/main" id="{A21B92EA-127C-7BB8-634D-E5CF9E11011F}"/>
              </a:ext>
            </a:extLst>
          </p:cNvPr>
          <p:cNvSpPr txBox="1">
            <a:spLocks/>
          </p:cNvSpPr>
          <p:nvPr/>
        </p:nvSpPr>
        <p:spPr>
          <a:xfrm>
            <a:off x="4892040" y="2755900"/>
            <a:ext cx="2651760" cy="769441"/>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pPr algn="l"/>
            <a:r>
              <a:rPr lang="en-GB" sz="1000" b="0" dirty="0"/>
              <a:t>Student enquiry details and information. Use the writing coach to transform it + the supporting information into a concise structured case summary</a:t>
            </a:r>
          </a:p>
        </p:txBody>
      </p:sp>
      <p:sp>
        <p:nvSpPr>
          <p:cNvPr id="33" name="Rounded Rectangle 20">
            <a:extLst>
              <a:ext uri="{FF2B5EF4-FFF2-40B4-BE49-F238E27FC236}">
                <a16:creationId xmlns:a16="http://schemas.microsoft.com/office/drawing/2014/main" id="{4D9C2E07-F445-C888-53D5-389230BB18A7}"/>
              </a:ext>
            </a:extLst>
          </p:cNvPr>
          <p:cNvSpPr>
            <a:spLocks/>
          </p:cNvSpPr>
          <p:nvPr/>
        </p:nvSpPr>
        <p:spPr>
          <a:xfrm>
            <a:off x="476402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5" name="TextBox 34">
            <a:extLst>
              <a:ext uri="{FF2B5EF4-FFF2-40B4-BE49-F238E27FC236}">
                <a16:creationId xmlns:a16="http://schemas.microsoft.com/office/drawing/2014/main" id="{6060B44F-04EB-AC6A-32BD-D307EF7BD8CB}"/>
              </a:ext>
            </a:extLst>
          </p:cNvPr>
          <p:cNvSpPr txBox="1">
            <a:spLocks/>
          </p:cNvSpPr>
          <p:nvPr/>
        </p:nvSpPr>
        <p:spPr>
          <a:xfrm>
            <a:off x="4892040" y="4687897"/>
            <a:ext cx="2651760" cy="615553"/>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pPr algn="l"/>
            <a:r>
              <a:rPr lang="en-GB" sz="1000" b="0" dirty="0"/>
              <a:t>Clear, professionally written case description capturing the student’s request and background</a:t>
            </a:r>
          </a:p>
        </p:txBody>
      </p:sp>
      <p:sp>
        <p:nvSpPr>
          <p:cNvPr id="37" name="Right Arrow 22">
            <a:extLst>
              <a:ext uri="{FF2B5EF4-FFF2-40B4-BE49-F238E27FC236}">
                <a16:creationId xmlns:a16="http://schemas.microsoft.com/office/drawing/2014/main" id="{63FF9125-363B-A59B-B542-55CDD5F30E8F}"/>
              </a:ext>
            </a:extLst>
          </p:cNvPr>
          <p:cNvSpPr>
            <a:spLocks/>
          </p:cNvSpPr>
          <p:nvPr/>
        </p:nvSpPr>
        <p:spPr>
          <a:xfrm>
            <a:off x="8147303"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9" name="Rounded Rectangle 23">
            <a:extLst>
              <a:ext uri="{FF2B5EF4-FFF2-40B4-BE49-F238E27FC236}">
                <a16:creationId xmlns:a16="http://schemas.microsoft.com/office/drawing/2014/main" id="{9EDE4A90-D6AA-4F9D-BA45-575DE393E1A1}"/>
              </a:ext>
            </a:extLst>
          </p:cNvPr>
          <p:cNvSpPr/>
          <p:nvPr/>
        </p:nvSpPr>
        <p:spPr>
          <a:xfrm>
            <a:off x="868680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Oval 40">
            <a:extLst>
              <a:ext uri="{FF2B5EF4-FFF2-40B4-BE49-F238E27FC236}">
                <a16:creationId xmlns:a16="http://schemas.microsoft.com/office/drawing/2014/main" id="{154D8260-B439-0A46-D417-504046CC25B0}"/>
              </a:ext>
            </a:extLst>
          </p:cNvPr>
          <p:cNvSpPr/>
          <p:nvPr/>
        </p:nvSpPr>
        <p:spPr>
          <a:xfrm>
            <a:off x="883310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3</a:t>
            </a:r>
          </a:p>
        </p:txBody>
      </p:sp>
      <p:sp>
        <p:nvSpPr>
          <p:cNvPr id="43" name="TextBox 42">
            <a:extLst>
              <a:ext uri="{FF2B5EF4-FFF2-40B4-BE49-F238E27FC236}">
                <a16:creationId xmlns:a16="http://schemas.microsoft.com/office/drawing/2014/main" id="{56D93785-8600-BDB4-867A-8FF368B71273}"/>
              </a:ext>
            </a:extLst>
          </p:cNvPr>
          <p:cNvSpPr txBox="1">
            <a:spLocks/>
          </p:cNvSpPr>
          <p:nvPr/>
        </p:nvSpPr>
        <p:spPr>
          <a:xfrm>
            <a:off x="929030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Draft response in Outlook</a:t>
            </a:r>
          </a:p>
          <a:p>
            <a:r>
              <a:rPr lang="en-SG" b="0" dirty="0"/>
              <a:t>Copilot in Outlook</a:t>
            </a:r>
          </a:p>
        </p:txBody>
      </p:sp>
      <p:sp>
        <p:nvSpPr>
          <p:cNvPr id="45" name="Rounded Rectangle 26">
            <a:extLst>
              <a:ext uri="{FF2B5EF4-FFF2-40B4-BE49-F238E27FC236}">
                <a16:creationId xmlns:a16="http://schemas.microsoft.com/office/drawing/2014/main" id="{B078C2A5-590E-1B21-D4D1-2831C78A6AE9}"/>
              </a:ext>
            </a:extLst>
          </p:cNvPr>
          <p:cNvSpPr/>
          <p:nvPr/>
        </p:nvSpPr>
        <p:spPr>
          <a:xfrm>
            <a:off x="883310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47" name="TextBox 46">
            <a:extLst>
              <a:ext uri="{FF2B5EF4-FFF2-40B4-BE49-F238E27FC236}">
                <a16:creationId xmlns:a16="http://schemas.microsoft.com/office/drawing/2014/main" id="{315A9E53-C1A1-4608-0E34-17F6A01DA902}"/>
              </a:ext>
            </a:extLst>
          </p:cNvPr>
          <p:cNvSpPr txBox="1"/>
          <p:nvPr/>
        </p:nvSpPr>
        <p:spPr>
          <a:xfrm>
            <a:off x="8961120" y="2755900"/>
            <a:ext cx="2651760" cy="615553"/>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SG" sz="1000" dirty="0"/>
              <a:t>Use the original student enquiry &amp; retrieved guidance and get Copilot in Outlook to draft and refine the answer clearly.</a:t>
            </a:r>
            <a:endParaRPr lang="en-GB" sz="1000" b="0" dirty="0"/>
          </a:p>
        </p:txBody>
      </p:sp>
      <p:sp>
        <p:nvSpPr>
          <p:cNvPr id="49" name="Rounded Rectangle 28">
            <a:extLst>
              <a:ext uri="{FF2B5EF4-FFF2-40B4-BE49-F238E27FC236}">
                <a16:creationId xmlns:a16="http://schemas.microsoft.com/office/drawing/2014/main" id="{0F443C13-BBE4-DDEF-52EF-C552ADAC5C3E}"/>
              </a:ext>
            </a:extLst>
          </p:cNvPr>
          <p:cNvSpPr/>
          <p:nvPr/>
        </p:nvSpPr>
        <p:spPr>
          <a:xfrm>
            <a:off x="883310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5CB8F69C-6ABD-BD82-3BCB-D33369432413}"/>
              </a:ext>
            </a:extLst>
          </p:cNvPr>
          <p:cNvSpPr txBox="1"/>
          <p:nvPr/>
        </p:nvSpPr>
        <p:spPr>
          <a:xfrm>
            <a:off x="8961120" y="4687897"/>
            <a:ext cx="2651760" cy="615553"/>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pPr algn="l"/>
            <a:r>
              <a:rPr lang="en-GB" sz="1000" b="0" dirty="0"/>
              <a:t>A clear, professionally written email with the appropriate guidance and actionable next steps.</a:t>
            </a:r>
          </a:p>
        </p:txBody>
      </p:sp>
      <p:sp>
        <p:nvSpPr>
          <p:cNvPr id="8" name="Arrow: Chevron 7">
            <a:extLst>
              <a:ext uri="{FF2B5EF4-FFF2-40B4-BE49-F238E27FC236}">
                <a16:creationId xmlns:a16="http://schemas.microsoft.com/office/drawing/2014/main" id="{F5554684-DB8F-4C42-14B7-CFBEFDB3DA8E}"/>
              </a:ext>
            </a:extLst>
          </p:cNvPr>
          <p:cNvSpPr/>
          <p:nvPr/>
        </p:nvSpPr>
        <p:spPr bwMode="auto">
          <a:xfrm rot="2159733">
            <a:off x="8807146" y="376208"/>
            <a:ext cx="4877230" cy="581849"/>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SG" sz="2400" b="1" dirty="0">
                <a:gradFill>
                  <a:gsLst>
                    <a:gs pos="0">
                      <a:srgbClr val="FFFFFF"/>
                    </a:gs>
                    <a:gs pos="100000">
                      <a:srgbClr val="FFFFFF"/>
                    </a:gs>
                  </a:gsLst>
                  <a:lin ang="5400000" scaled="0"/>
                </a:gradFill>
                <a:ea typeface="Segoe UI" pitchFamily="34" charset="0"/>
                <a:cs typeface="Segoe UI" pitchFamily="34" charset="0"/>
              </a:rPr>
              <a:t>SAMPLE</a:t>
            </a:r>
          </a:p>
        </p:txBody>
      </p:sp>
    </p:spTree>
    <p:extLst>
      <p:ext uri="{BB962C8B-B14F-4D97-AF65-F5344CB8AC3E}">
        <p14:creationId xmlns:p14="http://schemas.microsoft.com/office/powerpoint/2010/main" val="1304659930"/>
      </p:ext>
    </p:extLst>
  </p:cSld>
  <p:clrMapOvr>
    <a:masterClrMapping/>
  </p:clrMapOvr>
  <p:transition>
    <p:fade/>
  </p:transition>
</p:sld>
</file>

<file path=ppt/theme/theme1.xml><?xml version="1.0" encoding="utf-8"?>
<a:theme xmlns:a="http://schemas.openxmlformats.org/drawingml/2006/main" name="1_Microsoft 365 Template">
  <a:themeElements>
    <a:clrScheme name="Custom 33">
      <a:dk1>
        <a:srgbClr val="000000"/>
      </a:dk1>
      <a:lt1>
        <a:srgbClr val="FFFFFF"/>
      </a:lt1>
      <a:dk2>
        <a:srgbClr val="243A5E"/>
      </a:dk2>
      <a:lt2>
        <a:srgbClr val="E6E6E6"/>
      </a:lt2>
      <a:accent1>
        <a:srgbClr val="0078D4"/>
      </a:accent1>
      <a:accent2>
        <a:srgbClr val="243A5E"/>
      </a:accent2>
      <a:accent3>
        <a:srgbClr val="50E6FF"/>
      </a:accent3>
      <a:accent4>
        <a:srgbClr val="274B47"/>
      </a:accent4>
      <a:accent5>
        <a:srgbClr val="3B2E58"/>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headEnd type="none" w="med" len="med"/>
          <a:tailEnd type="none" w="med" len="med"/>
        </a:ln>
        <a:effectLst>
          <a:outerShdw blurRad="214029" dist="43797" dir="2700000" algn="tl" rotWithShape="0">
            <a:prstClr val="black">
              <a:alpha val="14880"/>
            </a:prstClr>
          </a:outerShdw>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3291_June2019_CorporateStrategy_Template_2019_Cool_ReadyToUse_Final" id="{724A0421-D3A6-4986-BBF4-21E52F9F9828}" vid="{3B241741-D921-46D0-A42F-E55E8D8168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255728ac-0dcb-4ecf-8329-611bd8cba9be">
      <Terms xmlns="http://schemas.microsoft.com/office/infopath/2007/PartnerControls"/>
    </lcf76f155ced4ddcb4097134ff3c332f>
    <TaxCatchAll xmlns="77f51cd6-eadd-4118-9efb-f4c7a060f82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2B2F26EC3B5F74FB6F5EEB66F4D3424" ma:contentTypeVersion="14" ma:contentTypeDescription="Create a new document." ma:contentTypeScope="" ma:versionID="a5be00c567a02fc5288f52098dc2403b">
  <xsd:schema xmlns:xsd="http://www.w3.org/2001/XMLSchema" xmlns:xs="http://www.w3.org/2001/XMLSchema" xmlns:p="http://schemas.microsoft.com/office/2006/metadata/properties" xmlns:ns1="http://schemas.microsoft.com/sharepoint/v3" xmlns:ns2="255728ac-0dcb-4ecf-8329-611bd8cba9be" xmlns:ns3="77f51cd6-eadd-4118-9efb-f4c7a060f822" targetNamespace="http://schemas.microsoft.com/office/2006/metadata/properties" ma:root="true" ma:fieldsID="d94b98a6262832c03b7936cf2d894f27" ns1:_="" ns2:_="" ns3:_="">
    <xsd:import namespace="http://schemas.microsoft.com/sharepoint/v3"/>
    <xsd:import namespace="255728ac-0dcb-4ecf-8329-611bd8cba9be"/>
    <xsd:import namespace="77f51cd6-eadd-4118-9efb-f4c7a060f82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5728ac-0dcb-4ecf-8329-611bd8cba9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f51cd6-eadd-4118-9efb-f4c7a060f82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689bed72-3c26-46d3-85d8-f6266c7fd160}" ma:internalName="TaxCatchAll" ma:showField="CatchAllData" ma:web="77f51cd6-eadd-4118-9efb-f4c7a060f8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70A759-F1B7-4F3E-B667-D6701A476EE3}">
  <ds:schemaRefs>
    <ds:schemaRef ds:uri="http://www.w3.org/XML/1998/namespace"/>
    <ds:schemaRef ds:uri="http://schemas.microsoft.com/office/2006/documentManagement/types"/>
    <ds:schemaRef ds:uri="255728ac-0dcb-4ecf-8329-611bd8cba9be"/>
    <ds:schemaRef ds:uri="http://purl.org/dc/term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77f51cd6-eadd-4118-9efb-f4c7a060f822"/>
    <ds:schemaRef ds:uri="http://schemas.microsoft.com/sharepoint/v3"/>
    <ds:schemaRef ds:uri="http://purl.org/dc/dcmitype/"/>
  </ds:schemaRefs>
</ds:datastoreItem>
</file>

<file path=customXml/itemProps2.xml><?xml version="1.0" encoding="utf-8"?>
<ds:datastoreItem xmlns:ds="http://schemas.openxmlformats.org/officeDocument/2006/customXml" ds:itemID="{0694249B-5728-4EF2-AD55-D09A6F7A25CE}">
  <ds:schemaRefs>
    <ds:schemaRef ds:uri="http://schemas.microsoft.com/sharepoint/v3/contenttype/forms"/>
  </ds:schemaRefs>
</ds:datastoreItem>
</file>

<file path=customXml/itemProps3.xml><?xml version="1.0" encoding="utf-8"?>
<ds:datastoreItem xmlns:ds="http://schemas.openxmlformats.org/officeDocument/2006/customXml" ds:itemID="{F33B2F13-F55E-43A6-841C-7BDF2FBED9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55728ac-0dcb-4ecf-8329-611bd8cba9be"/>
    <ds:schemaRef ds:uri="77f51cd6-eadd-4118-9efb-f4c7a060f8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556</TotalTime>
  <Words>1859</Words>
  <Application>Microsoft Office PowerPoint</Application>
  <PresentationFormat>Widescreen</PresentationFormat>
  <Paragraphs>269</Paragraphs>
  <Slides>10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Segoe Sans Display</vt:lpstr>
      <vt:lpstr>Segoe UI</vt:lpstr>
      <vt:lpstr>Segoe UI Semibold</vt:lpstr>
      <vt:lpstr>Wingdings</vt:lpstr>
      <vt:lpstr>1_Microsoft 365 Template</vt:lpstr>
      <vt:lpstr>GovTech M365 Copilot Agent-a-thon</vt:lpstr>
      <vt:lpstr>Welcome to the Agent-a-thon</vt:lpstr>
      <vt:lpstr>Agent Builder</vt:lpstr>
      <vt:lpstr>Design your Agent Workflow</vt:lpstr>
      <vt:lpstr>PowerPoint Presentation</vt:lpstr>
      <vt:lpstr>Agent Menu – The Full Line-up</vt:lpstr>
      <vt:lpstr>Example 1 – My use case…</vt:lpstr>
      <vt:lpstr>Design your Agent Workflow</vt:lpstr>
      <vt:lpstr>Example 2 – My use case…</vt:lpstr>
      <vt:lpstr>Design your Agent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for Microsoft 365</dc:title>
  <dc:creator>Stuart Ridout</dc:creator>
  <cp:lastModifiedBy>Reuel Ngo</cp:lastModifiedBy>
  <cp:revision>10</cp:revision>
  <dcterms:created xsi:type="dcterms:W3CDTF">2024-03-22T08:42:37Z</dcterms:created>
  <dcterms:modified xsi:type="dcterms:W3CDTF">2026-09-20T16:11:15Z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0x010100B2B2F26EC3B5F74FB6F5EEB66F4D3424</vt:lpwstr>
  </property>
  <property fmtid="{D5CDD505-2E9C-101B-9397-08002B2CF9AE}" pid="3" name="Order">
    <vt:lpwstr>1400.00000000000</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y fmtid="{D5CDD505-2E9C-101B-9397-08002B2CF9AE}" pid="10" name="MediaServiceImageTags">
    <vt:lpwstr/>
  </property>
</Properties>
</file>