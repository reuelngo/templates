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sldIdLst>
    <p:sldId id="2147483629" r:id="rId5"/>
    <p:sldId id="2147483620" r:id="rId6"/>
    <p:sldId id="2147483628" r:id="rId7"/>
    <p:sldId id="2147483611" r:id="rId8"/>
    <p:sldId id="2147483627" r:id="rId9"/>
    <p:sldId id="2147483625" r:id="rId10"/>
    <p:sldId id="2147483624" r:id="rId11"/>
    <p:sldId id="2147483623" r:id="rId12"/>
    <p:sldId id="214748362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573FBD7-29E2-1587-7F7C-842BB189FDF3}" name="Lee Boruchow" initials="LB" userId="S::leeboru@microsoft.com::43331b23-3412-4975-a07b-d9e80f36896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B42782-5EC9-41CE-8DEB-52CEEE969E2C}" v="45" dt="2026-09-20T16:08:39.5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72" autoAdjust="0"/>
    <p:restoredTop sz="94660"/>
  </p:normalViewPr>
  <p:slideViewPr>
    <p:cSldViewPr snapToGrid="0">
      <p:cViewPr>
        <p:scale>
          <a:sx n="75" d="100"/>
          <a:sy n="75" d="100"/>
        </p:scale>
        <p:origin x="1518" y="17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uel Ngo" userId="630da983-9bc0-4db9-b496-b90fbcc97014" providerId="ADAL" clId="{09730227-1908-4EA8-BA8E-5A59BE832678}"/>
    <pc:docChg chg="undo redo custSel addSld delSld modSld addMainMaster delMainMaster modMainMaster">
      <pc:chgData name="Reuel Ngo" userId="630da983-9bc0-4db9-b496-b90fbcc97014" providerId="ADAL" clId="{09730227-1908-4EA8-BA8E-5A59BE832678}" dt="2026-09-20T16:09:00.616" v="1652" actId="47"/>
      <pc:docMkLst>
        <pc:docMk/>
      </pc:docMkLst>
      <pc:sldChg chg="add del modTransition">
        <pc:chgData name="Reuel Ngo" userId="630da983-9bc0-4db9-b496-b90fbcc97014" providerId="ADAL" clId="{09730227-1908-4EA8-BA8E-5A59BE832678}" dt="2026-09-20T07:24:12.922" v="1576" actId="47"/>
        <pc:sldMkLst>
          <pc:docMk/>
          <pc:sldMk cId="3717300548" sldId="2147483413"/>
        </pc:sldMkLst>
      </pc:sldChg>
      <pc:sldChg chg="modSp del modTransition">
        <pc:chgData name="Reuel Ngo" userId="630da983-9bc0-4db9-b496-b90fbcc97014" providerId="ADAL" clId="{09730227-1908-4EA8-BA8E-5A59BE832678}" dt="2026-09-20T16:09:00.616" v="1652" actId="47"/>
        <pc:sldMkLst>
          <pc:docMk/>
          <pc:sldMk cId="1052972331" sldId="2147483572"/>
        </pc:sldMkLst>
        <pc:spChg chg="mod">
          <ac:chgData name="Reuel Ngo" userId="630da983-9bc0-4db9-b496-b90fbcc97014" providerId="ADAL" clId="{09730227-1908-4EA8-BA8E-5A59BE832678}" dt="2026-09-20T15:58:45.557" v="1633"/>
          <ac:spMkLst>
            <pc:docMk/>
            <pc:sldMk cId="1052972331" sldId="2147483572"/>
            <ac:spMk id="2" creationId="{B18FB70A-9461-B7CC-C688-BB1845056E84}"/>
          </ac:spMkLst>
        </pc:spChg>
      </pc:sldChg>
      <pc:sldChg chg="addSp delSp modSp del mod modTransition modClrScheme chgLayout">
        <pc:chgData name="Reuel Ngo" userId="630da983-9bc0-4db9-b496-b90fbcc97014" providerId="ADAL" clId="{09730227-1908-4EA8-BA8E-5A59BE832678}" dt="2026-09-20T07:13:59.689" v="1546" actId="47"/>
        <pc:sldMkLst>
          <pc:docMk/>
          <pc:sldMk cId="1024829219" sldId="2147483609"/>
        </pc:sldMkLst>
        <pc:spChg chg="mod">
          <ac:chgData name="Reuel Ngo" userId="630da983-9bc0-4db9-b496-b90fbcc97014" providerId="ADAL" clId="{09730227-1908-4EA8-BA8E-5A59BE832678}" dt="2026-09-19T08:35:14.637" v="1514" actId="20577"/>
          <ac:spMkLst>
            <pc:docMk/>
            <pc:sldMk cId="1024829219" sldId="2147483609"/>
            <ac:spMk id="5" creationId="{6E6AEE57-2D5B-E623-6D15-C525E6331945}"/>
          </ac:spMkLst>
        </pc:spChg>
        <pc:spChg chg="mod">
          <ac:chgData name="Reuel Ngo" userId="630da983-9bc0-4db9-b496-b90fbcc97014" providerId="ADAL" clId="{09730227-1908-4EA8-BA8E-5A59BE832678}" dt="2026-09-19T08:02:28.905" v="1219" actId="20577"/>
          <ac:spMkLst>
            <pc:docMk/>
            <pc:sldMk cId="1024829219" sldId="2147483609"/>
            <ac:spMk id="8" creationId="{881F966C-8774-9D30-491F-0BA183CCB403}"/>
          </ac:spMkLst>
        </pc:spChg>
        <pc:spChg chg="mod">
          <ac:chgData name="Reuel Ngo" userId="630da983-9bc0-4db9-b496-b90fbcc97014" providerId="ADAL" clId="{09730227-1908-4EA8-BA8E-5A59BE832678}" dt="2026-09-19T07:47:35.943" v="497" actId="20577"/>
          <ac:spMkLst>
            <pc:docMk/>
            <pc:sldMk cId="1024829219" sldId="2147483609"/>
            <ac:spMk id="36" creationId="{F3CB64C0-CEF4-D318-6BB4-6F31A3DDC0AD}"/>
          </ac:spMkLst>
        </pc:spChg>
        <pc:spChg chg="mod">
          <ac:chgData name="Reuel Ngo" userId="630da983-9bc0-4db9-b496-b90fbcc97014" providerId="ADAL" clId="{09730227-1908-4EA8-BA8E-5A59BE832678}" dt="2026-09-19T07:45:26.716" v="166" actId="20577"/>
          <ac:spMkLst>
            <pc:docMk/>
            <pc:sldMk cId="1024829219" sldId="2147483609"/>
            <ac:spMk id="40" creationId="{C4E16D72-153A-53B1-C236-45EA5BA219FC}"/>
          </ac:spMkLst>
        </pc:spChg>
        <pc:spChg chg="mod">
          <ac:chgData name="Reuel Ngo" userId="630da983-9bc0-4db9-b496-b90fbcc97014" providerId="ADAL" clId="{09730227-1908-4EA8-BA8E-5A59BE832678}" dt="2026-09-19T07:49:44.596" v="517" actId="20577"/>
          <ac:spMkLst>
            <pc:docMk/>
            <pc:sldMk cId="1024829219" sldId="2147483609"/>
            <ac:spMk id="53" creationId="{19398287-EA4D-665A-0332-4658F7B9405A}"/>
          </ac:spMkLst>
        </pc:spChg>
        <pc:spChg chg="mod">
          <ac:chgData name="Reuel Ngo" userId="630da983-9bc0-4db9-b496-b90fbcc97014" providerId="ADAL" clId="{09730227-1908-4EA8-BA8E-5A59BE832678}" dt="2026-09-19T07:46:48.510" v="452" actId="20577"/>
          <ac:spMkLst>
            <pc:docMk/>
            <pc:sldMk cId="1024829219" sldId="2147483609"/>
            <ac:spMk id="54" creationId="{F5A58A2A-A197-D5BB-3A38-8AF4326BDA04}"/>
          </ac:spMkLst>
        </pc:spChg>
        <pc:spChg chg="mod">
          <ac:chgData name="Reuel Ngo" userId="630da983-9bc0-4db9-b496-b90fbcc97014" providerId="ADAL" clId="{09730227-1908-4EA8-BA8E-5A59BE832678}" dt="2026-09-19T08:03:57.079" v="1248" actId="14100"/>
          <ac:spMkLst>
            <pc:docMk/>
            <pc:sldMk cId="1024829219" sldId="2147483609"/>
            <ac:spMk id="59" creationId="{E4AA69F6-E3D2-F40E-0640-6C2A80C78804}"/>
          </ac:spMkLst>
        </pc:spChg>
        <pc:spChg chg="mod">
          <ac:chgData name="Reuel Ngo" userId="630da983-9bc0-4db9-b496-b90fbcc97014" providerId="ADAL" clId="{09730227-1908-4EA8-BA8E-5A59BE832678}" dt="2026-09-19T07:56:29.463" v="658" actId="20577"/>
          <ac:spMkLst>
            <pc:docMk/>
            <pc:sldMk cId="1024829219" sldId="2147483609"/>
            <ac:spMk id="61" creationId="{14D59D19-CEDF-5DBB-C6F0-C22C31BED7E7}"/>
          </ac:spMkLst>
        </pc:spChg>
        <pc:spChg chg="mod">
          <ac:chgData name="Reuel Ngo" userId="630da983-9bc0-4db9-b496-b90fbcc97014" providerId="ADAL" clId="{09730227-1908-4EA8-BA8E-5A59BE832678}" dt="2026-09-19T08:44:49.674" v="1544" actId="20577"/>
          <ac:spMkLst>
            <pc:docMk/>
            <pc:sldMk cId="1024829219" sldId="2147483609"/>
            <ac:spMk id="62" creationId="{86BB8FD1-3D44-81F9-D307-F2BFA16B8890}"/>
          </ac:spMkLst>
        </pc:spChg>
        <pc:spChg chg="mod">
          <ac:chgData name="Reuel Ngo" userId="630da983-9bc0-4db9-b496-b90fbcc97014" providerId="ADAL" clId="{09730227-1908-4EA8-BA8E-5A59BE832678}" dt="2026-09-19T07:57:18.341" v="833" actId="20577"/>
          <ac:spMkLst>
            <pc:docMk/>
            <pc:sldMk cId="1024829219" sldId="2147483609"/>
            <ac:spMk id="63" creationId="{F00458EA-6978-2737-9A11-9199BA30BFC8}"/>
          </ac:spMkLst>
        </pc:spChg>
        <pc:spChg chg="mod">
          <ac:chgData name="Reuel Ngo" userId="630da983-9bc0-4db9-b496-b90fbcc97014" providerId="ADAL" clId="{09730227-1908-4EA8-BA8E-5A59BE832678}" dt="2026-09-19T07:57:59.547" v="974" actId="20577"/>
          <ac:spMkLst>
            <pc:docMk/>
            <pc:sldMk cId="1024829219" sldId="2147483609"/>
            <ac:spMk id="64" creationId="{DDB0844A-FAEC-CAB2-525D-48CFE5E45AC4}"/>
          </ac:spMkLst>
        </pc:spChg>
        <pc:spChg chg="mod">
          <ac:chgData name="Reuel Ngo" userId="630da983-9bc0-4db9-b496-b90fbcc97014" providerId="ADAL" clId="{09730227-1908-4EA8-BA8E-5A59BE832678}" dt="2026-09-19T07:58:51.455" v="1207" actId="20577"/>
          <ac:spMkLst>
            <pc:docMk/>
            <pc:sldMk cId="1024829219" sldId="2147483609"/>
            <ac:spMk id="65" creationId="{144F961B-ACDC-EE19-3860-6D1F4E1278C5}"/>
          </ac:spMkLst>
        </pc:spChg>
        <pc:spChg chg="del">
          <ac:chgData name="Reuel Ngo" userId="630da983-9bc0-4db9-b496-b90fbcc97014" providerId="ADAL" clId="{09730227-1908-4EA8-BA8E-5A59BE832678}" dt="2026-09-19T07:54:22.970" v="519" actId="478"/>
          <ac:spMkLst>
            <pc:docMk/>
            <pc:sldMk cId="1024829219" sldId="2147483609"/>
            <ac:spMk id="67" creationId="{9BB47439-F679-F78B-FC2B-18AB4F0F16D9}"/>
          </ac:spMkLst>
        </pc:spChg>
        <pc:spChg chg="mod">
          <ac:chgData name="Reuel Ngo" userId="630da983-9bc0-4db9-b496-b90fbcc97014" providerId="ADAL" clId="{09730227-1908-4EA8-BA8E-5A59BE832678}" dt="2026-09-19T08:03:46.620" v="1245" actId="20577"/>
          <ac:spMkLst>
            <pc:docMk/>
            <pc:sldMk cId="1024829219" sldId="2147483609"/>
            <ac:spMk id="68" creationId="{722753D4-77EF-1461-EBC5-E80E407B226E}"/>
          </ac:spMkLst>
        </pc:spChg>
        <pc:spChg chg="add mod">
          <ac:chgData name="Reuel Ngo" userId="630da983-9bc0-4db9-b496-b90fbcc97014" providerId="ADAL" clId="{09730227-1908-4EA8-BA8E-5A59BE832678}" dt="2026-09-19T07:59:01.074" v="1216" actId="20577"/>
          <ac:spMkLst>
            <pc:docMk/>
            <pc:sldMk cId="1024829219" sldId="2147483609"/>
            <ac:spMk id="69" creationId="{144F961B-ACDC-EE19-3860-6D1F4E1278C5}"/>
          </ac:spMkLst>
        </pc:spChg>
        <pc:grpChg chg="add mod">
          <ac:chgData name="Reuel Ngo" userId="630da983-9bc0-4db9-b496-b90fbcc97014" providerId="ADAL" clId="{09730227-1908-4EA8-BA8E-5A59BE832678}" dt="2026-09-19T08:03:26.012" v="1237" actId="1076"/>
          <ac:grpSpMkLst>
            <pc:docMk/>
            <pc:sldMk cId="1024829219" sldId="2147483609"/>
            <ac:grpSpMk id="57" creationId="{BA8C32DA-7796-96BB-5E72-DE2FA91A0273}"/>
          </ac:grpSpMkLst>
        </pc:grpChg>
        <pc:picChg chg="add mod">
          <ac:chgData name="Reuel Ngo" userId="630da983-9bc0-4db9-b496-b90fbcc97014" providerId="ADAL" clId="{09730227-1908-4EA8-BA8E-5A59BE832678}" dt="2026-09-19T08:03:30.525" v="1238" actId="1076"/>
          <ac:picMkLst>
            <pc:docMk/>
            <pc:sldMk cId="1024829219" sldId="2147483609"/>
            <ac:picMk id="4" creationId="{8F982964-5CE9-8F32-5A57-F6391F99CA5C}"/>
          </ac:picMkLst>
        </pc:picChg>
      </pc:sldChg>
      <pc:sldChg chg="add del">
        <pc:chgData name="Reuel Ngo" userId="630da983-9bc0-4db9-b496-b90fbcc97014" providerId="ADAL" clId="{09730227-1908-4EA8-BA8E-5A59BE832678}" dt="2026-09-20T10:28:26.301" v="1623" actId="47"/>
        <pc:sldMkLst>
          <pc:docMk/>
          <pc:sldMk cId="26412109" sldId="2147483610"/>
        </pc:sldMkLst>
      </pc:sldChg>
      <pc:sldChg chg="modSp mod modTransition modClrScheme chgLayout">
        <pc:chgData name="Reuel Ngo" userId="630da983-9bc0-4db9-b496-b90fbcc97014" providerId="ADAL" clId="{09730227-1908-4EA8-BA8E-5A59BE832678}" dt="2026-09-19T08:33:13.800" v="1500" actId="20577"/>
        <pc:sldMkLst>
          <pc:docMk/>
          <pc:sldMk cId="2470687572" sldId="2147483611"/>
        </pc:sldMkLst>
        <pc:spChg chg="mod">
          <ac:chgData name="Reuel Ngo" userId="630da983-9bc0-4db9-b496-b90fbcc97014" providerId="ADAL" clId="{09730227-1908-4EA8-BA8E-5A59BE832678}" dt="2026-09-19T08:33:13.800" v="1500" actId="20577"/>
          <ac:spMkLst>
            <pc:docMk/>
            <pc:sldMk cId="2470687572" sldId="2147483611"/>
            <ac:spMk id="3" creationId="{D01EA608-0EC4-CCEA-13D7-640CE881EC1A}"/>
          </ac:spMkLst>
        </pc:spChg>
      </pc:sldChg>
      <pc:sldChg chg="modSp del mod modTransition">
        <pc:chgData name="Reuel Ngo" userId="630da983-9bc0-4db9-b496-b90fbcc97014" providerId="ADAL" clId="{09730227-1908-4EA8-BA8E-5A59BE832678}" dt="2026-09-20T16:08:50.420" v="1651" actId="47"/>
        <pc:sldMkLst>
          <pc:docMk/>
          <pc:sldMk cId="1529636032" sldId="2147483612"/>
        </pc:sldMkLst>
        <pc:spChg chg="mod">
          <ac:chgData name="Reuel Ngo" userId="630da983-9bc0-4db9-b496-b90fbcc97014" providerId="ADAL" clId="{09730227-1908-4EA8-BA8E-5A59BE832678}" dt="2026-09-20T07:20:38.698" v="1575" actId="20577"/>
          <ac:spMkLst>
            <pc:docMk/>
            <pc:sldMk cId="1529636032" sldId="2147483612"/>
            <ac:spMk id="2" creationId="{A710E8C8-738B-CF43-BC5F-6391E9A2AA25}"/>
          </ac:spMkLst>
        </pc:spChg>
      </pc:sldChg>
      <pc:sldChg chg="addSp delSp modSp mod modTransition modClrScheme chgLayout">
        <pc:chgData name="Reuel Ngo" userId="630da983-9bc0-4db9-b496-b90fbcc97014" providerId="ADAL" clId="{09730227-1908-4EA8-BA8E-5A59BE832678}" dt="2026-09-19T07:28:24.975" v="136" actId="20577"/>
        <pc:sldMkLst>
          <pc:docMk/>
          <pc:sldMk cId="2592278325" sldId="2147483620"/>
        </pc:sldMkLst>
        <pc:spChg chg="add del">
          <ac:chgData name="Reuel Ngo" userId="630da983-9bc0-4db9-b496-b90fbcc97014" providerId="ADAL" clId="{09730227-1908-4EA8-BA8E-5A59BE832678}" dt="2026-09-19T07:27:18.572" v="107" actId="478"/>
          <ac:spMkLst>
            <pc:docMk/>
            <pc:sldMk cId="2592278325" sldId="2147483620"/>
            <ac:spMk id="4" creationId="{487170FB-0D39-5185-1F1F-1C719F694E05}"/>
          </ac:spMkLst>
        </pc:spChg>
        <pc:spChg chg="mod">
          <ac:chgData name="Reuel Ngo" userId="630da983-9bc0-4db9-b496-b90fbcc97014" providerId="ADAL" clId="{09730227-1908-4EA8-BA8E-5A59BE832678}" dt="2026-09-19T07:27:00.694" v="100" actId="14100"/>
          <ac:spMkLst>
            <pc:docMk/>
            <pc:sldMk cId="2592278325" sldId="2147483620"/>
            <ac:spMk id="6" creationId="{7411594F-0787-BA94-05D0-B0EC60A6E4AE}"/>
          </ac:spMkLst>
        </pc:spChg>
        <pc:spChg chg="mod">
          <ac:chgData name="Reuel Ngo" userId="630da983-9bc0-4db9-b496-b90fbcc97014" providerId="ADAL" clId="{09730227-1908-4EA8-BA8E-5A59BE832678}" dt="2026-09-19T07:27:36.124" v="115" actId="1076"/>
          <ac:spMkLst>
            <pc:docMk/>
            <pc:sldMk cId="2592278325" sldId="2147483620"/>
            <ac:spMk id="8" creationId="{67272CF4-2ECD-1DA0-B1D0-4EBF14969F0B}"/>
          </ac:spMkLst>
        </pc:spChg>
        <pc:spChg chg="add del">
          <ac:chgData name="Reuel Ngo" userId="630da983-9bc0-4db9-b496-b90fbcc97014" providerId="ADAL" clId="{09730227-1908-4EA8-BA8E-5A59BE832678}" dt="2026-09-19T07:26:47.732" v="84" actId="26606"/>
          <ac:spMkLst>
            <pc:docMk/>
            <pc:sldMk cId="2592278325" sldId="2147483620"/>
            <ac:spMk id="10" creationId="{00000000-0000-0000-0000-000000000000}"/>
          </ac:spMkLst>
        </pc:spChg>
        <pc:spChg chg="add del">
          <ac:chgData name="Reuel Ngo" userId="630da983-9bc0-4db9-b496-b90fbcc97014" providerId="ADAL" clId="{09730227-1908-4EA8-BA8E-5A59BE832678}" dt="2026-09-19T07:26:47.732" v="84" actId="26606"/>
          <ac:spMkLst>
            <pc:docMk/>
            <pc:sldMk cId="2592278325" sldId="2147483620"/>
            <ac:spMk id="11" creationId="{00000000-0000-0000-0000-000000000000}"/>
          </ac:spMkLst>
        </pc:spChg>
        <pc:spChg chg="add del">
          <ac:chgData name="Reuel Ngo" userId="630da983-9bc0-4db9-b496-b90fbcc97014" providerId="ADAL" clId="{09730227-1908-4EA8-BA8E-5A59BE832678}" dt="2026-09-19T07:26:47.732" v="84" actId="26606"/>
          <ac:spMkLst>
            <pc:docMk/>
            <pc:sldMk cId="2592278325" sldId="2147483620"/>
            <ac:spMk id="13" creationId="{00000000-0000-0000-0000-000000000000}"/>
          </ac:spMkLst>
        </pc:spChg>
        <pc:spChg chg="add del">
          <ac:chgData name="Reuel Ngo" userId="630da983-9bc0-4db9-b496-b90fbcc97014" providerId="ADAL" clId="{09730227-1908-4EA8-BA8E-5A59BE832678}" dt="2026-09-19T07:26:47.732" v="84" actId="26606"/>
          <ac:spMkLst>
            <pc:docMk/>
            <pc:sldMk cId="2592278325" sldId="2147483620"/>
            <ac:spMk id="14" creationId="{00000000-0000-0000-0000-000000000000}"/>
          </ac:spMkLst>
        </pc:spChg>
        <pc:spChg chg="add del">
          <ac:chgData name="Reuel Ngo" userId="630da983-9bc0-4db9-b496-b90fbcc97014" providerId="ADAL" clId="{09730227-1908-4EA8-BA8E-5A59BE832678}" dt="2026-09-19T07:26:47.732" v="84" actId="26606"/>
          <ac:spMkLst>
            <pc:docMk/>
            <pc:sldMk cId="2592278325" sldId="2147483620"/>
            <ac:spMk id="16" creationId="{00000000-0000-0000-0000-000000000000}"/>
          </ac:spMkLst>
        </pc:spChg>
        <pc:spChg chg="add del">
          <ac:chgData name="Reuel Ngo" userId="630da983-9bc0-4db9-b496-b90fbcc97014" providerId="ADAL" clId="{09730227-1908-4EA8-BA8E-5A59BE832678}" dt="2026-09-19T07:26:47.732" v="84" actId="26606"/>
          <ac:spMkLst>
            <pc:docMk/>
            <pc:sldMk cId="2592278325" sldId="2147483620"/>
            <ac:spMk id="17" creationId="{00000000-0000-0000-0000-000000000000}"/>
          </ac:spMkLst>
        </pc:spChg>
        <pc:spChg chg="add mod">
          <ac:chgData name="Reuel Ngo" userId="630da983-9bc0-4db9-b496-b90fbcc97014" providerId="ADAL" clId="{09730227-1908-4EA8-BA8E-5A59BE832678}" dt="2026-09-19T07:27:48.696" v="120" actId="408"/>
          <ac:spMkLst>
            <pc:docMk/>
            <pc:sldMk cId="2592278325" sldId="2147483620"/>
            <ac:spMk id="20" creationId="{DA1D603C-A852-1BA0-4F41-4EF2A3C78358}"/>
          </ac:spMkLst>
        </pc:spChg>
        <pc:spChg chg="mod">
          <ac:chgData name="Reuel Ngo" userId="630da983-9bc0-4db9-b496-b90fbcc97014" providerId="ADAL" clId="{09730227-1908-4EA8-BA8E-5A59BE832678}" dt="2026-09-19T07:27:48.696" v="120" actId="408"/>
          <ac:spMkLst>
            <pc:docMk/>
            <pc:sldMk cId="2592278325" sldId="2147483620"/>
            <ac:spMk id="22" creationId="{768AFEE1-7E12-4C6E-79DE-AF6AE455562A}"/>
          </ac:spMkLst>
        </pc:spChg>
        <pc:spChg chg="mod">
          <ac:chgData name="Reuel Ngo" userId="630da983-9bc0-4db9-b496-b90fbcc97014" providerId="ADAL" clId="{09730227-1908-4EA8-BA8E-5A59BE832678}" dt="2026-09-19T07:27:08.829" v="102" actId="14100"/>
          <ac:spMkLst>
            <pc:docMk/>
            <pc:sldMk cId="2592278325" sldId="2147483620"/>
            <ac:spMk id="25" creationId="{BD798F34-E22A-0FD6-52CD-ABD145767CD9}"/>
          </ac:spMkLst>
        </pc:spChg>
        <pc:spChg chg="add del">
          <ac:chgData name="Reuel Ngo" userId="630da983-9bc0-4db9-b496-b90fbcc97014" providerId="ADAL" clId="{09730227-1908-4EA8-BA8E-5A59BE832678}" dt="2026-09-19T07:27:31.129" v="111" actId="478"/>
          <ac:spMkLst>
            <pc:docMk/>
            <pc:sldMk cId="2592278325" sldId="2147483620"/>
            <ac:spMk id="27" creationId="{FDA2A773-38F8-E448-37A9-D0285EA52314}"/>
          </ac:spMkLst>
        </pc:spChg>
        <pc:spChg chg="mod">
          <ac:chgData name="Reuel Ngo" userId="630da983-9bc0-4db9-b496-b90fbcc97014" providerId="ADAL" clId="{09730227-1908-4EA8-BA8E-5A59BE832678}" dt="2026-09-19T07:28:14.916" v="127" actId="1076"/>
          <ac:spMkLst>
            <pc:docMk/>
            <pc:sldMk cId="2592278325" sldId="2147483620"/>
            <ac:spMk id="31" creationId="{44F66FE1-AF5B-0F8C-D390-99869B08A82E}"/>
          </ac:spMkLst>
        </pc:spChg>
        <pc:spChg chg="mod">
          <ac:chgData name="Reuel Ngo" userId="630da983-9bc0-4db9-b496-b90fbcc97014" providerId="ADAL" clId="{09730227-1908-4EA8-BA8E-5A59BE832678}" dt="2026-09-19T07:28:24.975" v="136" actId="20577"/>
          <ac:spMkLst>
            <pc:docMk/>
            <pc:sldMk cId="2592278325" sldId="2147483620"/>
            <ac:spMk id="32" creationId="{4180D712-77D2-C883-22F7-B58DEC3AB35C}"/>
          </ac:spMkLst>
        </pc:spChg>
        <pc:spChg chg="mod">
          <ac:chgData name="Reuel Ngo" userId="630da983-9bc0-4db9-b496-b90fbcc97014" providerId="ADAL" clId="{09730227-1908-4EA8-BA8E-5A59BE832678}" dt="2026-09-19T07:28:09.575" v="126" actId="1076"/>
          <ac:spMkLst>
            <pc:docMk/>
            <pc:sldMk cId="2592278325" sldId="2147483620"/>
            <ac:spMk id="36" creationId="{2F08A8E5-3BC8-D89D-21C8-355F988A2D44}"/>
          </ac:spMkLst>
        </pc:spChg>
        <pc:spChg chg="mod">
          <ac:chgData name="Reuel Ngo" userId="630da983-9bc0-4db9-b496-b90fbcc97014" providerId="ADAL" clId="{09730227-1908-4EA8-BA8E-5A59BE832678}" dt="2026-09-19T07:28:20.047" v="133" actId="20577"/>
          <ac:spMkLst>
            <pc:docMk/>
            <pc:sldMk cId="2592278325" sldId="2147483620"/>
            <ac:spMk id="37" creationId="{0291A30C-BAF0-7466-8A9E-48633C182449}"/>
          </ac:spMkLst>
        </pc:spChg>
        <pc:grpChg chg="add del mod">
          <ac:chgData name="Reuel Ngo" userId="630da983-9bc0-4db9-b496-b90fbcc97014" providerId="ADAL" clId="{09730227-1908-4EA8-BA8E-5A59BE832678}" dt="2026-09-19T07:27:17.536" v="106" actId="478"/>
          <ac:grpSpMkLst>
            <pc:docMk/>
            <pc:sldMk cId="2592278325" sldId="2147483620"/>
            <ac:grpSpMk id="5" creationId="{8324DBC0-F4B6-DE62-2B30-29F8AAD460F5}"/>
          </ac:grpSpMkLst>
        </pc:grpChg>
        <pc:grpChg chg="add mod">
          <ac:chgData name="Reuel Ngo" userId="630da983-9bc0-4db9-b496-b90fbcc97014" providerId="ADAL" clId="{09730227-1908-4EA8-BA8E-5A59BE832678}" dt="2026-09-19T07:27:48.696" v="120" actId="408"/>
          <ac:grpSpMkLst>
            <pc:docMk/>
            <pc:sldMk cId="2592278325" sldId="2147483620"/>
            <ac:grpSpMk id="19" creationId="{55518BB9-0EB0-B7BD-7A7C-7A4B0298F73A}"/>
          </ac:grpSpMkLst>
        </pc:grpChg>
        <pc:grpChg chg="add del mod">
          <ac:chgData name="Reuel Ngo" userId="630da983-9bc0-4db9-b496-b90fbcc97014" providerId="ADAL" clId="{09730227-1908-4EA8-BA8E-5A59BE832678}" dt="2026-09-19T07:27:30.050" v="110" actId="478"/>
          <ac:grpSpMkLst>
            <pc:docMk/>
            <pc:sldMk cId="2592278325" sldId="2147483620"/>
            <ac:grpSpMk id="24" creationId="{3BEDCCAD-F930-5427-AEBD-83D0E43D721A}"/>
          </ac:grpSpMkLst>
        </pc:grpChg>
        <pc:grpChg chg="add mod">
          <ac:chgData name="Reuel Ngo" userId="630da983-9bc0-4db9-b496-b90fbcc97014" providerId="ADAL" clId="{09730227-1908-4EA8-BA8E-5A59BE832678}" dt="2026-09-19T07:27:48.696" v="120" actId="408"/>
          <ac:grpSpMkLst>
            <pc:docMk/>
            <pc:sldMk cId="2592278325" sldId="2147483620"/>
            <ac:grpSpMk id="28" creationId="{5A956AEB-391F-F3EF-B556-8E42F62B601D}"/>
          </ac:grpSpMkLst>
        </pc:grpChg>
        <pc:grpChg chg="add mod">
          <ac:chgData name="Reuel Ngo" userId="630da983-9bc0-4db9-b496-b90fbcc97014" providerId="ADAL" clId="{09730227-1908-4EA8-BA8E-5A59BE832678}" dt="2026-09-19T07:28:14.916" v="127" actId="1076"/>
          <ac:grpSpMkLst>
            <pc:docMk/>
            <pc:sldMk cId="2592278325" sldId="2147483620"/>
            <ac:grpSpMk id="29" creationId="{6892A7A6-CD39-1BB4-35DC-9E1DE94FAA79}"/>
          </ac:grpSpMkLst>
        </pc:grpChg>
        <pc:grpChg chg="mod">
          <ac:chgData name="Reuel Ngo" userId="630da983-9bc0-4db9-b496-b90fbcc97014" providerId="ADAL" clId="{09730227-1908-4EA8-BA8E-5A59BE832678}" dt="2026-09-19T07:28:14.916" v="127" actId="1076"/>
          <ac:grpSpMkLst>
            <pc:docMk/>
            <pc:sldMk cId="2592278325" sldId="2147483620"/>
            <ac:grpSpMk id="30" creationId="{84F891DA-5711-6BF0-4A1F-226476852586}"/>
          </ac:grpSpMkLst>
        </pc:grpChg>
        <pc:grpChg chg="add mod">
          <ac:chgData name="Reuel Ngo" userId="630da983-9bc0-4db9-b496-b90fbcc97014" providerId="ADAL" clId="{09730227-1908-4EA8-BA8E-5A59BE832678}" dt="2026-09-19T07:28:09.575" v="126" actId="1076"/>
          <ac:grpSpMkLst>
            <pc:docMk/>
            <pc:sldMk cId="2592278325" sldId="2147483620"/>
            <ac:grpSpMk id="34" creationId="{28FC8A5F-C742-AE39-089C-0F9BE67EB37B}"/>
          </ac:grpSpMkLst>
        </pc:grpChg>
        <pc:grpChg chg="mod">
          <ac:chgData name="Reuel Ngo" userId="630da983-9bc0-4db9-b496-b90fbcc97014" providerId="ADAL" clId="{09730227-1908-4EA8-BA8E-5A59BE832678}" dt="2026-09-19T07:28:09.575" v="126" actId="1076"/>
          <ac:grpSpMkLst>
            <pc:docMk/>
            <pc:sldMk cId="2592278325" sldId="2147483620"/>
            <ac:grpSpMk id="35" creationId="{47590132-6F0A-013A-96F1-627597DF1B1A}"/>
          </ac:grpSpMkLst>
        </pc:grpChg>
        <pc:picChg chg="mod">
          <ac:chgData name="Reuel Ngo" userId="630da983-9bc0-4db9-b496-b90fbcc97014" providerId="ADAL" clId="{09730227-1908-4EA8-BA8E-5A59BE832678}" dt="2026-09-19T07:27:00.694" v="100" actId="14100"/>
          <ac:picMkLst>
            <pc:docMk/>
            <pc:sldMk cId="2592278325" sldId="2147483620"/>
            <ac:picMk id="7" creationId="{A4E5BA8C-A1CF-50E4-0963-774652A1D134}"/>
          </ac:picMkLst>
        </pc:picChg>
        <pc:picChg chg="add del">
          <ac:chgData name="Reuel Ngo" userId="630da983-9bc0-4db9-b496-b90fbcc97014" providerId="ADAL" clId="{09730227-1908-4EA8-BA8E-5A59BE832678}" dt="2026-09-19T07:26:47.732" v="84" actId="26606"/>
          <ac:picMkLst>
            <pc:docMk/>
            <pc:sldMk cId="2592278325" sldId="2147483620"/>
            <ac:picMk id="9" creationId="{00000000-0000-0000-0000-000000000000}"/>
          </ac:picMkLst>
        </pc:picChg>
        <pc:picChg chg="add del">
          <ac:chgData name="Reuel Ngo" userId="630da983-9bc0-4db9-b496-b90fbcc97014" providerId="ADAL" clId="{09730227-1908-4EA8-BA8E-5A59BE832678}" dt="2026-09-19T07:26:47.732" v="84" actId="26606"/>
          <ac:picMkLst>
            <pc:docMk/>
            <pc:sldMk cId="2592278325" sldId="2147483620"/>
            <ac:picMk id="12" creationId="{00000000-0000-0000-0000-000000000000}"/>
          </ac:picMkLst>
        </pc:picChg>
        <pc:picChg chg="add del">
          <ac:chgData name="Reuel Ngo" userId="630da983-9bc0-4db9-b496-b90fbcc97014" providerId="ADAL" clId="{09730227-1908-4EA8-BA8E-5A59BE832678}" dt="2026-09-19T07:26:47.732" v="84" actId="26606"/>
          <ac:picMkLst>
            <pc:docMk/>
            <pc:sldMk cId="2592278325" sldId="2147483620"/>
            <ac:picMk id="15" creationId="{00000000-0000-0000-0000-000000000000}"/>
          </ac:picMkLst>
        </pc:picChg>
        <pc:picChg chg="mod">
          <ac:chgData name="Reuel Ngo" userId="630da983-9bc0-4db9-b496-b90fbcc97014" providerId="ADAL" clId="{09730227-1908-4EA8-BA8E-5A59BE832678}" dt="2026-09-19T07:27:48.696" v="120" actId="408"/>
          <ac:picMkLst>
            <pc:docMk/>
            <pc:sldMk cId="2592278325" sldId="2147483620"/>
            <ac:picMk id="23" creationId="{78116366-2E62-EC03-C141-D59270EA8593}"/>
          </ac:picMkLst>
        </pc:picChg>
        <pc:picChg chg="mod">
          <ac:chgData name="Reuel Ngo" userId="630da983-9bc0-4db9-b496-b90fbcc97014" providerId="ADAL" clId="{09730227-1908-4EA8-BA8E-5A59BE832678}" dt="2026-09-19T07:27:08.829" v="102" actId="14100"/>
          <ac:picMkLst>
            <pc:docMk/>
            <pc:sldMk cId="2592278325" sldId="2147483620"/>
            <ac:picMk id="26" creationId="{20FC5717-6EC5-10C4-7690-3F1B0B6BA337}"/>
          </ac:picMkLst>
        </pc:picChg>
        <pc:picChg chg="mod">
          <ac:chgData name="Reuel Ngo" userId="630da983-9bc0-4db9-b496-b90fbcc97014" providerId="ADAL" clId="{09730227-1908-4EA8-BA8E-5A59BE832678}" dt="2026-09-19T07:28:14.916" v="127" actId="1076"/>
          <ac:picMkLst>
            <pc:docMk/>
            <pc:sldMk cId="2592278325" sldId="2147483620"/>
            <ac:picMk id="33" creationId="{46F18B6C-43BE-6204-A864-09E5F871C28C}"/>
          </ac:picMkLst>
        </pc:picChg>
        <pc:picChg chg="mod">
          <ac:chgData name="Reuel Ngo" userId="630da983-9bc0-4db9-b496-b90fbcc97014" providerId="ADAL" clId="{09730227-1908-4EA8-BA8E-5A59BE832678}" dt="2026-09-19T07:28:09.575" v="126" actId="1076"/>
          <ac:picMkLst>
            <pc:docMk/>
            <pc:sldMk cId="2592278325" sldId="2147483620"/>
            <ac:picMk id="38" creationId="{B1E542D6-9195-772D-8C0F-840D1DB4EE4D}"/>
          </ac:picMkLst>
        </pc:picChg>
      </pc:sldChg>
      <pc:sldChg chg="modSp del mod modTransition modClrScheme chgLayout">
        <pc:chgData name="Reuel Ngo" userId="630da983-9bc0-4db9-b496-b90fbcc97014" providerId="ADAL" clId="{09730227-1908-4EA8-BA8E-5A59BE832678}" dt="2026-09-19T07:28:30.508" v="137" actId="47"/>
        <pc:sldMkLst>
          <pc:docMk/>
          <pc:sldMk cId="3889867739" sldId="2147483622"/>
        </pc:sldMkLst>
        <pc:spChg chg="mod">
          <ac:chgData name="Reuel Ngo" userId="630da983-9bc0-4db9-b496-b90fbcc97014" providerId="ADAL" clId="{09730227-1908-4EA8-BA8E-5A59BE832678}" dt="2026-09-19T06:41:26.600" v="23" actId="26606"/>
          <ac:spMkLst>
            <pc:docMk/>
            <pc:sldMk cId="3889867739" sldId="2147483622"/>
            <ac:spMk id="5" creationId="{7EB7F092-E4E0-F7A5-9DBF-7012C5EA9368}"/>
          </ac:spMkLst>
        </pc:spChg>
      </pc:sldChg>
      <pc:sldChg chg="modSp add mod">
        <pc:chgData name="Reuel Ngo" userId="630da983-9bc0-4db9-b496-b90fbcc97014" providerId="ADAL" clId="{09730227-1908-4EA8-BA8E-5A59BE832678}" dt="2026-09-19T06:54:18.972" v="50" actId="403"/>
        <pc:sldMkLst>
          <pc:docMk/>
          <pc:sldMk cId="0" sldId="2147483623"/>
        </pc:sldMkLst>
        <pc:spChg chg="mod">
          <ac:chgData name="Reuel Ngo" userId="630da983-9bc0-4db9-b496-b90fbcc97014" providerId="ADAL" clId="{09730227-1908-4EA8-BA8E-5A59BE832678}" dt="2026-09-19T06:54:18.972" v="50" actId="403"/>
          <ac:spMkLst>
            <pc:docMk/>
            <pc:sldMk cId="0" sldId="2147483623"/>
            <ac:spMk id="3" creationId="{D01EA608-0EC4-CCEA-13D7-640CE881EC1A}"/>
          </ac:spMkLst>
        </pc:spChg>
        <pc:spChg chg="mod">
          <ac:chgData name="Reuel Ngo" userId="630da983-9bc0-4db9-b496-b90fbcc97014" providerId="ADAL" clId="{09730227-1908-4EA8-BA8E-5A59BE832678}" dt="2026-09-19T06:54:14.671" v="49" actId="403"/>
          <ac:spMkLst>
            <pc:docMk/>
            <pc:sldMk cId="0" sldId="2147483623"/>
            <ac:spMk id="4" creationId="{00000000-0000-0000-0000-000000000000}"/>
          </ac:spMkLst>
        </pc:spChg>
      </pc:sldChg>
      <pc:sldChg chg="modSp add mod">
        <pc:chgData name="Reuel Ngo" userId="630da983-9bc0-4db9-b496-b90fbcc97014" providerId="ADAL" clId="{09730227-1908-4EA8-BA8E-5A59BE832678}" dt="2026-09-19T06:54:29.051" v="52" actId="255"/>
        <pc:sldMkLst>
          <pc:docMk/>
          <pc:sldMk cId="0" sldId="2147483624"/>
        </pc:sldMkLst>
        <pc:spChg chg="mod">
          <ac:chgData name="Reuel Ngo" userId="630da983-9bc0-4db9-b496-b90fbcc97014" providerId="ADAL" clId="{09730227-1908-4EA8-BA8E-5A59BE832678}" dt="2026-09-19T06:54:25.155" v="51" actId="255"/>
          <ac:spMkLst>
            <pc:docMk/>
            <pc:sldMk cId="0" sldId="2147483624"/>
            <ac:spMk id="3" creationId="{D01EA608-0EC4-CCEA-13D7-640CE881EC1A}"/>
          </ac:spMkLst>
        </pc:spChg>
        <pc:spChg chg="mod">
          <ac:chgData name="Reuel Ngo" userId="630da983-9bc0-4db9-b496-b90fbcc97014" providerId="ADAL" clId="{09730227-1908-4EA8-BA8E-5A59BE832678}" dt="2026-09-19T06:54:29.051" v="52" actId="255"/>
          <ac:spMkLst>
            <pc:docMk/>
            <pc:sldMk cId="0" sldId="2147483624"/>
            <ac:spMk id="4" creationId="{00000000-0000-0000-0000-000000000000}"/>
          </ac:spMkLst>
        </pc:spChg>
      </pc:sldChg>
      <pc:sldChg chg="modSp add mod">
        <pc:chgData name="Reuel Ngo" userId="630da983-9bc0-4db9-b496-b90fbcc97014" providerId="ADAL" clId="{09730227-1908-4EA8-BA8E-5A59BE832678}" dt="2026-09-19T06:54:37.471" v="54" actId="255"/>
        <pc:sldMkLst>
          <pc:docMk/>
          <pc:sldMk cId="0" sldId="2147483625"/>
        </pc:sldMkLst>
        <pc:spChg chg="mod">
          <ac:chgData name="Reuel Ngo" userId="630da983-9bc0-4db9-b496-b90fbcc97014" providerId="ADAL" clId="{09730227-1908-4EA8-BA8E-5A59BE832678}" dt="2026-09-19T06:54:33.979" v="53" actId="255"/>
          <ac:spMkLst>
            <pc:docMk/>
            <pc:sldMk cId="0" sldId="2147483625"/>
            <ac:spMk id="3" creationId="{D01EA608-0EC4-CCEA-13D7-640CE881EC1A}"/>
          </ac:spMkLst>
        </pc:spChg>
        <pc:spChg chg="mod">
          <ac:chgData name="Reuel Ngo" userId="630da983-9bc0-4db9-b496-b90fbcc97014" providerId="ADAL" clId="{09730227-1908-4EA8-BA8E-5A59BE832678}" dt="2026-09-19T06:54:37.471" v="54" actId="255"/>
          <ac:spMkLst>
            <pc:docMk/>
            <pc:sldMk cId="0" sldId="2147483625"/>
            <ac:spMk id="4" creationId="{00000000-0000-0000-0000-000000000000}"/>
          </ac:spMkLst>
        </pc:spChg>
      </pc:sldChg>
      <pc:sldChg chg="modSp add mod">
        <pc:chgData name="Reuel Ngo" userId="630da983-9bc0-4db9-b496-b90fbcc97014" providerId="ADAL" clId="{09730227-1908-4EA8-BA8E-5A59BE832678}" dt="2026-09-20T10:28:45.378" v="1632" actId="20577"/>
        <pc:sldMkLst>
          <pc:docMk/>
          <pc:sldMk cId="4108304098" sldId="2147483626"/>
        </pc:sldMkLst>
        <pc:spChg chg="mod">
          <ac:chgData name="Reuel Ngo" userId="630da983-9bc0-4db9-b496-b90fbcc97014" providerId="ADAL" clId="{09730227-1908-4EA8-BA8E-5A59BE832678}" dt="2026-09-19T06:55:52.706" v="56" actId="26606"/>
          <ac:spMkLst>
            <pc:docMk/>
            <pc:sldMk cId="4108304098" sldId="2147483626"/>
            <ac:spMk id="3" creationId="{70EB6BAD-DB0D-70F8-C061-3BB90ECDE353}"/>
          </ac:spMkLst>
        </pc:spChg>
        <pc:spChg chg="mod">
          <ac:chgData name="Reuel Ngo" userId="630da983-9bc0-4db9-b496-b90fbcc97014" providerId="ADAL" clId="{09730227-1908-4EA8-BA8E-5A59BE832678}" dt="2026-09-20T10:28:45.378" v="1632" actId="20577"/>
          <ac:spMkLst>
            <pc:docMk/>
            <pc:sldMk cId="4108304098" sldId="2147483626"/>
            <ac:spMk id="4" creationId="{10F00EFF-681C-1E93-04E3-C6A0AD012947}"/>
          </ac:spMkLst>
        </pc:spChg>
      </pc:sldChg>
      <pc:sldChg chg="add">
        <pc:chgData name="Reuel Ngo" userId="630da983-9bc0-4db9-b496-b90fbcc97014" providerId="ADAL" clId="{09730227-1908-4EA8-BA8E-5A59BE832678}" dt="2026-09-19T08:33:01.535" v="1474"/>
        <pc:sldMkLst>
          <pc:docMk/>
          <pc:sldMk cId="2676630739" sldId="2147483627"/>
        </pc:sldMkLst>
      </pc:sldChg>
      <pc:sldChg chg="add">
        <pc:chgData name="Reuel Ngo" userId="630da983-9bc0-4db9-b496-b90fbcc97014" providerId="ADAL" clId="{09730227-1908-4EA8-BA8E-5A59BE832678}" dt="2026-09-20T10:28:19.003" v="1622"/>
        <pc:sldMkLst>
          <pc:docMk/>
          <pc:sldMk cId="3389670370" sldId="2147483628"/>
        </pc:sldMkLst>
      </pc:sldChg>
      <pc:sldChg chg="delSp modSp new mod">
        <pc:chgData name="Reuel Ngo" userId="630da983-9bc0-4db9-b496-b90fbcc97014" providerId="ADAL" clId="{09730227-1908-4EA8-BA8E-5A59BE832678}" dt="2026-09-20T16:08:47.289" v="1650" actId="478"/>
        <pc:sldMkLst>
          <pc:docMk/>
          <pc:sldMk cId="845333031" sldId="2147483629"/>
        </pc:sldMkLst>
        <pc:spChg chg="mod">
          <ac:chgData name="Reuel Ngo" userId="630da983-9bc0-4db9-b496-b90fbcc97014" providerId="ADAL" clId="{09730227-1908-4EA8-BA8E-5A59BE832678}" dt="2026-09-20T16:08:45.042" v="1649"/>
          <ac:spMkLst>
            <pc:docMk/>
            <pc:sldMk cId="845333031" sldId="2147483629"/>
            <ac:spMk id="2" creationId="{FEBAD014-6259-356A-375F-B5DE1A87C3F2}"/>
          </ac:spMkLst>
        </pc:spChg>
        <pc:spChg chg="del">
          <ac:chgData name="Reuel Ngo" userId="630da983-9bc0-4db9-b496-b90fbcc97014" providerId="ADAL" clId="{09730227-1908-4EA8-BA8E-5A59BE832678}" dt="2026-09-20T16:08:47.289" v="1650" actId="478"/>
          <ac:spMkLst>
            <pc:docMk/>
            <pc:sldMk cId="845333031" sldId="2147483629"/>
            <ac:spMk id="3" creationId="{91903EB8-53FF-EDA5-FB5C-7EA3B379542A}"/>
          </ac:spMkLst>
        </pc:spChg>
      </pc:sldChg>
      <pc:sldMasterChg chg="addSldLayout delSldLayout modSldLayout sldLayoutOrd">
        <pc:chgData name="Reuel Ngo" userId="630da983-9bc0-4db9-b496-b90fbcc97014" providerId="ADAL" clId="{09730227-1908-4EA8-BA8E-5A59BE832678}" dt="2026-09-20T16:09:00.616" v="1652" actId="47"/>
        <pc:sldMasterMkLst>
          <pc:docMk/>
          <pc:sldMasterMk cId="4279363162" sldId="2147483660"/>
        </pc:sldMasterMkLst>
        <pc:sldLayoutChg chg="ad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3566215335" sldId="2147483663"/>
          </pc:sldLayoutMkLst>
        </pc:sldLayoutChg>
        <pc:sldLayoutChg chg="ad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3740137263" sldId="2147483667"/>
          </pc:sldLayoutMkLst>
        </pc:sldLayoutChg>
        <pc:sldLayoutChg chg="ad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1988597934" sldId="2147483671"/>
          </pc:sldLayoutMkLst>
        </pc:sldLayoutChg>
        <pc:sldLayoutChg chg="ad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2010286892" sldId="2147483674"/>
          </pc:sldLayoutMkLst>
        </pc:sldLayoutChg>
        <pc:sldLayoutChg chg="ad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3519616299" sldId="2147483683"/>
          </pc:sldLayoutMkLst>
        </pc:sldLayoutChg>
        <pc:sldLayoutChg chg="ad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3358977533" sldId="2147483684"/>
          </pc:sldLayoutMkLst>
        </pc:sldLayoutChg>
        <pc:sldLayoutChg chg="ad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2548566185" sldId="2147483687"/>
          </pc:sldLayoutMkLst>
        </pc:sldLayoutChg>
        <pc:sldLayoutChg chg="ad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3766207597" sldId="2147483702"/>
          </pc:sldLayoutMkLst>
        </pc:sldLayoutChg>
        <pc:sldLayoutChg chg="modSp mod ord">
          <pc:chgData name="Reuel Ngo" userId="630da983-9bc0-4db9-b496-b90fbcc97014" providerId="ADAL" clId="{09730227-1908-4EA8-BA8E-5A59BE832678}" dt="2026-09-19T06:38:40.854" v="18"/>
          <pc:sldLayoutMkLst>
            <pc:docMk/>
            <pc:sldMasterMk cId="4279363162" sldId="2147483660"/>
            <pc:sldLayoutMk cId="1673871082" sldId="2147483703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673871082" sldId="2147483703"/>
              <ac:spMk id="8" creationId="{75D6AF87-1434-C2B6-0E65-E273393E9249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673871082" sldId="2147483703"/>
              <ac:spMk id="10" creationId="{370DEDA7-8EE8-1112-20E5-FA2CDB772C12}"/>
            </ac:spMkLst>
          </pc:spChg>
        </pc:sldLayoutChg>
        <pc:sldLayoutChg chg="modSp mod ord">
          <pc:chgData name="Reuel Ngo" userId="630da983-9bc0-4db9-b496-b90fbcc97014" providerId="ADAL" clId="{09730227-1908-4EA8-BA8E-5A59BE832678}" dt="2026-09-19T06:38:40.854" v="18"/>
          <pc:sldLayoutMkLst>
            <pc:docMk/>
            <pc:sldMasterMk cId="4279363162" sldId="2147483660"/>
            <pc:sldLayoutMk cId="1216603728" sldId="2147483704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216603728" sldId="2147483704"/>
              <ac:spMk id="2" creationId="{1F4A8530-B89C-88B2-9BF1-34CC2A9750C7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216603728" sldId="2147483704"/>
              <ac:spMk id="3" creationId="{3E76921E-13E1-55F5-E255-F9D4FDA2F1F4}"/>
            </ac:spMkLst>
          </pc:spChg>
        </pc:sldLayoutChg>
        <pc:sldLayoutChg chg="modSp mod ord">
          <pc:chgData name="Reuel Ngo" userId="630da983-9bc0-4db9-b496-b90fbcc97014" providerId="ADAL" clId="{09730227-1908-4EA8-BA8E-5A59BE832678}" dt="2026-09-19T06:38:40.854" v="18"/>
          <pc:sldLayoutMkLst>
            <pc:docMk/>
            <pc:sldMasterMk cId="4279363162" sldId="2147483660"/>
            <pc:sldLayoutMk cId="4161269417" sldId="2147483705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4161269417" sldId="2147483705"/>
              <ac:spMk id="2" creationId="{1F4A8530-B89C-88B2-9BF1-34CC2A9750C7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4161269417" sldId="2147483705"/>
              <ac:spMk id="3" creationId="{3E76921E-13E1-55F5-E255-F9D4FDA2F1F4}"/>
            </ac:spMkLst>
          </pc:spChg>
        </pc:sldLayoutChg>
        <pc:sldLayoutChg chg="modSp mod ord">
          <pc:chgData name="Reuel Ngo" userId="630da983-9bc0-4db9-b496-b90fbcc97014" providerId="ADAL" clId="{09730227-1908-4EA8-BA8E-5A59BE832678}" dt="2026-09-19T06:38:40.854" v="18"/>
          <pc:sldLayoutMkLst>
            <pc:docMk/>
            <pc:sldMasterMk cId="4279363162" sldId="2147483660"/>
            <pc:sldLayoutMk cId="1597529523" sldId="2147483706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597529523" sldId="2147483706"/>
              <ac:spMk id="2" creationId="{E64861AC-ADB0-AFE5-E703-001307E22B5D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597529523" sldId="2147483706"/>
              <ac:spMk id="3" creationId="{435BB0DD-35B6-1FD4-387B-6019DA7D251C}"/>
            </ac:spMkLst>
          </pc:spChg>
        </pc:sldLayoutChg>
        <pc:sldLayoutChg chg="modSp del mod ord">
          <pc:chgData name="Reuel Ngo" userId="630da983-9bc0-4db9-b496-b90fbcc97014" providerId="ADAL" clId="{09730227-1908-4EA8-BA8E-5A59BE832678}" dt="2026-09-19T06:38:40.943" v="19"/>
          <pc:sldLayoutMkLst>
            <pc:docMk/>
            <pc:sldMasterMk cId="4279363162" sldId="2147483660"/>
            <pc:sldLayoutMk cId="379516421" sldId="2147483707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79516421" sldId="2147483707"/>
              <ac:spMk id="2" creationId="{E64861AC-ADB0-AFE5-E703-001307E22B5D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79516421" sldId="2147483707"/>
              <ac:spMk id="3" creationId="{435BB0DD-35B6-1FD4-387B-6019DA7D251C}"/>
            </ac:spMkLst>
          </pc:spChg>
        </pc:sldLayoutChg>
        <pc:sldLayoutChg chg="modSp del mod ord">
          <pc:chgData name="Reuel Ngo" userId="630da983-9bc0-4db9-b496-b90fbcc97014" providerId="ADAL" clId="{09730227-1908-4EA8-BA8E-5A59BE832678}" dt="2026-09-19T06:38:40.943" v="19"/>
          <pc:sldLayoutMkLst>
            <pc:docMk/>
            <pc:sldMasterMk cId="4279363162" sldId="2147483660"/>
            <pc:sldLayoutMk cId="4016823291" sldId="2147483708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4016823291" sldId="2147483708"/>
              <ac:spMk id="8" creationId="{E903047D-0F9D-0858-4D03-8A542EE21C82}"/>
            </ac:spMkLst>
          </pc:spChg>
        </pc:sldLayoutChg>
        <pc:sldLayoutChg chg="modSp mod ord">
          <pc:chgData name="Reuel Ngo" userId="630da983-9bc0-4db9-b496-b90fbcc97014" providerId="ADAL" clId="{09730227-1908-4EA8-BA8E-5A59BE832678}" dt="2026-09-19T06:38:40.854" v="18"/>
          <pc:sldLayoutMkLst>
            <pc:docMk/>
            <pc:sldMasterMk cId="4279363162" sldId="2147483660"/>
            <pc:sldLayoutMk cId="30821444" sldId="2147483709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0821444" sldId="2147483709"/>
              <ac:spMk id="4" creationId="{EBB3EB53-54AD-8806-BB93-224477508D47}"/>
            </ac:spMkLst>
          </pc:spChg>
        </pc:sldLayoutChg>
        <pc:sldLayoutChg chg="modSp mod ord">
          <pc:chgData name="Reuel Ngo" userId="630da983-9bc0-4db9-b496-b90fbcc97014" providerId="ADAL" clId="{09730227-1908-4EA8-BA8E-5A59BE832678}" dt="2026-09-19T06:38:40.854" v="18"/>
          <pc:sldLayoutMkLst>
            <pc:docMk/>
            <pc:sldMasterMk cId="4279363162" sldId="2147483660"/>
            <pc:sldLayoutMk cId="3451343587" sldId="2147483710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451343587" sldId="2147483710"/>
              <ac:spMk id="2" creationId="{B0038111-0B73-0492-2541-3AB9C693846C}"/>
            </ac:spMkLst>
          </pc:spChg>
        </pc:sldLayoutChg>
        <pc:sldLayoutChg chg="ad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3193504661" sldId="2147483711"/>
          </pc:sldLayoutMkLst>
        </pc:sldLayoutChg>
        <pc:sldLayoutChg chg="ad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2591827500" sldId="2147483712"/>
          </pc:sldLayoutMkLst>
        </pc:sldLayoutChg>
        <pc:sldLayoutChg chg="mod ord">
          <pc:chgData name="Reuel Ngo" userId="630da983-9bc0-4db9-b496-b90fbcc97014" providerId="ADAL" clId="{09730227-1908-4EA8-BA8E-5A59BE832678}" dt="2026-09-19T06:38:40.854" v="18"/>
          <pc:sldLayoutMkLst>
            <pc:docMk/>
            <pc:sldMasterMk cId="4279363162" sldId="2147483660"/>
            <pc:sldLayoutMk cId="1436033412" sldId="2147483713"/>
          </pc:sldLayoutMkLst>
        </pc:sldLayoutChg>
        <pc:sldLayoutChg chg="mod ord">
          <pc:chgData name="Reuel Ngo" userId="630da983-9bc0-4db9-b496-b90fbcc97014" providerId="ADAL" clId="{09730227-1908-4EA8-BA8E-5A59BE832678}" dt="2026-09-19T06:38:40.854" v="18"/>
          <pc:sldLayoutMkLst>
            <pc:docMk/>
            <pc:sldMasterMk cId="4279363162" sldId="2147483660"/>
            <pc:sldLayoutMk cId="365422700" sldId="2147483714"/>
          </pc:sldLayoutMkLst>
        </pc:sldLayoutChg>
        <pc:sldLayoutChg chg="modSp mod ord">
          <pc:chgData name="Reuel Ngo" userId="630da983-9bc0-4db9-b496-b90fbcc97014" providerId="ADAL" clId="{09730227-1908-4EA8-BA8E-5A59BE832678}" dt="2026-09-19T06:38:40.854" v="18"/>
          <pc:sldLayoutMkLst>
            <pc:docMk/>
            <pc:sldMasterMk cId="4279363162" sldId="2147483660"/>
            <pc:sldLayoutMk cId="355403452" sldId="2147483715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55403452" sldId="2147483715"/>
              <ac:spMk id="2" creationId="{00000000-0000-0000-0000-000000000000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55403452" sldId="2147483715"/>
              <ac:spMk id="6" creationId="{00000000-0000-0000-0000-000000000000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55403452" sldId="2147483715"/>
              <ac:spMk id="8" creationId="{00000000-0000-0000-0000-000000000000}"/>
            </ac:spMkLst>
          </pc:spChg>
        </pc:sldLayoutChg>
        <pc:sldLayoutChg chg="modSp del mod ord">
          <pc:chgData name="Reuel Ngo" userId="630da983-9bc0-4db9-b496-b90fbcc97014" providerId="ADAL" clId="{09730227-1908-4EA8-BA8E-5A59BE832678}" dt="2026-09-19T06:38:40.943" v="19"/>
          <pc:sldLayoutMkLst>
            <pc:docMk/>
            <pc:sldMasterMk cId="4279363162" sldId="2147483660"/>
            <pc:sldLayoutMk cId="2298804039" sldId="2147483716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2298804039" sldId="2147483716"/>
              <ac:spMk id="2" creationId="{B7483A31-8631-8F3A-6AA4-991FDEB0E520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2298804039" sldId="2147483716"/>
              <ac:spMk id="3" creationId="{BEA73B15-1A7B-5BD0-E012-FC649CE4CCDF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2298804039" sldId="2147483716"/>
              <ac:spMk id="4" creationId="{0A33D26F-F828-8EAC-AB33-60297955D154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2298804039" sldId="2147483716"/>
              <ac:spMk id="5" creationId="{A06D9D78-AFF0-7146-E4A2-78B69E5922A3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2298804039" sldId="2147483716"/>
              <ac:spMk id="6" creationId="{B6459E22-287A-53E7-460F-1C2B313DC9D3}"/>
            </ac:spMkLst>
          </pc:spChg>
        </pc:sldLayoutChg>
        <pc:sldLayoutChg chg="modSp mod ord">
          <pc:chgData name="Reuel Ngo" userId="630da983-9bc0-4db9-b496-b90fbcc97014" providerId="ADAL" clId="{09730227-1908-4EA8-BA8E-5A59BE832678}" dt="2026-09-19T06:38:40.854" v="18"/>
          <pc:sldLayoutMkLst>
            <pc:docMk/>
            <pc:sldMasterMk cId="4279363162" sldId="2147483660"/>
            <pc:sldLayoutMk cId="3188513499" sldId="2147483717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188513499" sldId="2147483717"/>
              <ac:spMk id="2" creationId="{CED8EDC1-17CE-7C51-EB8E-731438A34538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188513499" sldId="2147483717"/>
              <ac:spMk id="3" creationId="{AA801612-83F1-5F55-DB84-9F356A19DC91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188513499" sldId="2147483717"/>
              <ac:spMk id="4" creationId="{D144F165-C793-BB13-9A88-973B296B2F9E}"/>
            </ac:spMkLst>
          </pc:spChg>
        </pc:sldLayoutChg>
        <pc:sldLayoutChg chg="modSp del mod ord">
          <pc:chgData name="Reuel Ngo" userId="630da983-9bc0-4db9-b496-b90fbcc97014" providerId="ADAL" clId="{09730227-1908-4EA8-BA8E-5A59BE832678}" dt="2026-09-19T06:38:40.943" v="19"/>
          <pc:sldLayoutMkLst>
            <pc:docMk/>
            <pc:sldMasterMk cId="4279363162" sldId="2147483660"/>
            <pc:sldLayoutMk cId="2037563380" sldId="2147483718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2037563380" sldId="2147483718"/>
              <ac:spMk id="2" creationId="{22FCFEFD-88E5-4869-B5C3-1611B0B50E15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2037563380" sldId="2147483718"/>
              <ac:spMk id="3" creationId="{00000000-0000-0000-0000-000000000000}"/>
            </ac:spMkLst>
          </pc:spChg>
        </pc:sldLayoutChg>
        <pc:sldLayoutChg chg="modSp del mod ord">
          <pc:chgData name="Reuel Ngo" userId="630da983-9bc0-4db9-b496-b90fbcc97014" providerId="ADAL" clId="{09730227-1908-4EA8-BA8E-5A59BE832678}" dt="2026-09-19T06:38:40.943" v="19"/>
          <pc:sldLayoutMkLst>
            <pc:docMk/>
            <pc:sldMasterMk cId="4279363162" sldId="2147483660"/>
            <pc:sldLayoutMk cId="3890532866" sldId="2147483719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890532866" sldId="2147483719"/>
              <ac:spMk id="2" creationId="{22FCFEFD-88E5-4869-B5C3-1611B0B50E15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890532866" sldId="2147483719"/>
              <ac:spMk id="3" creationId="{00000000-0000-0000-0000-000000000000}"/>
            </ac:spMkLst>
          </pc:spChg>
        </pc:sldLayoutChg>
        <pc:sldLayoutChg chg="modSp del mod ord">
          <pc:chgData name="Reuel Ngo" userId="630da983-9bc0-4db9-b496-b90fbcc97014" providerId="ADAL" clId="{09730227-1908-4EA8-BA8E-5A59BE832678}" dt="2026-09-19T06:38:40.943" v="19"/>
          <pc:sldLayoutMkLst>
            <pc:docMk/>
            <pc:sldMasterMk cId="4279363162" sldId="2147483660"/>
            <pc:sldLayoutMk cId="4022209300" sldId="2147483720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4022209300" sldId="2147483720"/>
              <ac:spMk id="2" creationId="{22FCFEFD-88E5-4869-B5C3-1611B0B50E15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4022209300" sldId="2147483720"/>
              <ac:spMk id="3" creationId="{00000000-0000-0000-0000-000000000000}"/>
            </ac:spMkLst>
          </pc:spChg>
        </pc:sldLayoutChg>
        <pc:sldLayoutChg chg="modSp del mod ord">
          <pc:chgData name="Reuel Ngo" userId="630da983-9bc0-4db9-b496-b90fbcc97014" providerId="ADAL" clId="{09730227-1908-4EA8-BA8E-5A59BE832678}" dt="2026-09-19T06:38:40.943" v="19"/>
          <pc:sldLayoutMkLst>
            <pc:docMk/>
            <pc:sldMasterMk cId="4279363162" sldId="2147483660"/>
            <pc:sldLayoutMk cId="1016930826" sldId="2147483721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016930826" sldId="2147483721"/>
              <ac:spMk id="2" creationId="{B34784F0-D959-7D20-3CA8-6E0D5AAE22B1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016930826" sldId="2147483721"/>
              <ac:spMk id="3" creationId="{F8EFE1D8-1E7C-8A86-A01A-514505B427DD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016930826" sldId="2147483721"/>
              <ac:spMk id="4" creationId="{303734CD-7B05-0092-D5B9-837ACCA63BCE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016930826" sldId="2147483721"/>
              <ac:spMk id="5" creationId="{4B58CC31-DAE6-D4D7-A480-A8D61B236742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016930826" sldId="2147483721"/>
              <ac:spMk id="6" creationId="{B3A909B1-270B-7393-59C8-6EE9EFCA0D99}"/>
            </ac:spMkLst>
          </pc:spChg>
        </pc:sldLayoutChg>
        <pc:sldLayoutChg chg="del mod ord">
          <pc:chgData name="Reuel Ngo" userId="630da983-9bc0-4db9-b496-b90fbcc97014" providerId="ADAL" clId="{09730227-1908-4EA8-BA8E-5A59BE832678}" dt="2026-09-19T06:38:40.943" v="19"/>
          <pc:sldLayoutMkLst>
            <pc:docMk/>
            <pc:sldMasterMk cId="4279363162" sldId="2147483660"/>
            <pc:sldLayoutMk cId="779466769" sldId="2147483722"/>
          </pc:sldLayoutMkLst>
        </pc:sldLayoutChg>
        <pc:sldLayoutChg chg="del mod ord">
          <pc:chgData name="Reuel Ngo" userId="630da983-9bc0-4db9-b496-b90fbcc97014" providerId="ADAL" clId="{09730227-1908-4EA8-BA8E-5A59BE832678}" dt="2026-09-19T06:38:40.943" v="19"/>
          <pc:sldLayoutMkLst>
            <pc:docMk/>
            <pc:sldMasterMk cId="4279363162" sldId="2147483660"/>
            <pc:sldLayoutMk cId="3871266748" sldId="2147483723"/>
          </pc:sldLayoutMkLst>
        </pc:sldLayoutChg>
        <pc:sldLayoutChg chg="ad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637924683" sldId="2147483724"/>
          </pc:sldLayoutMkLst>
        </pc:sldLayoutChg>
        <pc:sldLayoutChg chg="modSp del mod ord">
          <pc:chgData name="Reuel Ngo" userId="630da983-9bc0-4db9-b496-b90fbcc97014" providerId="ADAL" clId="{09730227-1908-4EA8-BA8E-5A59BE832678}" dt="2026-09-19T06:38:40.943" v="19"/>
          <pc:sldLayoutMkLst>
            <pc:docMk/>
            <pc:sldMasterMk cId="4279363162" sldId="2147483660"/>
            <pc:sldLayoutMk cId="887940295" sldId="2147483725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887940295" sldId="2147483725"/>
              <ac:spMk id="2" creationId="{B7483A31-8631-8F3A-6AA4-991FDEB0E520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887940295" sldId="2147483725"/>
              <ac:spMk id="3" creationId="{BEA73B15-1A7B-5BD0-E012-FC649CE4CCDF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887940295" sldId="2147483725"/>
              <ac:spMk id="4" creationId="{0A33D26F-F828-8EAC-AB33-60297955D154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887940295" sldId="2147483725"/>
              <ac:spMk id="5" creationId="{A06D9D78-AFF0-7146-E4A2-78B69E5922A3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887940295" sldId="2147483725"/>
              <ac:spMk id="6" creationId="{B6459E22-287A-53E7-460F-1C2B313DC9D3}"/>
            </ac:spMkLst>
          </pc:spChg>
        </pc:sldLayoutChg>
        <pc:sldLayoutChg chg="modSp del mod ord">
          <pc:chgData name="Reuel Ngo" userId="630da983-9bc0-4db9-b496-b90fbcc97014" providerId="ADAL" clId="{09730227-1908-4EA8-BA8E-5A59BE832678}" dt="2026-09-19T06:38:40.943" v="19"/>
          <pc:sldLayoutMkLst>
            <pc:docMk/>
            <pc:sldMasterMk cId="4279363162" sldId="2147483660"/>
            <pc:sldLayoutMk cId="3436292929" sldId="2147483726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436292929" sldId="2147483726"/>
              <ac:spMk id="2" creationId="{F99B7594-1484-81D3-4108-E794D8FF04F0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436292929" sldId="2147483726"/>
              <ac:spMk id="3" creationId="{AEF8D616-E238-5793-BE31-A700A0074192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436292929" sldId="2147483726"/>
              <ac:spMk id="4" creationId="{2A3CBE81-3130-0687-E0B2-92C08370BD3B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436292929" sldId="2147483726"/>
              <ac:spMk id="5" creationId="{26A8B7A8-B160-5E2E-51FE-267793E88B83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436292929" sldId="2147483726"/>
              <ac:spMk id="6" creationId="{B1505FA0-A6C9-0997-B1E4-29C0A6141B7E}"/>
            </ac:spMkLst>
          </pc:spChg>
        </pc:sldLayoutChg>
        <pc:sldLayoutChg chg="modSp del mod ord">
          <pc:chgData name="Reuel Ngo" userId="630da983-9bc0-4db9-b496-b90fbcc97014" providerId="ADAL" clId="{09730227-1908-4EA8-BA8E-5A59BE832678}" dt="2026-09-19T06:38:40.943" v="19"/>
          <pc:sldLayoutMkLst>
            <pc:docMk/>
            <pc:sldMasterMk cId="4279363162" sldId="2147483660"/>
            <pc:sldLayoutMk cId="2365229048" sldId="2147483727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2365229048" sldId="2147483727"/>
              <ac:spMk id="2" creationId="{1F95DFB7-70A0-1665-D6E3-4A8CAF915DD2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2365229048" sldId="2147483727"/>
              <ac:spMk id="3" creationId="{0B76B0EF-C30F-FDAC-0650-753D06E042BA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2365229048" sldId="2147483727"/>
              <ac:spMk id="4" creationId="{D7D0EDF9-509E-B7B5-406B-7749F5FC06ED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2365229048" sldId="2147483727"/>
              <ac:spMk id="5" creationId="{4783EC1C-D01B-4AFA-E5CB-CB9EA45004B2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2365229048" sldId="2147483727"/>
              <ac:spMk id="6" creationId="{80760E75-3DB5-88DA-8C51-62D26037C423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2365229048" sldId="2147483727"/>
              <ac:spMk id="7" creationId="{F58E7EC2-179C-311E-A9E8-D465C5F736FD}"/>
            </ac:spMkLst>
          </pc:spChg>
        </pc:sldLayoutChg>
        <pc:sldLayoutChg chg="modSp del mod ord">
          <pc:chgData name="Reuel Ngo" userId="630da983-9bc0-4db9-b496-b90fbcc97014" providerId="ADAL" clId="{09730227-1908-4EA8-BA8E-5A59BE832678}" dt="2026-09-19T06:38:40.943" v="19"/>
          <pc:sldLayoutMkLst>
            <pc:docMk/>
            <pc:sldMasterMk cId="4279363162" sldId="2147483660"/>
            <pc:sldLayoutMk cId="1182395416" sldId="2147483728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182395416" sldId="2147483728"/>
              <ac:spMk id="2" creationId="{7CA78B8E-7848-30AF-3D59-8AF1A4C608FE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182395416" sldId="2147483728"/>
              <ac:spMk id="3" creationId="{A7992D2E-5DBF-88B7-5F5C-652CFE965F95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182395416" sldId="2147483728"/>
              <ac:spMk id="4" creationId="{100B60D5-5D33-75D9-93C0-377F2BC4602D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182395416" sldId="2147483728"/>
              <ac:spMk id="5" creationId="{C5125DA9-5EB4-C98D-5B05-C4523B8821C8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182395416" sldId="2147483728"/>
              <ac:spMk id="6" creationId="{33FB6702-3DE9-928A-A39D-8180D4597F96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182395416" sldId="2147483728"/>
              <ac:spMk id="7" creationId="{B2E29ECA-2675-6459-76F2-D75FA569EF77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182395416" sldId="2147483728"/>
              <ac:spMk id="8" creationId="{8E748ED8-DACD-0038-D6D6-DE4AC207E2D3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182395416" sldId="2147483728"/>
              <ac:spMk id="9" creationId="{9DAECBAA-A556-42DF-4612-1F8A33B69A33}"/>
            </ac:spMkLst>
          </pc:spChg>
        </pc:sldLayoutChg>
        <pc:sldLayoutChg chg="modSp del mod ord">
          <pc:chgData name="Reuel Ngo" userId="630da983-9bc0-4db9-b496-b90fbcc97014" providerId="ADAL" clId="{09730227-1908-4EA8-BA8E-5A59BE832678}" dt="2026-09-19T06:38:40.943" v="19"/>
          <pc:sldLayoutMkLst>
            <pc:docMk/>
            <pc:sldMasterMk cId="4279363162" sldId="2147483660"/>
            <pc:sldLayoutMk cId="4102475958" sldId="2147483729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4102475958" sldId="2147483729"/>
              <ac:spMk id="2" creationId="{6F90C2C4-9465-E7E0-7BE9-86A26DFC42F2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4102475958" sldId="2147483729"/>
              <ac:spMk id="3" creationId="{A9798272-3D7A-0B34-A766-3948028AFE24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4102475958" sldId="2147483729"/>
              <ac:spMk id="4" creationId="{72DAE55C-2163-9917-99E9-F4D899E802B7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4102475958" sldId="2147483729"/>
              <ac:spMk id="5" creationId="{BD20A7F5-44CE-4932-EF35-6D73ABD6674D}"/>
            </ac:spMkLst>
          </pc:spChg>
        </pc:sldLayoutChg>
        <pc:sldLayoutChg chg="modSp del mod ord">
          <pc:chgData name="Reuel Ngo" userId="630da983-9bc0-4db9-b496-b90fbcc97014" providerId="ADAL" clId="{09730227-1908-4EA8-BA8E-5A59BE832678}" dt="2026-09-19T06:38:40.943" v="19"/>
          <pc:sldLayoutMkLst>
            <pc:docMk/>
            <pc:sldMasterMk cId="4279363162" sldId="2147483660"/>
            <pc:sldLayoutMk cId="4007617600" sldId="2147483730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4007617600" sldId="2147483730"/>
              <ac:spMk id="2" creationId="{CED8EDC1-17CE-7C51-EB8E-731438A34538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4007617600" sldId="2147483730"/>
              <ac:spMk id="3" creationId="{AA801612-83F1-5F55-DB84-9F356A19DC91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4007617600" sldId="2147483730"/>
              <ac:spMk id="4" creationId="{D144F165-C793-BB13-9A88-973B296B2F9E}"/>
            </ac:spMkLst>
          </pc:spChg>
        </pc:sldLayoutChg>
        <pc:sldLayoutChg chg="modSp del mod ord">
          <pc:chgData name="Reuel Ngo" userId="630da983-9bc0-4db9-b496-b90fbcc97014" providerId="ADAL" clId="{09730227-1908-4EA8-BA8E-5A59BE832678}" dt="2026-09-19T06:38:40.943" v="19"/>
          <pc:sldLayoutMkLst>
            <pc:docMk/>
            <pc:sldMasterMk cId="4279363162" sldId="2147483660"/>
            <pc:sldLayoutMk cId="3209342896" sldId="2147483731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209342896" sldId="2147483731"/>
              <ac:spMk id="2" creationId="{5671AFB2-43A1-88C3-1F8F-4E793BBF5992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209342896" sldId="2147483731"/>
              <ac:spMk id="3" creationId="{7888F029-DB7D-90D3-34C5-72395F36A173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209342896" sldId="2147483731"/>
              <ac:spMk id="4" creationId="{06C03BEC-19F7-DF5D-6484-EBDCC59C423D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209342896" sldId="2147483731"/>
              <ac:spMk id="5" creationId="{5918D6DC-4B4B-2883-E0B9-C1D347ABE62F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209342896" sldId="2147483731"/>
              <ac:spMk id="6" creationId="{6D68B2B4-DC82-79DA-3A49-1017ECCA0797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209342896" sldId="2147483731"/>
              <ac:spMk id="7" creationId="{AB612CEA-0134-A61E-4A42-DD2C47D897A0}"/>
            </ac:spMkLst>
          </pc:spChg>
        </pc:sldLayoutChg>
        <pc:sldLayoutChg chg="modSp del mod ord">
          <pc:chgData name="Reuel Ngo" userId="630da983-9bc0-4db9-b496-b90fbcc97014" providerId="ADAL" clId="{09730227-1908-4EA8-BA8E-5A59BE832678}" dt="2026-09-19T06:38:40.943" v="19"/>
          <pc:sldLayoutMkLst>
            <pc:docMk/>
            <pc:sldMasterMk cId="4279363162" sldId="2147483660"/>
            <pc:sldLayoutMk cId="1698516119" sldId="2147483732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698516119" sldId="2147483732"/>
              <ac:spMk id="2" creationId="{917ABBCA-D1AB-FC0B-F9D6-70105EF132E8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698516119" sldId="2147483732"/>
              <ac:spMk id="3" creationId="{9C03B6F6-D60A-5E0F-6CCA-3B90405FB6E5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698516119" sldId="2147483732"/>
              <ac:spMk id="4" creationId="{ED9BC509-FE80-1ADA-BF94-5145CE876D6D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698516119" sldId="2147483732"/>
              <ac:spMk id="5" creationId="{76CEE832-BB9D-4599-20D5-EE066E58FAA9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698516119" sldId="2147483732"/>
              <ac:spMk id="6" creationId="{44E6D2E4-24F2-B1E2-9575-AF271B6DEC3A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698516119" sldId="2147483732"/>
              <ac:spMk id="7" creationId="{1A74F10C-357B-6AE5-E864-92C7095E9184}"/>
            </ac:spMkLst>
          </pc:spChg>
        </pc:sldLayoutChg>
        <pc:sldLayoutChg chg="modSp del mod ord">
          <pc:chgData name="Reuel Ngo" userId="630da983-9bc0-4db9-b496-b90fbcc97014" providerId="ADAL" clId="{09730227-1908-4EA8-BA8E-5A59BE832678}" dt="2026-09-19T06:38:40.943" v="19"/>
          <pc:sldLayoutMkLst>
            <pc:docMk/>
            <pc:sldMasterMk cId="4279363162" sldId="2147483660"/>
            <pc:sldLayoutMk cId="1659530576" sldId="2147483733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659530576" sldId="2147483733"/>
              <ac:spMk id="2" creationId="{80C042B3-DC9D-EF20-6073-3CE5596B3749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659530576" sldId="2147483733"/>
              <ac:spMk id="3" creationId="{B85CC056-07C5-BF99-D343-02D23C76F420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659530576" sldId="2147483733"/>
              <ac:spMk id="4" creationId="{2CCCA41F-D976-8361-F048-396E3071AE18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659530576" sldId="2147483733"/>
              <ac:spMk id="5" creationId="{E156E965-15BB-CA18-A54B-315A1BBD926D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659530576" sldId="2147483733"/>
              <ac:spMk id="6" creationId="{D37FFA27-CB9D-227A-3426-655AFEEC83C3}"/>
            </ac:spMkLst>
          </pc:spChg>
        </pc:sldLayoutChg>
        <pc:sldLayoutChg chg="modSp del mod ord">
          <pc:chgData name="Reuel Ngo" userId="630da983-9bc0-4db9-b496-b90fbcc97014" providerId="ADAL" clId="{09730227-1908-4EA8-BA8E-5A59BE832678}" dt="2026-09-19T06:38:40.943" v="19"/>
          <pc:sldLayoutMkLst>
            <pc:docMk/>
            <pc:sldMasterMk cId="4279363162" sldId="2147483660"/>
            <pc:sldLayoutMk cId="213999174" sldId="2147483734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213999174" sldId="2147483734"/>
              <ac:spMk id="2" creationId="{C52FD0F7-36C0-34C0-A0CA-3B25AC085227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213999174" sldId="2147483734"/>
              <ac:spMk id="3" creationId="{E6BD3995-9906-F7B4-545A-B0564350B3D7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213999174" sldId="2147483734"/>
              <ac:spMk id="4" creationId="{B6B8BAEC-B4F8-A04A-4BC2-E8ED1DD12A31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213999174" sldId="2147483734"/>
              <ac:spMk id="5" creationId="{149CD486-A0AB-A65F-EC26-0ED5CC38ADEA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213999174" sldId="2147483734"/>
              <ac:spMk id="6" creationId="{AC569D57-84EB-8C3C-AD27-C0BF59384551}"/>
            </ac:spMkLst>
          </pc:spChg>
        </pc:sldLayoutChg>
        <pc:sldLayoutChg chg="modSp del mod ord">
          <pc:chgData name="Reuel Ngo" userId="630da983-9bc0-4db9-b496-b90fbcc97014" providerId="ADAL" clId="{09730227-1908-4EA8-BA8E-5A59BE832678}" dt="2026-09-19T06:38:40.943" v="19"/>
          <pc:sldLayoutMkLst>
            <pc:docMk/>
            <pc:sldMasterMk cId="4279363162" sldId="2147483660"/>
            <pc:sldLayoutMk cId="2006968415" sldId="2147483735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2006968415" sldId="2147483735"/>
              <ac:spMk id="2" creationId="{22FCFEFD-88E5-4869-B5C3-1611B0B50E15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2006968415" sldId="2147483735"/>
              <ac:spMk id="4" creationId="{58A212C2-8B30-4835-8711-AA981B6CFBE1}"/>
            </ac:spMkLst>
          </pc:spChg>
        </pc:sldLayoutChg>
        <pc:sldLayoutChg chg="modSp del mod ord">
          <pc:chgData name="Reuel Ngo" userId="630da983-9bc0-4db9-b496-b90fbcc97014" providerId="ADAL" clId="{09730227-1908-4EA8-BA8E-5A59BE832678}" dt="2026-09-19T06:38:40.943" v="19"/>
          <pc:sldLayoutMkLst>
            <pc:docMk/>
            <pc:sldMasterMk cId="4279363162" sldId="2147483660"/>
            <pc:sldLayoutMk cId="706918083" sldId="2147483736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706918083" sldId="2147483736"/>
              <ac:spMk id="2" creationId="{00000000-0000-0000-0000-000000000000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706918083" sldId="2147483736"/>
              <ac:spMk id="5" creationId="{0F739808-4725-B142-9FAB-65DB691EBEFA}"/>
            </ac:spMkLst>
          </pc:spChg>
        </pc:sldLayoutChg>
        <pc:sldLayoutChg chg="modSp mod ord">
          <pc:chgData name="Reuel Ngo" userId="630da983-9bc0-4db9-b496-b90fbcc97014" providerId="ADAL" clId="{09730227-1908-4EA8-BA8E-5A59BE832678}" dt="2026-09-19T06:38:40.854" v="18"/>
          <pc:sldLayoutMkLst>
            <pc:docMk/>
            <pc:sldMasterMk cId="4279363162" sldId="2147483660"/>
            <pc:sldLayoutMk cId="3375938193" sldId="2147483737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375938193" sldId="2147483737"/>
              <ac:spMk id="3" creationId="{BDBC305C-A9C3-4278-AFC0-C99DFD80A68A}"/>
            </ac:spMkLst>
          </pc:spChg>
        </pc:sldLayoutChg>
        <pc:sldLayoutChg chg="modSp mod ord">
          <pc:chgData name="Reuel Ngo" userId="630da983-9bc0-4db9-b496-b90fbcc97014" providerId="ADAL" clId="{09730227-1908-4EA8-BA8E-5A59BE832678}" dt="2026-09-19T06:38:40.854" v="18"/>
          <pc:sldLayoutMkLst>
            <pc:docMk/>
            <pc:sldMasterMk cId="4279363162" sldId="2147483660"/>
            <pc:sldLayoutMk cId="3306896714" sldId="2147483738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306896714" sldId="2147483738"/>
              <ac:spMk id="16" creationId="{1AB79229-7EF8-8D54-ED6D-2A2E11C74F94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306896714" sldId="2147483738"/>
              <ac:spMk id="24" creationId="{44FD65AF-CF48-C43D-0B1B-B1AD516E4D77}"/>
            </ac:spMkLst>
          </pc:spChg>
        </pc:sldLayoutChg>
        <pc:sldLayoutChg chg="modSp mod ord">
          <pc:chgData name="Reuel Ngo" userId="630da983-9bc0-4db9-b496-b90fbcc97014" providerId="ADAL" clId="{09730227-1908-4EA8-BA8E-5A59BE832678}" dt="2026-09-19T06:38:40.854" v="18"/>
          <pc:sldLayoutMkLst>
            <pc:docMk/>
            <pc:sldMasterMk cId="4279363162" sldId="2147483660"/>
            <pc:sldLayoutMk cId="2065098829" sldId="2147483739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2065098829" sldId="2147483739"/>
              <ac:spMk id="5" creationId="{00000000-0000-0000-0000-000000000000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2065098829" sldId="2147483739"/>
              <ac:spMk id="9" creationId="{00000000-0000-0000-0000-000000000000}"/>
            </ac:spMkLst>
          </pc:spChg>
        </pc:sldLayoutChg>
        <pc:sldLayoutChg chg="ad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3812209019" sldId="2147483782"/>
          </pc:sldLayoutMkLst>
        </pc:sldLayoutChg>
        <pc:sldLayoutChg chg="addSp delSp modSp mod ord">
          <pc:chgData name="Reuel Ngo" userId="630da983-9bc0-4db9-b496-b90fbcc97014" providerId="ADAL" clId="{09730227-1908-4EA8-BA8E-5A59BE832678}" dt="2026-09-20T16:06:55.776" v="1643" actId="478"/>
          <pc:sldLayoutMkLst>
            <pc:docMk/>
            <pc:sldMasterMk cId="4279363162" sldId="2147483660"/>
            <pc:sldLayoutMk cId="1756169639" sldId="2147483783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756169639" sldId="2147483783"/>
              <ac:spMk id="9" creationId="{0B916564-33C2-CD0E-E05A-76907EB69EDD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756169639" sldId="2147483783"/>
              <ac:spMk id="10" creationId="{3DE2905F-5DD9-A6E6-9622-A302EC289098}"/>
            </ac:spMkLst>
          </pc:spChg>
          <pc:picChg chg="add del">
            <ac:chgData name="Reuel Ngo" userId="630da983-9bc0-4db9-b496-b90fbcc97014" providerId="ADAL" clId="{09730227-1908-4EA8-BA8E-5A59BE832678}" dt="2026-09-20T16:06:55.776" v="1643" actId="478"/>
            <ac:picMkLst>
              <pc:docMk/>
              <pc:sldMasterMk cId="4279363162" sldId="2147483660"/>
              <pc:sldLayoutMk cId="1756169639" sldId="2147483783"/>
              <ac:picMk id="2" creationId="{6B1CE931-25E3-561F-E582-DD9662E622D9}"/>
            </ac:picMkLst>
          </pc:picChg>
        </pc:sldLayoutChg>
        <pc:sldLayoutChg chg="ad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569138682" sldId="2147483784"/>
          </pc:sldLayoutMkLst>
        </pc:sldLayoutChg>
        <pc:sldLayoutChg chg="modSp del mod ord">
          <pc:chgData name="Reuel Ngo" userId="630da983-9bc0-4db9-b496-b90fbcc97014" providerId="ADAL" clId="{09730227-1908-4EA8-BA8E-5A59BE832678}" dt="2026-09-19T06:38:40.943" v="19"/>
          <pc:sldLayoutMkLst>
            <pc:docMk/>
            <pc:sldMasterMk cId="4279363162" sldId="2147483660"/>
            <pc:sldLayoutMk cId="1012614146" sldId="2147485785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012614146" sldId="2147485785"/>
              <ac:spMk id="2" creationId="{22FCFEFD-88E5-4869-B5C3-1611B0B50E15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012614146" sldId="2147485785"/>
              <ac:spMk id="3" creationId="{00000000-0000-0000-0000-000000000000}"/>
            </ac:spMkLst>
          </pc:spChg>
        </pc:sldLayoutChg>
        <pc:sldLayoutChg chg="modSp del mod ord">
          <pc:chgData name="Reuel Ngo" userId="630da983-9bc0-4db9-b496-b90fbcc97014" providerId="ADAL" clId="{09730227-1908-4EA8-BA8E-5A59BE832678}" dt="2026-09-19T06:38:40.943" v="19"/>
          <pc:sldLayoutMkLst>
            <pc:docMk/>
            <pc:sldMasterMk cId="4279363162" sldId="2147483660"/>
            <pc:sldLayoutMk cId="2980959026" sldId="2147485786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2980959026" sldId="2147485786"/>
              <ac:spMk id="2" creationId="{6F90C2C4-9465-E7E0-7BE9-86A26DFC42F2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2980959026" sldId="2147485786"/>
              <ac:spMk id="3" creationId="{A9798272-3D7A-0B34-A766-3948028AFE24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2980959026" sldId="2147485786"/>
              <ac:spMk id="4" creationId="{72DAE55C-2163-9917-99E9-F4D899E802B7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2980959026" sldId="2147485786"/>
              <ac:spMk id="5" creationId="{BD20A7F5-44CE-4932-EF35-6D73ABD6674D}"/>
            </ac:spMkLst>
          </pc:spChg>
        </pc:sldLayoutChg>
        <pc:sldLayoutChg chg="modSp mod ord">
          <pc:chgData name="Reuel Ngo" userId="630da983-9bc0-4db9-b496-b90fbcc97014" providerId="ADAL" clId="{09730227-1908-4EA8-BA8E-5A59BE832678}" dt="2026-09-19T06:38:40.854" v="18"/>
          <pc:sldLayoutMkLst>
            <pc:docMk/>
            <pc:sldMasterMk cId="4279363162" sldId="2147483660"/>
            <pc:sldLayoutMk cId="3254314993" sldId="2147485787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254314993" sldId="2147485787"/>
              <ac:spMk id="5" creationId="{90A9B380-75A5-7CED-05A1-1EC949DF36A8}"/>
            </ac:spMkLst>
          </pc:spChg>
        </pc:sldLayoutChg>
        <pc:sldLayoutChg chg="modSp del mod ord">
          <pc:chgData name="Reuel Ngo" userId="630da983-9bc0-4db9-b496-b90fbcc97014" providerId="ADAL" clId="{09730227-1908-4EA8-BA8E-5A59BE832678}" dt="2026-09-19T06:38:40.943" v="19"/>
          <pc:sldLayoutMkLst>
            <pc:docMk/>
            <pc:sldMasterMk cId="4279363162" sldId="2147483660"/>
            <pc:sldLayoutMk cId="840700198" sldId="2147485788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840700198" sldId="2147485788"/>
              <ac:spMk id="9" creationId="{0B916564-33C2-CD0E-E05A-76907EB69EDD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840700198" sldId="2147485788"/>
              <ac:spMk id="10" creationId="{3DE2905F-5DD9-A6E6-9622-A302EC289098}"/>
            </ac:spMkLst>
          </pc:spChg>
        </pc:sldLayoutChg>
        <pc:sldLayoutChg chg="addSp delSp modSp mod ord">
          <pc:chgData name="Reuel Ngo" userId="630da983-9bc0-4db9-b496-b90fbcc97014" providerId="ADAL" clId="{09730227-1908-4EA8-BA8E-5A59BE832678}" dt="2026-09-20T16:06:57.778" v="1644" actId="478"/>
          <pc:sldLayoutMkLst>
            <pc:docMk/>
            <pc:sldMasterMk cId="4279363162" sldId="2147483660"/>
            <pc:sldLayoutMk cId="3372042231" sldId="2147485789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372042231" sldId="2147485789"/>
              <ac:spMk id="8" creationId="{C9BB8A45-557B-4137-EB5C-B7905DF5574E}"/>
            </ac:spMkLst>
          </pc:spChg>
          <pc:picChg chg="add del">
            <ac:chgData name="Reuel Ngo" userId="630da983-9bc0-4db9-b496-b90fbcc97014" providerId="ADAL" clId="{09730227-1908-4EA8-BA8E-5A59BE832678}" dt="2026-09-20T16:06:57.778" v="1644" actId="478"/>
            <ac:picMkLst>
              <pc:docMk/>
              <pc:sldMasterMk cId="4279363162" sldId="2147483660"/>
              <pc:sldLayoutMk cId="3372042231" sldId="2147485789"/>
              <ac:picMk id="6" creationId="{5D25AF53-A32B-923A-43C6-465AFFD1652E}"/>
            </ac:picMkLst>
          </pc:picChg>
        </pc:sldLayoutChg>
        <pc:sldLayoutChg chg="ad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1746415194" sldId="2147485790"/>
          </pc:sldLayoutMkLst>
        </pc:sldLayoutChg>
        <pc:sldLayoutChg chg="ad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3222975740" sldId="2147485791"/>
          </pc:sldLayoutMkLst>
        </pc:sldLayoutChg>
        <pc:sldLayoutChg chg="ad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4154061938" sldId="2147485792"/>
          </pc:sldLayoutMkLst>
        </pc:sldLayoutChg>
        <pc:sldLayoutChg chg="addSp delSp modSp del mod ord">
          <pc:chgData name="Reuel Ngo" userId="630da983-9bc0-4db9-b496-b90fbcc97014" providerId="ADAL" clId="{09730227-1908-4EA8-BA8E-5A59BE832678}" dt="2026-09-20T16:09:00.616" v="1652" actId="47"/>
          <pc:sldLayoutMkLst>
            <pc:docMk/>
            <pc:sldMasterMk cId="4279363162" sldId="2147483660"/>
            <pc:sldLayoutMk cId="46641575" sldId="2147485793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46641575" sldId="2147485793"/>
              <ac:spMk id="4" creationId="{7EEB9BC1-F8A9-D267-565C-9DB4879C9DF4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46641575" sldId="2147485793"/>
              <ac:spMk id="6" creationId="{7FBDC260-0BF0-294E-967D-CFCE08D4067E}"/>
            </ac:spMkLst>
          </pc:spChg>
          <pc:picChg chg="add del mod">
            <ac:chgData name="Reuel Ngo" userId="630da983-9bc0-4db9-b496-b90fbcc97014" providerId="ADAL" clId="{09730227-1908-4EA8-BA8E-5A59BE832678}" dt="2026-09-20T16:07:03.271" v="1645" actId="478"/>
            <ac:picMkLst>
              <pc:docMk/>
              <pc:sldMasterMk cId="4279363162" sldId="2147483660"/>
              <pc:sldLayoutMk cId="46641575" sldId="2147485793"/>
              <ac:picMk id="7" creationId="{9D846BCE-797B-CD42-BAAC-CDAF9B74DBC4}"/>
            </ac:picMkLst>
          </pc:picChg>
        </pc:sldLayoutChg>
        <pc:sldLayoutChg chg="add del">
          <pc:chgData name="Reuel Ngo" userId="630da983-9bc0-4db9-b496-b90fbcc97014" providerId="ADAL" clId="{09730227-1908-4EA8-BA8E-5A59BE832678}" dt="2026-09-19T07:28:30.508" v="137" actId="47"/>
          <pc:sldLayoutMkLst>
            <pc:docMk/>
            <pc:sldMasterMk cId="4279363162" sldId="2147483660"/>
            <pc:sldLayoutMk cId="3483621166" sldId="2147485794"/>
          </pc:sldLayoutMkLst>
        </pc:sldLayoutChg>
        <pc:sldLayoutChg chg="ad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590667387" sldId="2147485795"/>
          </pc:sldLayoutMkLst>
        </pc:sldLayoutChg>
        <pc:sldLayoutChg chg="modSp del mod ord">
          <pc:chgData name="Reuel Ngo" userId="630da983-9bc0-4db9-b496-b90fbcc97014" providerId="ADAL" clId="{09730227-1908-4EA8-BA8E-5A59BE832678}" dt="2026-09-19T06:38:40.943" v="19"/>
          <pc:sldLayoutMkLst>
            <pc:docMk/>
            <pc:sldMasterMk cId="4279363162" sldId="2147483660"/>
            <pc:sldLayoutMk cId="1188665770" sldId="2147485796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188665770" sldId="2147485796"/>
              <ac:spMk id="3" creationId="{47054975-9B72-B5D8-DC2C-2A1B1887D311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188665770" sldId="2147485796"/>
              <ac:spMk id="7" creationId="{94584EB2-E663-4E79-1330-9D1AE176D89B}"/>
            </ac:spMkLst>
          </pc:spChg>
        </pc:sldLayoutChg>
        <pc:sldLayoutChg chg="modSp mod ord">
          <pc:chgData name="Reuel Ngo" userId="630da983-9bc0-4db9-b496-b90fbcc97014" providerId="ADAL" clId="{09730227-1908-4EA8-BA8E-5A59BE832678}" dt="2026-09-19T06:38:40.854" v="18"/>
          <pc:sldLayoutMkLst>
            <pc:docMk/>
            <pc:sldMasterMk cId="4279363162" sldId="2147483660"/>
            <pc:sldLayoutMk cId="2470852324" sldId="2147485797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2470852324" sldId="2147485797"/>
              <ac:spMk id="2" creationId="{BCE35D3C-86EE-875E-D2A6-669DF7E1C19A}"/>
            </ac:spMkLst>
          </pc:spChg>
        </pc:sldLayoutChg>
        <pc:sldLayoutChg chg="del replI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3566215335" sldId="2147485798"/>
          </pc:sldLayoutMkLst>
        </pc:sldLayoutChg>
        <pc:sldLayoutChg chg="del replI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3740137263" sldId="2147485799"/>
          </pc:sldLayoutMkLst>
        </pc:sldLayoutChg>
        <pc:sldLayoutChg chg="del replI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1988597934" sldId="2147485800"/>
          </pc:sldLayoutMkLst>
        </pc:sldLayoutChg>
        <pc:sldLayoutChg chg="del replI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2010286892" sldId="2147485801"/>
          </pc:sldLayoutMkLst>
        </pc:sldLayoutChg>
        <pc:sldLayoutChg chg="del replI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3519616299" sldId="2147485802"/>
          </pc:sldLayoutMkLst>
        </pc:sldLayoutChg>
        <pc:sldLayoutChg chg="del replI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3358977533" sldId="2147485803"/>
          </pc:sldLayoutMkLst>
        </pc:sldLayoutChg>
        <pc:sldLayoutChg chg="del replI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2548566185" sldId="2147485804"/>
          </pc:sldLayoutMkLst>
        </pc:sldLayoutChg>
        <pc:sldLayoutChg chg="modSp del mod ord replI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3766207597" sldId="2147485805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766207597" sldId="2147485805"/>
              <ac:spMk id="16" creationId="{1AB79229-7EF8-8D54-ED6D-2A2E11C74F94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766207597" sldId="2147485805"/>
              <ac:spMk id="24" creationId="{44FD65AF-CF48-C43D-0B1B-B1AD516E4D77}"/>
            </ac:spMkLst>
          </pc:spChg>
        </pc:sldLayoutChg>
        <pc:sldLayoutChg chg="modSp del mod ord replI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3812209019" sldId="2147485806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812209019" sldId="2147485806"/>
              <ac:spMk id="8" creationId="{E903047D-0F9D-0858-4D03-8A542EE21C82}"/>
            </ac:spMkLst>
          </pc:spChg>
        </pc:sldLayoutChg>
        <pc:sldLayoutChg chg="modSp del mod ord replI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3193504661" sldId="2147485807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193504661" sldId="2147485807"/>
              <ac:spMk id="9" creationId="{00000000-0000-0000-0000-000000000000}"/>
            </ac:spMkLst>
          </pc:spChg>
        </pc:sldLayoutChg>
        <pc:sldLayoutChg chg="modSp del mod ord replI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2591827500" sldId="2147485808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2591827500" sldId="2147485808"/>
              <ac:spMk id="9" creationId="{00000000-0000-0000-0000-000000000000}"/>
            </ac:spMkLst>
          </pc:spChg>
        </pc:sldLayoutChg>
        <pc:sldLayoutChg chg="modSp del mod ord replI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637924683" sldId="2147485809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637924683" sldId="2147485809"/>
              <ac:spMk id="8" creationId="{E1AC44E4-6E8B-3264-6C80-836DA134E7E9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637924683" sldId="2147485809"/>
              <ac:spMk id="9" creationId="{EAE3F76B-93DD-2A11-C7C5-3051EECE9777}"/>
            </ac:spMkLst>
          </pc:spChg>
        </pc:sldLayoutChg>
        <pc:sldLayoutChg chg="modSp del mod ord replI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569138682" sldId="2147485810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569138682" sldId="2147485810"/>
              <ac:spMk id="3" creationId="{47054975-9B72-B5D8-DC2C-2A1B1887D311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569138682" sldId="2147485810"/>
              <ac:spMk id="7" creationId="{94584EB2-E663-4E79-1330-9D1AE176D89B}"/>
            </ac:spMkLst>
          </pc:spChg>
        </pc:sldLayoutChg>
        <pc:sldLayoutChg chg="modSp del mod ord replI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1746415194" sldId="2147485811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746415194" sldId="2147485811"/>
              <ac:spMk id="3" creationId="{3A2DD64C-91AA-0F9F-782C-C9626477CBF5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746415194" sldId="2147485811"/>
              <ac:spMk id="4" creationId="{DD1BEEC7-5874-1E48-8B60-B1E5D9779C29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746415194" sldId="2147485811"/>
              <ac:spMk id="6" creationId="{B9DAEE96-3FBA-ED5E-8648-B6963189A336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746415194" sldId="2147485811"/>
              <ac:spMk id="8" creationId="{D4FC2733-4549-1D6E-C0AF-E1EDBFE2B0D6}"/>
            </ac:spMkLst>
          </pc:spChg>
        </pc:sldLayoutChg>
        <pc:sldLayoutChg chg="modSp del mod ord replI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3222975740" sldId="2147485812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222975740" sldId="2147485812"/>
              <ac:spMk id="4" creationId="{303734CD-7B05-0092-D5B9-837ACCA63BCE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222975740" sldId="2147485812"/>
              <ac:spMk id="5" creationId="{4B58CC31-DAE6-D4D7-A480-A8D61B236742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222975740" sldId="2147485812"/>
              <ac:spMk id="6" creationId="{B3A909B1-270B-7393-59C8-6EE9EFCA0D99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222975740" sldId="2147485812"/>
              <ac:spMk id="10" creationId="{58AD97AC-5D95-8CE6-C8A4-85AC654036AB}"/>
            </ac:spMkLst>
          </pc:spChg>
        </pc:sldLayoutChg>
        <pc:sldLayoutChg chg="modSp del mod ord replI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4154061938" sldId="2147485813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4154061938" sldId="2147485813"/>
              <ac:spMk id="2" creationId="{75C45BD7-3F2C-830D-5256-48E37AFC511B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4154061938" sldId="2147485813"/>
              <ac:spMk id="3" creationId="{23E98592-EE2D-456F-76E2-F8BED7A0F24B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4154061938" sldId="2147485813"/>
              <ac:spMk id="6" creationId="{93B14476-C310-377E-9A79-4B21FCBADCBF}"/>
            </ac:spMkLst>
          </pc:spChg>
        </pc:sldLayoutChg>
        <pc:sldLayoutChg chg="modSp del mod ord replI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3483621166" sldId="2147485814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483621166" sldId="2147485814"/>
              <ac:spMk id="2" creationId="{B34784F0-D959-7D20-3CA8-6E0D5AAE22B1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483621166" sldId="2147485814"/>
              <ac:spMk id="3" creationId="{F8EFE1D8-1E7C-8A86-A01A-514505B427DD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483621166" sldId="2147485814"/>
              <ac:spMk id="4" creationId="{303734CD-7B05-0092-D5B9-837ACCA63BCE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483621166" sldId="2147485814"/>
              <ac:spMk id="5" creationId="{4B58CC31-DAE6-D4D7-A480-A8D61B236742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483621166" sldId="2147485814"/>
              <ac:spMk id="6" creationId="{B3A909B1-270B-7393-59C8-6EE9EFCA0D99}"/>
            </ac:spMkLst>
          </pc:spChg>
        </pc:sldLayoutChg>
        <pc:sldLayoutChg chg="modSp del mod ord replI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590667387" sldId="2147485815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590667387" sldId="2147485815"/>
              <ac:spMk id="2" creationId="{75C45BD7-3F2C-830D-5256-48E37AFC511B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590667387" sldId="2147485815"/>
              <ac:spMk id="3" creationId="{9726B72F-F30C-C802-754B-00F8619DF7CF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590667387" sldId="2147485815"/>
              <ac:spMk id="6" creationId="{48B9C26C-7246-D5C5-B758-D000638734BF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590667387" sldId="2147485815"/>
              <ac:spMk id="8" creationId="{D167E468-CDA1-75E9-AB86-FAD0C1101203}"/>
            </ac:spMkLst>
          </pc:spChg>
        </pc:sldLayoutChg>
      </pc:sldMasterChg>
      <pc:sldMasterChg chg="del sldLayoutOrd">
        <pc:chgData name="Reuel Ngo" userId="630da983-9bc0-4db9-b496-b90fbcc97014" providerId="ADAL" clId="{09730227-1908-4EA8-BA8E-5A59BE832678}" dt="2026-09-19T06:38:40.943" v="19"/>
        <pc:sldMasterMkLst>
          <pc:docMk/>
          <pc:sldMasterMk cId="4101613245" sldId="2147483701"/>
        </pc:sldMasterMkLst>
      </pc:sldMasterChg>
      <pc:sldMasterChg chg="add del addSldLayout delSldLayout modSldLayout sldLayoutOrd">
        <pc:chgData name="Reuel Ngo" userId="630da983-9bc0-4db9-b496-b90fbcc97014" providerId="ADAL" clId="{09730227-1908-4EA8-BA8E-5A59BE832678}" dt="2026-09-20T15:58:46.979" v="1634" actId="2696"/>
        <pc:sldMasterMkLst>
          <pc:docMk/>
          <pc:sldMasterMk cId="3432485970" sldId="2147483800"/>
        </pc:sldMasterMkLst>
        <pc:sldLayoutChg chg="modSp mod or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3432485970" sldId="2147483800"/>
            <pc:sldLayoutMk cId="2639493039" sldId="2147483801"/>
          </pc:sldLayoutMkLst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2639493039" sldId="2147483801"/>
              <ac:spMk id="5" creationId="{2117018B-B519-E0C7-79F9-9F1296445CE7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2639493039" sldId="2147483801"/>
              <ac:spMk id="9" creationId="{00000000-0000-0000-0000-000000000000}"/>
            </ac:spMkLst>
          </pc:spChg>
        </pc:sldLayoutChg>
        <pc:sldLayoutChg chg="ad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3432485970" sldId="2147483800"/>
            <pc:sldLayoutMk cId="951934249" sldId="2147483802"/>
          </pc:sldLayoutMkLst>
        </pc:sldLayoutChg>
        <pc:sldLayoutChg chg="ad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3432485970" sldId="2147483800"/>
            <pc:sldLayoutMk cId="3953743581" sldId="2147483803"/>
          </pc:sldLayoutMkLst>
        </pc:sldLayoutChg>
        <pc:sldLayoutChg chg="ad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3432485970" sldId="2147483800"/>
            <pc:sldLayoutMk cId="3575654748" sldId="2147483804"/>
          </pc:sldLayoutMkLst>
        </pc:sldLayoutChg>
        <pc:sldLayoutChg chg="ad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3432485970" sldId="2147483800"/>
            <pc:sldLayoutMk cId="945230459" sldId="2147483805"/>
          </pc:sldLayoutMkLst>
        </pc:sldLayoutChg>
        <pc:sldLayoutChg chg="modSp mod or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3432485970" sldId="2147483800"/>
            <pc:sldLayoutMk cId="2126045534" sldId="2147483806"/>
          </pc:sldLayoutMkLst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2126045534" sldId="2147483806"/>
              <ac:spMk id="4" creationId="{00000000-0000-0000-0000-000000000000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2126045534" sldId="2147483806"/>
              <ac:spMk id="7" creationId="{34B655BA-10A4-4A57-89DB-CFFBE1CA1E33}"/>
            </ac:spMkLst>
          </pc:spChg>
        </pc:sldLayoutChg>
        <pc:sldLayoutChg chg="modSp mod or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3432485970" sldId="2147483800"/>
            <pc:sldLayoutMk cId="2331764202" sldId="2147483807"/>
          </pc:sldLayoutMkLst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2331764202" sldId="2147483807"/>
              <ac:spMk id="2" creationId="{A1BE2550-DA43-453C-A328-33C740E65403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2331764202" sldId="2147483807"/>
              <ac:spMk id="5" creationId="{14B7A288-CDAC-4184-9F73-137C95F5E643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2331764202" sldId="2147483807"/>
              <ac:spMk id="9" creationId="{CEC22105-78D6-4753-94FA-3DA949361A95}"/>
            </ac:spMkLst>
          </pc:spChg>
        </pc:sldLayoutChg>
        <pc:sldLayoutChg chg="modSp mod or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3432485970" sldId="2147483800"/>
            <pc:sldLayoutMk cId="3210604703" sldId="2147483808"/>
          </pc:sldLayoutMkLst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3210604703" sldId="2147483808"/>
              <ac:spMk id="2" creationId="{8D876633-3E8D-4CF4-A5D4-D4E9D88A6DE0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3210604703" sldId="2147483808"/>
              <ac:spMk id="4" creationId="{00000000-0000-0000-0000-000000000000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3210604703" sldId="2147483808"/>
              <ac:spMk id="6" creationId="{8E9CDCB4-03E1-4763-B83E-A1334BCDB0C0}"/>
            </ac:spMkLst>
          </pc:spChg>
        </pc:sldLayoutChg>
        <pc:sldLayoutChg chg="modSp mod or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3432485970" sldId="2147483800"/>
            <pc:sldLayoutMk cId="2364693548" sldId="2147483809"/>
          </pc:sldLayoutMkLst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2364693548" sldId="2147483809"/>
              <ac:spMk id="2" creationId="{8D876633-3E8D-4CF4-A5D4-D4E9D88A6DE0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2364693548" sldId="2147483809"/>
              <ac:spMk id="8" creationId="{98E90344-0294-48E2-AAF0-601BB99500E7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2364693548" sldId="2147483809"/>
              <ac:spMk id="10" creationId="{D1F896FB-325C-4849-B372-8DF0D6C0562C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2364693548" sldId="2147483809"/>
              <ac:spMk id="12" creationId="{DD525736-DEE8-4391-8135-23DE0640053A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2364693548" sldId="2147483809"/>
              <ac:spMk id="13" creationId="{B4F729D4-B1F1-45F2-A06A-40234B19C883}"/>
            </ac:spMkLst>
          </pc:spChg>
        </pc:sldLayoutChg>
        <pc:sldLayoutChg chg="modSp mod or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3432485970" sldId="2147483800"/>
            <pc:sldLayoutMk cId="2222256337" sldId="2147483810"/>
          </pc:sldLayoutMkLst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2222256337" sldId="2147483810"/>
              <ac:spMk id="2" creationId="{8D876633-3E8D-4CF4-A5D4-D4E9D88A6DE0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2222256337" sldId="2147483810"/>
              <ac:spMk id="15" creationId="{BFEF95FA-F121-4653-B60A-0D068C345462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2222256337" sldId="2147483810"/>
              <ac:spMk id="17" creationId="{47F8EAA9-0E64-4589-A234-BC31685BE7D3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2222256337" sldId="2147483810"/>
              <ac:spMk id="18" creationId="{C2759870-0BEA-44DC-A414-1C70D04E35CC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2222256337" sldId="2147483810"/>
              <ac:spMk id="19" creationId="{C327262A-D327-4189-AD22-BAD67CF4AB79}"/>
            </ac:spMkLst>
          </pc:spChg>
        </pc:sldLayoutChg>
        <pc:sldLayoutChg chg="modSp mod or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3432485970" sldId="2147483800"/>
            <pc:sldLayoutMk cId="606856928" sldId="2147483811"/>
          </pc:sldLayoutMkLst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606856928" sldId="2147483811"/>
              <ac:spMk id="3" creationId="{F260F77E-464D-46F7-A8F8-6F281DAB0C7A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606856928" sldId="2147483811"/>
              <ac:spMk id="19" creationId="{CB20F198-3776-433D-85A8-C2B6AC6235FF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606856928" sldId="2147483811"/>
              <ac:spMk id="20" creationId="{97BC59AA-6CF8-4091-8008-21AA9AD8E8B5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606856928" sldId="2147483811"/>
              <ac:spMk id="21" creationId="{BECED387-BA3E-49B2-8F1E-0E371E09E0A4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606856928" sldId="2147483811"/>
              <ac:spMk id="22" creationId="{6B26A1CD-81F9-4C2F-896F-E69757C6658C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606856928" sldId="2147483811"/>
              <ac:spMk id="23" creationId="{79263A4B-A9A8-4CE5-96A8-6F6EC365E512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606856928" sldId="2147483811"/>
              <ac:spMk id="24" creationId="{2205743D-F71A-4647-9BE4-2900BDA2582B}"/>
            </ac:spMkLst>
          </pc:spChg>
        </pc:sldLayoutChg>
        <pc:sldLayoutChg chg="modSp mod or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3432485970" sldId="2147483800"/>
            <pc:sldLayoutMk cId="801095553" sldId="2147483812"/>
          </pc:sldLayoutMkLst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801095553" sldId="2147483812"/>
              <ac:spMk id="3" creationId="{87A434B7-D4B9-4D45-A31C-F0CC4D227945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801095553" sldId="2147483812"/>
              <ac:spMk id="22" creationId="{92783506-927E-48F7-8EFC-36257F3E2812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801095553" sldId="2147483812"/>
              <ac:spMk id="23" creationId="{FB6093D3-3EDF-4A80-8450-C5EBB1990775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801095553" sldId="2147483812"/>
              <ac:spMk id="24" creationId="{438D2C80-6884-451D-8D7D-B69022CCC5C4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801095553" sldId="2147483812"/>
              <ac:spMk id="25" creationId="{7614A884-0AD6-4A85-A432-2B13E7464DA9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801095553" sldId="2147483812"/>
              <ac:spMk id="26" creationId="{7D8FFDED-9FE5-4D94-8EB0-7D645C10FBFF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801095553" sldId="2147483812"/>
              <ac:spMk id="27" creationId="{D429D954-9297-44FA-B7BD-56586012419C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801095553" sldId="2147483812"/>
              <ac:spMk id="28" creationId="{04D43B0D-50F8-4F63-AFA3-34A46F42E816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801095553" sldId="2147483812"/>
              <ac:spMk id="29" creationId="{804CEFDA-6A6F-42D3-B65C-4BE1054C905E}"/>
            </ac:spMkLst>
          </pc:spChg>
        </pc:sldLayoutChg>
        <pc:sldLayoutChg chg="modSp mod or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3432485970" sldId="2147483800"/>
            <pc:sldLayoutMk cId="2645598907" sldId="2147483813"/>
          </pc:sldLayoutMkLst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2645598907" sldId="2147483813"/>
              <ac:spMk id="3" creationId="{87A434B7-D4B9-4D45-A31C-F0CC4D227945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2645598907" sldId="2147483813"/>
              <ac:spMk id="11" creationId="{540485AC-5036-400C-92C3-D3E9EC0252BC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2645598907" sldId="2147483813"/>
              <ac:spMk id="22" creationId="{92783506-927E-48F7-8EFC-36257F3E2812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2645598907" sldId="2147483813"/>
              <ac:spMk id="23" creationId="{FB6093D3-3EDF-4A80-8450-C5EBB1990775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2645598907" sldId="2147483813"/>
              <ac:spMk id="24" creationId="{438D2C80-6884-451D-8D7D-B69022CCC5C4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2645598907" sldId="2147483813"/>
              <ac:spMk id="25" creationId="{7614A884-0AD6-4A85-A432-2B13E7464DA9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2645598907" sldId="2147483813"/>
              <ac:spMk id="26" creationId="{7D8FFDED-9FE5-4D94-8EB0-7D645C10FBFF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2645598907" sldId="2147483813"/>
              <ac:spMk id="27" creationId="{D429D954-9297-44FA-B7BD-56586012419C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2645598907" sldId="2147483813"/>
              <ac:spMk id="28" creationId="{04D43B0D-50F8-4F63-AFA3-34A46F42E816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2645598907" sldId="2147483813"/>
              <ac:spMk id="29" creationId="{804CEFDA-6A6F-42D3-B65C-4BE1054C905E}"/>
            </ac:spMkLst>
          </pc:spChg>
        </pc:sldLayoutChg>
        <pc:sldLayoutChg chg="modSp mod or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3432485970" sldId="2147483800"/>
            <pc:sldLayoutMk cId="1607055743" sldId="2147483814"/>
          </pc:sldLayoutMkLst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1607055743" sldId="2147483814"/>
              <ac:spMk id="2" creationId="{D0AAD849-7CFE-4AF7-A7C5-6BBD50C88C1A}"/>
            </ac:spMkLst>
          </pc:spChg>
        </pc:sldLayoutChg>
        <pc:sldLayoutChg chg="modSp mod or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3432485970" sldId="2147483800"/>
            <pc:sldLayoutMk cId="2579154221" sldId="2147483815"/>
          </pc:sldLayoutMkLst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2579154221" sldId="2147483815"/>
              <ac:spMk id="2" creationId="{D0AAD849-7CFE-4AF7-A7C5-6BBD50C88C1A}"/>
            </ac:spMkLst>
          </pc:spChg>
        </pc:sldLayoutChg>
        <pc:sldLayoutChg chg="modSp del mod or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3432485970" sldId="2147483800"/>
            <pc:sldLayoutMk cId="951934249" sldId="2147485817"/>
          </pc:sldLayoutMkLst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951934249" sldId="2147485817"/>
              <ac:spMk id="5" creationId="{2117018B-B519-E0C7-79F9-9F1296445CE7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951934249" sldId="2147485817"/>
              <ac:spMk id="9" creationId="{00000000-0000-0000-0000-000000000000}"/>
            </ac:spMkLst>
          </pc:spChg>
        </pc:sldLayoutChg>
        <pc:sldLayoutChg chg="modSp del mod or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3432485970" sldId="2147483800"/>
            <pc:sldLayoutMk cId="3953743581" sldId="2147485818"/>
          </pc:sldLayoutMkLst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3953743581" sldId="2147485818"/>
              <ac:spMk id="5" creationId="{2117018B-B519-E0C7-79F9-9F1296445CE7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3953743581" sldId="2147485818"/>
              <ac:spMk id="9" creationId="{00000000-0000-0000-0000-000000000000}"/>
            </ac:spMkLst>
          </pc:spChg>
        </pc:sldLayoutChg>
        <pc:sldLayoutChg chg="modSp del mod or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3432485970" sldId="2147483800"/>
            <pc:sldLayoutMk cId="3575654748" sldId="2147485819"/>
          </pc:sldLayoutMkLst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3575654748" sldId="2147485819"/>
              <ac:spMk id="4" creationId="{7A88E8CF-D478-59AB-21A4-06C64B387915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3575654748" sldId="2147485819"/>
              <ac:spMk id="9" creationId="{00000000-0000-0000-0000-000000000000}"/>
            </ac:spMkLst>
          </pc:spChg>
        </pc:sldLayoutChg>
        <pc:sldLayoutChg chg="modSp del mod or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3432485970" sldId="2147483800"/>
            <pc:sldLayoutMk cId="945230459" sldId="2147485820"/>
          </pc:sldLayoutMkLst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945230459" sldId="2147485820"/>
              <ac:spMk id="4" creationId="{7A88E8CF-D478-59AB-21A4-06C64B387915}"/>
            </ac:spMkLst>
          </pc:spChg>
          <pc:spChg chg="mod">
            <ac:chgData name="Reuel Ngo" userId="630da983-9bc0-4db9-b496-b90fbcc97014" providerId="ADAL" clId="{09730227-1908-4EA8-BA8E-5A59BE832678}" dt="2026-09-19T06:41:26.600" v="23" actId="26606"/>
            <ac:spMkLst>
              <pc:docMk/>
              <pc:sldMasterMk cId="3432485970" sldId="2147483800"/>
              <pc:sldLayoutMk cId="945230459" sldId="2147485820"/>
              <ac:spMk id="9" creationId="{00000000-0000-0000-0000-000000000000}"/>
            </ac:spMkLst>
          </pc:spChg>
        </pc:sldLayoutChg>
      </pc:sldMasterChg>
      <pc:sldMasterChg chg="del delSldLayout">
        <pc:chgData name="Reuel Ngo" userId="630da983-9bc0-4db9-b496-b90fbcc97014" providerId="ADAL" clId="{09730227-1908-4EA8-BA8E-5A59BE832678}" dt="2026-09-19T06:38:40.747" v="17"/>
        <pc:sldMasterMkLst>
          <pc:docMk/>
          <pc:sldMasterMk cId="1113473769" sldId="2147483853"/>
        </pc:sldMasterMkLst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742661435" sldId="2147483854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3336762606" sldId="2147483855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2195952523" sldId="2147483856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823886967" sldId="2147483857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3773130539" sldId="2147483858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729306915" sldId="2147483859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3411490380" sldId="2147483860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3428159982" sldId="2147483861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2597326188" sldId="2147483862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2234651742" sldId="2147483863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3318158676" sldId="2147483864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2258347234" sldId="2147483865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1560776546" sldId="2147483866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3833070203" sldId="2147483867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3367013569" sldId="2147483868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3735333680" sldId="2147483869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718148533" sldId="2147483870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1692588450" sldId="2147483871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2663316277" sldId="2147483872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1361320653" sldId="2147483873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1357012345" sldId="2147483874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3385258659" sldId="2147483875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808765937" sldId="2147483876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3920377149" sldId="2147483877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3001124295" sldId="2147483878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881656268" sldId="2147483879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2080965789" sldId="2147483880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904882955" sldId="2147483881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1128888586" sldId="2147483882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478930787" sldId="2147483883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3408035095" sldId="2147483884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3850023826" sldId="2147483885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1292072970" sldId="2147483886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1309354530" sldId="2147483887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4071661086" sldId="2147483888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3610147034" sldId="2147483889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1330077982" sldId="2147483890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1284350368" sldId="2147483891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119367244" sldId="2147483892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1768009568" sldId="2147483893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3975938908" sldId="2147483894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3102945128" sldId="2147483895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2927370877" sldId="2147483896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3309298474" sldId="2147483897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3438776719" sldId="2147483898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537883530" sldId="2147483899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3236053474" sldId="2147483900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3745694732" sldId="2147483901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9861800" sldId="2147483902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3358542953" sldId="2147483903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2644614927" sldId="2147483904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251331996" sldId="2147483905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1062839051" sldId="2147483906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3310314249" sldId="2147483907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1387056249" sldId="2147483908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1008016985" sldId="2147483909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2708098186" sldId="2147483910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2435885539" sldId="2147483911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1087468307" sldId="2147483912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4028985767" sldId="2147483913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1983444901" sldId="2147483914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2652688259" sldId="2147483915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3297153649" sldId="2147483916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829276416" sldId="2147483917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893821733" sldId="2147483918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2320909970" sldId="2147483919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3416461640" sldId="2147483920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3131414616" sldId="2147483921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1905740790" sldId="2147483922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3849829607" sldId="2147483923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750877131" sldId="2147483924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1221156388" sldId="2147483925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13473769" sldId="2147483853"/>
            <pc:sldLayoutMk cId="2710326200" sldId="2147483926"/>
          </pc:sldLayoutMkLst>
        </pc:sldLayoutChg>
      </pc:sldMasterChg>
      <pc:sldMasterChg chg="del delSldLayout">
        <pc:chgData name="Reuel Ngo" userId="630da983-9bc0-4db9-b496-b90fbcc97014" providerId="ADAL" clId="{09730227-1908-4EA8-BA8E-5A59BE832678}" dt="2026-09-19T06:38:40.747" v="17"/>
        <pc:sldMasterMkLst>
          <pc:docMk/>
          <pc:sldMasterMk cId="1130943595" sldId="2147483927"/>
        </pc:sldMasterMkLst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866770514" sldId="2147483740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3589351959" sldId="2147483741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2763457548" sldId="2147483742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2592625261" sldId="2147483743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1282520502" sldId="2147483744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3029221057" sldId="2147483745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3699051991" sldId="2147483746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980878609" sldId="2147483747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1380549508" sldId="2147483748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2258157362" sldId="2147483749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3509757129" sldId="2147483750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483280715" sldId="2147483751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3958712262" sldId="2147483752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504327539" sldId="2147483753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2208607576" sldId="2147483754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3419846889" sldId="2147483755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1569640687" sldId="2147483756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3760190712" sldId="2147483757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1047318927" sldId="2147483758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367769467" sldId="2147483759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4287185620" sldId="2147483760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2495886470" sldId="2147483761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2711289414" sldId="2147483762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2741574943" sldId="2147483763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3387305154" sldId="2147483764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430422767" sldId="2147483765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3156781060" sldId="2147483766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3976220046" sldId="2147483767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942678582" sldId="2147483768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2525711601" sldId="2147483769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1566416933" sldId="2147483770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1970509865" sldId="2147483771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908021499" sldId="2147483772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2231195716" sldId="2147483773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4122814509" sldId="2147483774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1470136594" sldId="2147483775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931980867" sldId="2147483776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3830322640" sldId="2147483777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516589525" sldId="2147483778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2721657152" sldId="2147483779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1706499674" sldId="2147483780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1122092827" sldId="2147483781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1860599981" sldId="2147483785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4264817952" sldId="2147483786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4078998722" sldId="2147483787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3835955948" sldId="2147483788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2459492397" sldId="2147483789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1545506849" sldId="2147483790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680345829" sldId="2147483791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3751638050" sldId="2147483792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3411998634" sldId="2147483793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2054622112" sldId="2147483794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897985635" sldId="2147483795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3155884983" sldId="2147483796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3215822919" sldId="2147483797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1450672598" sldId="2147483798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3053985202" sldId="2147483799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829317954" sldId="2147483928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2348310557" sldId="2147483929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1692788133" sldId="2147483930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3730337555" sldId="2147483931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3921216239" sldId="2147483932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79627053" sldId="2147483933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4081138977" sldId="2147483934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274027678" sldId="2147483935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2882960637" sldId="2147483936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3554168332" sldId="2147483937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34623232" sldId="2147483938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4286061504" sldId="2147483939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1045728308" sldId="2147483940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4065513849" sldId="2147483941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1932963622" sldId="2147483942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3393528670" sldId="2147483943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4144784679" sldId="2147483944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2256675072" sldId="2147483945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1745100314" sldId="2147483946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1574482312" sldId="2147483947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487680445" sldId="2147483948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1836616995" sldId="2147483949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2805868703" sldId="2147483950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2393177490" sldId="2147483951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1136012622" sldId="2147483952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3168890921" sldId="2147483953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597398184" sldId="2147483954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2194585344" sldId="2147483955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1145643553" sldId="2147483956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914890675" sldId="2147483957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2999270758" sldId="2147483958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3716151109" sldId="2147483959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669969532" sldId="2147483960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2437901430" sldId="2147483961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1860631941" sldId="2147483962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3472078240" sldId="2147483963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1312879589" sldId="2147483964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116432264" sldId="2147483965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529712970" sldId="2147483966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4191105758" sldId="2147483967"/>
          </pc:sldLayoutMkLst>
        </pc:sldLayoutChg>
        <pc:sldLayoutChg chg="del">
          <pc:chgData name="Reuel Ngo" userId="630da983-9bc0-4db9-b496-b90fbcc97014" providerId="ADAL" clId="{09730227-1908-4EA8-BA8E-5A59BE832678}" dt="2026-09-19T06:38:40.747" v="17"/>
          <pc:sldLayoutMkLst>
            <pc:docMk/>
            <pc:sldMasterMk cId="1130943595" sldId="2147483927"/>
            <pc:sldLayoutMk cId="1323191488" sldId="2147483968"/>
          </pc:sldLayoutMkLst>
        </pc:sldLayoutChg>
      </pc:sldMasterChg>
      <pc:sldMasterChg chg="addSldLayout delSldLayout modSldLayout">
        <pc:chgData name="Reuel Ngo" userId="630da983-9bc0-4db9-b496-b90fbcc97014" providerId="ADAL" clId="{09730227-1908-4EA8-BA8E-5A59BE832678}" dt="2026-09-19T06:41:26.600" v="23" actId="26606"/>
        <pc:sldMasterMkLst>
          <pc:docMk/>
          <pc:sldMasterMk cId="687996619" sldId="2147485715"/>
        </pc:sldMasterMkLst>
        <pc:sldLayoutChg chg="ad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687996619" sldId="2147485715"/>
            <pc:sldLayoutMk cId="3757650894" sldId="2147485722"/>
          </pc:sldLayoutMkLst>
        </pc:sldLayoutChg>
        <pc:sldLayoutChg chg="ad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687996619" sldId="2147485715"/>
            <pc:sldLayoutMk cId="3719134347" sldId="2147485723"/>
          </pc:sldLayoutMkLst>
        </pc:sldLayoutChg>
        <pc:sldLayoutChg chg="ad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687996619" sldId="2147485715"/>
            <pc:sldLayoutMk cId="575009905" sldId="2147485724"/>
          </pc:sldLayoutMkLst>
        </pc:sldLayoutChg>
        <pc:sldLayoutChg chg="ad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687996619" sldId="2147485715"/>
            <pc:sldLayoutMk cId="3362142579" sldId="2147485729"/>
          </pc:sldLayoutMkLst>
        </pc:sldLayoutChg>
        <pc:sldLayoutChg chg="ad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687996619" sldId="2147485715"/>
            <pc:sldLayoutMk cId="931582960" sldId="2147485730"/>
          </pc:sldLayoutMkLst>
        </pc:sldLayoutChg>
        <pc:sldLayoutChg chg="ad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687996619" sldId="2147485715"/>
            <pc:sldLayoutMk cId="2941358550" sldId="2147485731"/>
          </pc:sldLayoutMkLst>
        </pc:sldLayoutChg>
        <pc:sldLayoutChg chg="ad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687996619" sldId="2147485715"/>
            <pc:sldLayoutMk cId="1388444913" sldId="2147485732"/>
          </pc:sldLayoutMkLst>
        </pc:sldLayoutChg>
        <pc:sldLayoutChg chg="ad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687996619" sldId="2147485715"/>
            <pc:sldLayoutMk cId="2843602328" sldId="2147485733"/>
          </pc:sldLayoutMkLst>
        </pc:sldLayoutChg>
        <pc:sldLayoutChg chg="ad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687996619" sldId="2147485715"/>
            <pc:sldLayoutMk cId="2047875035" sldId="2147485734"/>
          </pc:sldLayoutMkLst>
        </pc:sldLayoutChg>
        <pc:sldLayoutChg chg="ad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687996619" sldId="2147485715"/>
            <pc:sldLayoutMk cId="38576489" sldId="2147485735"/>
          </pc:sldLayoutMkLst>
        </pc:sldLayoutChg>
        <pc:sldLayoutChg chg="ad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687996619" sldId="2147485715"/>
            <pc:sldLayoutMk cId="2181031997" sldId="2147485736"/>
          </pc:sldLayoutMkLst>
        </pc:sldLayoutChg>
        <pc:sldLayoutChg chg="ad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687996619" sldId="2147485715"/>
            <pc:sldLayoutMk cId="1050274689" sldId="2147485781"/>
          </pc:sldLayoutMkLst>
        </pc:sldLayoutChg>
        <pc:sldLayoutChg chg="ad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687996619" sldId="2147485715"/>
            <pc:sldLayoutMk cId="4088644151" sldId="2147485783"/>
          </pc:sldLayoutMkLst>
        </pc:sldLayoutChg>
        <pc:sldLayoutChg chg="del replI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687996619" sldId="2147485715"/>
            <pc:sldLayoutMk cId="3757650894" sldId="2147485821"/>
          </pc:sldLayoutMkLst>
        </pc:sldLayoutChg>
        <pc:sldLayoutChg chg="del replI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687996619" sldId="2147485715"/>
            <pc:sldLayoutMk cId="4088644151" sldId="2147485822"/>
          </pc:sldLayoutMkLst>
        </pc:sldLayoutChg>
        <pc:sldLayoutChg chg="del replI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687996619" sldId="2147485715"/>
            <pc:sldLayoutMk cId="3719134347" sldId="2147485823"/>
          </pc:sldLayoutMkLst>
        </pc:sldLayoutChg>
        <pc:sldLayoutChg chg="del replI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687996619" sldId="2147485715"/>
            <pc:sldLayoutMk cId="575009905" sldId="2147485824"/>
          </pc:sldLayoutMkLst>
        </pc:sldLayoutChg>
        <pc:sldLayoutChg chg="del replI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687996619" sldId="2147485715"/>
            <pc:sldLayoutMk cId="3362142579" sldId="2147485825"/>
          </pc:sldLayoutMkLst>
        </pc:sldLayoutChg>
        <pc:sldLayoutChg chg="del replI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687996619" sldId="2147485715"/>
            <pc:sldLayoutMk cId="931582960" sldId="2147485826"/>
          </pc:sldLayoutMkLst>
        </pc:sldLayoutChg>
        <pc:sldLayoutChg chg="del replI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687996619" sldId="2147485715"/>
            <pc:sldLayoutMk cId="2941358550" sldId="2147485827"/>
          </pc:sldLayoutMkLst>
        </pc:sldLayoutChg>
        <pc:sldLayoutChg chg="del replI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687996619" sldId="2147485715"/>
            <pc:sldLayoutMk cId="1388444913" sldId="2147485828"/>
          </pc:sldLayoutMkLst>
        </pc:sldLayoutChg>
        <pc:sldLayoutChg chg="del replI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687996619" sldId="2147485715"/>
            <pc:sldLayoutMk cId="2843602328" sldId="2147485829"/>
          </pc:sldLayoutMkLst>
        </pc:sldLayoutChg>
        <pc:sldLayoutChg chg="del replI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687996619" sldId="2147485715"/>
            <pc:sldLayoutMk cId="1050274689" sldId="2147485830"/>
          </pc:sldLayoutMkLst>
        </pc:sldLayoutChg>
        <pc:sldLayoutChg chg="del replI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687996619" sldId="2147485715"/>
            <pc:sldLayoutMk cId="2047875035" sldId="2147485831"/>
          </pc:sldLayoutMkLst>
        </pc:sldLayoutChg>
        <pc:sldLayoutChg chg="del replI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687996619" sldId="2147485715"/>
            <pc:sldLayoutMk cId="38576489" sldId="2147485832"/>
          </pc:sldLayoutMkLst>
        </pc:sldLayoutChg>
        <pc:sldLayoutChg chg="del replI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687996619" sldId="2147485715"/>
            <pc:sldLayoutMk cId="2181031997" sldId="2147485833"/>
          </pc:sldLayoutMkLst>
        </pc:sldLayoutChg>
      </pc:sldMasterChg>
      <pc:sldMasterChg chg="del sldLayoutOrd">
        <pc:chgData name="Reuel Ngo" userId="630da983-9bc0-4db9-b496-b90fbcc97014" providerId="ADAL" clId="{09730227-1908-4EA8-BA8E-5A59BE832678}" dt="2026-09-19T06:38:40.943" v="19"/>
        <pc:sldMasterMkLst>
          <pc:docMk/>
          <pc:sldMasterMk cId="1330958314" sldId="2147485784"/>
        </pc:sldMasterMkLst>
      </pc:sldMasterChg>
      <pc:sldMasterChg chg="del replId delSldLayout modSldLayout sldLayoutOrd">
        <pc:chgData name="Reuel Ngo" userId="630da983-9bc0-4db9-b496-b90fbcc97014" providerId="ADAL" clId="{09730227-1908-4EA8-BA8E-5A59BE832678}" dt="2026-09-19T06:41:26.600" v="23" actId="26606"/>
        <pc:sldMasterMkLst>
          <pc:docMk/>
          <pc:sldMasterMk cId="3432485970" sldId="2147485816"/>
        </pc:sldMasterMkLst>
        <pc:sldLayoutChg chg="del">
          <pc:chgData name="Reuel Ngo" userId="630da983-9bc0-4db9-b496-b90fbcc97014" providerId="ADAL" clId="{09730227-1908-4EA8-BA8E-5A59BE832678}" dt="2026-09-19T06:38:40.943" v="19"/>
          <pc:sldLayoutMkLst>
            <pc:docMk/>
            <pc:sldMasterMk cId="3432485970" sldId="2147485816"/>
            <pc:sldLayoutMk cId="2722994217" sldId="2147483816"/>
          </pc:sldLayoutMkLst>
        </pc:sldLayoutChg>
        <pc:sldLayoutChg chg="del">
          <pc:chgData name="Reuel Ngo" userId="630da983-9bc0-4db9-b496-b90fbcc97014" providerId="ADAL" clId="{09730227-1908-4EA8-BA8E-5A59BE832678}" dt="2026-09-19T06:38:40.943" v="19"/>
          <pc:sldLayoutMkLst>
            <pc:docMk/>
            <pc:sldMasterMk cId="3432485970" sldId="2147485816"/>
            <pc:sldLayoutMk cId="2685590583" sldId="2147483817"/>
          </pc:sldLayoutMkLst>
        </pc:sldLayoutChg>
        <pc:sldLayoutChg chg="del">
          <pc:chgData name="Reuel Ngo" userId="630da983-9bc0-4db9-b496-b90fbcc97014" providerId="ADAL" clId="{09730227-1908-4EA8-BA8E-5A59BE832678}" dt="2026-09-19T06:38:40.943" v="19"/>
          <pc:sldLayoutMkLst>
            <pc:docMk/>
            <pc:sldMasterMk cId="3432485970" sldId="2147485816"/>
            <pc:sldLayoutMk cId="1728426511" sldId="2147483818"/>
          </pc:sldLayoutMkLst>
        </pc:sldLayoutChg>
        <pc:sldLayoutChg chg="del">
          <pc:chgData name="Reuel Ngo" userId="630da983-9bc0-4db9-b496-b90fbcc97014" providerId="ADAL" clId="{09730227-1908-4EA8-BA8E-5A59BE832678}" dt="2026-09-19T06:38:40.943" v="19"/>
          <pc:sldLayoutMkLst>
            <pc:docMk/>
            <pc:sldMasterMk cId="3432485970" sldId="2147485816"/>
            <pc:sldLayoutMk cId="187154792" sldId="2147483819"/>
          </pc:sldLayoutMkLst>
        </pc:sldLayoutChg>
        <pc:sldLayoutChg chg="del">
          <pc:chgData name="Reuel Ngo" userId="630da983-9bc0-4db9-b496-b90fbcc97014" providerId="ADAL" clId="{09730227-1908-4EA8-BA8E-5A59BE832678}" dt="2026-09-19T06:38:40.943" v="19"/>
          <pc:sldLayoutMkLst>
            <pc:docMk/>
            <pc:sldMasterMk cId="3432485970" sldId="2147485816"/>
            <pc:sldLayoutMk cId="6265570" sldId="2147483820"/>
          </pc:sldLayoutMkLst>
        </pc:sldLayoutChg>
        <pc:sldLayoutChg chg="del">
          <pc:chgData name="Reuel Ngo" userId="630da983-9bc0-4db9-b496-b90fbcc97014" providerId="ADAL" clId="{09730227-1908-4EA8-BA8E-5A59BE832678}" dt="2026-09-19T06:38:40.943" v="19"/>
          <pc:sldLayoutMkLst>
            <pc:docMk/>
            <pc:sldMasterMk cId="3432485970" sldId="2147485816"/>
            <pc:sldLayoutMk cId="3704785026" sldId="2147483821"/>
          </pc:sldLayoutMkLst>
        </pc:sldLayoutChg>
        <pc:sldLayoutChg chg="del">
          <pc:chgData name="Reuel Ngo" userId="630da983-9bc0-4db9-b496-b90fbcc97014" providerId="ADAL" clId="{09730227-1908-4EA8-BA8E-5A59BE832678}" dt="2026-09-19T06:38:40.943" v="19"/>
          <pc:sldLayoutMkLst>
            <pc:docMk/>
            <pc:sldMasterMk cId="3432485970" sldId="2147485816"/>
            <pc:sldLayoutMk cId="1117211536" sldId="2147483822"/>
          </pc:sldLayoutMkLst>
        </pc:sldLayoutChg>
        <pc:sldLayoutChg chg="del">
          <pc:chgData name="Reuel Ngo" userId="630da983-9bc0-4db9-b496-b90fbcc97014" providerId="ADAL" clId="{09730227-1908-4EA8-BA8E-5A59BE832678}" dt="2026-09-19T06:38:40.943" v="19"/>
          <pc:sldLayoutMkLst>
            <pc:docMk/>
            <pc:sldMasterMk cId="3432485970" sldId="2147485816"/>
            <pc:sldLayoutMk cId="4045693112" sldId="2147483823"/>
          </pc:sldLayoutMkLst>
        </pc:sldLayoutChg>
        <pc:sldLayoutChg chg="del">
          <pc:chgData name="Reuel Ngo" userId="630da983-9bc0-4db9-b496-b90fbcc97014" providerId="ADAL" clId="{09730227-1908-4EA8-BA8E-5A59BE832678}" dt="2026-09-19T06:38:40.943" v="19"/>
          <pc:sldLayoutMkLst>
            <pc:docMk/>
            <pc:sldMasterMk cId="3432485970" sldId="2147485816"/>
            <pc:sldLayoutMk cId="3673698240" sldId="2147483824"/>
          </pc:sldLayoutMkLst>
        </pc:sldLayoutChg>
        <pc:sldLayoutChg chg="del">
          <pc:chgData name="Reuel Ngo" userId="630da983-9bc0-4db9-b496-b90fbcc97014" providerId="ADAL" clId="{09730227-1908-4EA8-BA8E-5A59BE832678}" dt="2026-09-19T06:38:40.943" v="19"/>
          <pc:sldLayoutMkLst>
            <pc:docMk/>
            <pc:sldMasterMk cId="3432485970" sldId="2147485816"/>
            <pc:sldLayoutMk cId="996276738" sldId="2147483825"/>
          </pc:sldLayoutMkLst>
        </pc:sldLayoutChg>
        <pc:sldLayoutChg chg="del">
          <pc:chgData name="Reuel Ngo" userId="630da983-9bc0-4db9-b496-b90fbcc97014" providerId="ADAL" clId="{09730227-1908-4EA8-BA8E-5A59BE832678}" dt="2026-09-19T06:38:40.943" v="19"/>
          <pc:sldLayoutMkLst>
            <pc:docMk/>
            <pc:sldMasterMk cId="3432485970" sldId="2147485816"/>
            <pc:sldLayoutMk cId="3702576149" sldId="2147483826"/>
          </pc:sldLayoutMkLst>
        </pc:sldLayoutChg>
        <pc:sldLayoutChg chg="del">
          <pc:chgData name="Reuel Ngo" userId="630da983-9bc0-4db9-b496-b90fbcc97014" providerId="ADAL" clId="{09730227-1908-4EA8-BA8E-5A59BE832678}" dt="2026-09-19T06:38:40.943" v="19"/>
          <pc:sldLayoutMkLst>
            <pc:docMk/>
            <pc:sldMasterMk cId="3432485970" sldId="2147485816"/>
            <pc:sldLayoutMk cId="956451392" sldId="2147483827"/>
          </pc:sldLayoutMkLst>
        </pc:sldLayoutChg>
        <pc:sldLayoutChg chg="del">
          <pc:chgData name="Reuel Ngo" userId="630da983-9bc0-4db9-b496-b90fbcc97014" providerId="ADAL" clId="{09730227-1908-4EA8-BA8E-5A59BE832678}" dt="2026-09-19T06:38:40.943" v="19"/>
          <pc:sldLayoutMkLst>
            <pc:docMk/>
            <pc:sldMasterMk cId="3432485970" sldId="2147485816"/>
            <pc:sldLayoutMk cId="3146535310" sldId="2147483828"/>
          </pc:sldLayoutMkLst>
        </pc:sldLayoutChg>
        <pc:sldLayoutChg chg="del">
          <pc:chgData name="Reuel Ngo" userId="630da983-9bc0-4db9-b496-b90fbcc97014" providerId="ADAL" clId="{09730227-1908-4EA8-BA8E-5A59BE832678}" dt="2026-09-19T06:38:40.943" v="19"/>
          <pc:sldLayoutMkLst>
            <pc:docMk/>
            <pc:sldMasterMk cId="3432485970" sldId="2147485816"/>
            <pc:sldLayoutMk cId="3836894734" sldId="2147483829"/>
          </pc:sldLayoutMkLst>
        </pc:sldLayoutChg>
        <pc:sldLayoutChg chg="del">
          <pc:chgData name="Reuel Ngo" userId="630da983-9bc0-4db9-b496-b90fbcc97014" providerId="ADAL" clId="{09730227-1908-4EA8-BA8E-5A59BE832678}" dt="2026-09-19T06:38:40.943" v="19"/>
          <pc:sldLayoutMkLst>
            <pc:docMk/>
            <pc:sldMasterMk cId="3432485970" sldId="2147485816"/>
            <pc:sldLayoutMk cId="1977460177" sldId="2147483830"/>
          </pc:sldLayoutMkLst>
        </pc:sldLayoutChg>
        <pc:sldLayoutChg chg="del">
          <pc:chgData name="Reuel Ngo" userId="630da983-9bc0-4db9-b496-b90fbcc97014" providerId="ADAL" clId="{09730227-1908-4EA8-BA8E-5A59BE832678}" dt="2026-09-19T06:38:40.943" v="19"/>
          <pc:sldLayoutMkLst>
            <pc:docMk/>
            <pc:sldMasterMk cId="3432485970" sldId="2147485816"/>
            <pc:sldLayoutMk cId="2209407341" sldId="2147483831"/>
          </pc:sldLayoutMkLst>
        </pc:sldLayoutChg>
        <pc:sldLayoutChg chg="del">
          <pc:chgData name="Reuel Ngo" userId="630da983-9bc0-4db9-b496-b90fbcc97014" providerId="ADAL" clId="{09730227-1908-4EA8-BA8E-5A59BE832678}" dt="2026-09-19T06:38:40.943" v="19"/>
          <pc:sldLayoutMkLst>
            <pc:docMk/>
            <pc:sldMasterMk cId="3432485970" sldId="2147485816"/>
            <pc:sldLayoutMk cId="3950536645" sldId="2147483832"/>
          </pc:sldLayoutMkLst>
        </pc:sldLayoutChg>
        <pc:sldLayoutChg chg="del">
          <pc:chgData name="Reuel Ngo" userId="630da983-9bc0-4db9-b496-b90fbcc97014" providerId="ADAL" clId="{09730227-1908-4EA8-BA8E-5A59BE832678}" dt="2026-09-19T06:38:40.943" v="19"/>
          <pc:sldLayoutMkLst>
            <pc:docMk/>
            <pc:sldMasterMk cId="3432485970" sldId="2147485816"/>
            <pc:sldLayoutMk cId="1541359744" sldId="2147483833"/>
          </pc:sldLayoutMkLst>
        </pc:sldLayoutChg>
        <pc:sldLayoutChg chg="del">
          <pc:chgData name="Reuel Ngo" userId="630da983-9bc0-4db9-b496-b90fbcc97014" providerId="ADAL" clId="{09730227-1908-4EA8-BA8E-5A59BE832678}" dt="2026-09-19T06:38:40.943" v="19"/>
          <pc:sldLayoutMkLst>
            <pc:docMk/>
            <pc:sldMasterMk cId="3432485970" sldId="2147485816"/>
            <pc:sldLayoutMk cId="70303733" sldId="2147483834"/>
          </pc:sldLayoutMkLst>
        </pc:sldLayoutChg>
        <pc:sldLayoutChg chg="del">
          <pc:chgData name="Reuel Ngo" userId="630da983-9bc0-4db9-b496-b90fbcc97014" providerId="ADAL" clId="{09730227-1908-4EA8-BA8E-5A59BE832678}" dt="2026-09-19T06:38:40.943" v="19"/>
          <pc:sldLayoutMkLst>
            <pc:docMk/>
            <pc:sldMasterMk cId="3432485970" sldId="2147485816"/>
            <pc:sldLayoutMk cId="274793690" sldId="2147483835"/>
          </pc:sldLayoutMkLst>
        </pc:sldLayoutChg>
        <pc:sldLayoutChg chg="del">
          <pc:chgData name="Reuel Ngo" userId="630da983-9bc0-4db9-b496-b90fbcc97014" providerId="ADAL" clId="{09730227-1908-4EA8-BA8E-5A59BE832678}" dt="2026-09-19T06:38:40.943" v="19"/>
          <pc:sldLayoutMkLst>
            <pc:docMk/>
            <pc:sldMasterMk cId="3432485970" sldId="2147485816"/>
            <pc:sldLayoutMk cId="3909138004" sldId="2147483836"/>
          </pc:sldLayoutMkLst>
        </pc:sldLayoutChg>
        <pc:sldLayoutChg chg="del">
          <pc:chgData name="Reuel Ngo" userId="630da983-9bc0-4db9-b496-b90fbcc97014" providerId="ADAL" clId="{09730227-1908-4EA8-BA8E-5A59BE832678}" dt="2026-09-19T06:38:40.943" v="19"/>
          <pc:sldLayoutMkLst>
            <pc:docMk/>
            <pc:sldMasterMk cId="3432485970" sldId="2147485816"/>
            <pc:sldLayoutMk cId="47199320" sldId="2147483837"/>
          </pc:sldLayoutMkLst>
        </pc:sldLayoutChg>
        <pc:sldLayoutChg chg="del">
          <pc:chgData name="Reuel Ngo" userId="630da983-9bc0-4db9-b496-b90fbcc97014" providerId="ADAL" clId="{09730227-1908-4EA8-BA8E-5A59BE832678}" dt="2026-09-19T06:38:40.943" v="19"/>
          <pc:sldLayoutMkLst>
            <pc:docMk/>
            <pc:sldMasterMk cId="3432485970" sldId="2147485816"/>
            <pc:sldLayoutMk cId="4262776140" sldId="2147483838"/>
          </pc:sldLayoutMkLst>
        </pc:sldLayoutChg>
        <pc:sldLayoutChg chg="del">
          <pc:chgData name="Reuel Ngo" userId="630da983-9bc0-4db9-b496-b90fbcc97014" providerId="ADAL" clId="{09730227-1908-4EA8-BA8E-5A59BE832678}" dt="2026-09-19T06:38:40.943" v="19"/>
          <pc:sldLayoutMkLst>
            <pc:docMk/>
            <pc:sldMasterMk cId="3432485970" sldId="2147485816"/>
            <pc:sldLayoutMk cId="1197491548" sldId="2147483839"/>
          </pc:sldLayoutMkLst>
        </pc:sldLayoutChg>
        <pc:sldLayoutChg chg="del">
          <pc:chgData name="Reuel Ngo" userId="630da983-9bc0-4db9-b496-b90fbcc97014" providerId="ADAL" clId="{09730227-1908-4EA8-BA8E-5A59BE832678}" dt="2026-09-19T06:38:40.943" v="19"/>
          <pc:sldLayoutMkLst>
            <pc:docMk/>
            <pc:sldMasterMk cId="3432485970" sldId="2147485816"/>
            <pc:sldLayoutMk cId="1809470457" sldId="2147483840"/>
          </pc:sldLayoutMkLst>
        </pc:sldLayoutChg>
        <pc:sldLayoutChg chg="del">
          <pc:chgData name="Reuel Ngo" userId="630da983-9bc0-4db9-b496-b90fbcc97014" providerId="ADAL" clId="{09730227-1908-4EA8-BA8E-5A59BE832678}" dt="2026-09-19T06:38:40.943" v="19"/>
          <pc:sldLayoutMkLst>
            <pc:docMk/>
            <pc:sldMasterMk cId="3432485970" sldId="2147485816"/>
            <pc:sldLayoutMk cId="141695256" sldId="2147483841"/>
          </pc:sldLayoutMkLst>
        </pc:sldLayoutChg>
        <pc:sldLayoutChg chg="del">
          <pc:chgData name="Reuel Ngo" userId="630da983-9bc0-4db9-b496-b90fbcc97014" providerId="ADAL" clId="{09730227-1908-4EA8-BA8E-5A59BE832678}" dt="2026-09-19T06:38:40.943" v="19"/>
          <pc:sldLayoutMkLst>
            <pc:docMk/>
            <pc:sldMasterMk cId="3432485970" sldId="2147485816"/>
            <pc:sldLayoutMk cId="3430131844" sldId="2147483842"/>
          </pc:sldLayoutMkLst>
        </pc:sldLayoutChg>
        <pc:sldLayoutChg chg="del">
          <pc:chgData name="Reuel Ngo" userId="630da983-9bc0-4db9-b496-b90fbcc97014" providerId="ADAL" clId="{09730227-1908-4EA8-BA8E-5A59BE832678}" dt="2026-09-19T06:38:40.943" v="19"/>
          <pc:sldLayoutMkLst>
            <pc:docMk/>
            <pc:sldMasterMk cId="3432485970" sldId="2147485816"/>
            <pc:sldLayoutMk cId="3405387908" sldId="2147483843"/>
          </pc:sldLayoutMkLst>
        </pc:sldLayoutChg>
        <pc:sldLayoutChg chg="del">
          <pc:chgData name="Reuel Ngo" userId="630da983-9bc0-4db9-b496-b90fbcc97014" providerId="ADAL" clId="{09730227-1908-4EA8-BA8E-5A59BE832678}" dt="2026-09-19T06:38:40.943" v="19"/>
          <pc:sldLayoutMkLst>
            <pc:docMk/>
            <pc:sldMasterMk cId="3432485970" sldId="2147485816"/>
            <pc:sldLayoutMk cId="1624535139" sldId="2147483844"/>
          </pc:sldLayoutMkLst>
        </pc:sldLayoutChg>
        <pc:sldLayoutChg chg="del">
          <pc:chgData name="Reuel Ngo" userId="630da983-9bc0-4db9-b496-b90fbcc97014" providerId="ADAL" clId="{09730227-1908-4EA8-BA8E-5A59BE832678}" dt="2026-09-19T06:38:40.943" v="19"/>
          <pc:sldLayoutMkLst>
            <pc:docMk/>
            <pc:sldMasterMk cId="3432485970" sldId="2147485816"/>
            <pc:sldLayoutMk cId="2639054666" sldId="2147483845"/>
          </pc:sldLayoutMkLst>
        </pc:sldLayoutChg>
        <pc:sldLayoutChg chg="del">
          <pc:chgData name="Reuel Ngo" userId="630da983-9bc0-4db9-b496-b90fbcc97014" providerId="ADAL" clId="{09730227-1908-4EA8-BA8E-5A59BE832678}" dt="2026-09-19T06:38:40.943" v="19"/>
          <pc:sldLayoutMkLst>
            <pc:docMk/>
            <pc:sldMasterMk cId="3432485970" sldId="2147485816"/>
            <pc:sldLayoutMk cId="1927484409" sldId="2147483846"/>
          </pc:sldLayoutMkLst>
        </pc:sldLayoutChg>
        <pc:sldLayoutChg chg="del">
          <pc:chgData name="Reuel Ngo" userId="630da983-9bc0-4db9-b496-b90fbcc97014" providerId="ADAL" clId="{09730227-1908-4EA8-BA8E-5A59BE832678}" dt="2026-09-19T06:38:40.943" v="19"/>
          <pc:sldLayoutMkLst>
            <pc:docMk/>
            <pc:sldMasterMk cId="3432485970" sldId="2147485816"/>
            <pc:sldLayoutMk cId="3387400573" sldId="2147483847"/>
          </pc:sldLayoutMkLst>
        </pc:sldLayoutChg>
        <pc:sldLayoutChg chg="del">
          <pc:chgData name="Reuel Ngo" userId="630da983-9bc0-4db9-b496-b90fbcc97014" providerId="ADAL" clId="{09730227-1908-4EA8-BA8E-5A59BE832678}" dt="2026-09-19T06:38:40.943" v="19"/>
          <pc:sldLayoutMkLst>
            <pc:docMk/>
            <pc:sldMasterMk cId="3432485970" sldId="2147485816"/>
            <pc:sldLayoutMk cId="3960019371" sldId="2147483848"/>
          </pc:sldLayoutMkLst>
        </pc:sldLayoutChg>
        <pc:sldLayoutChg chg="del">
          <pc:chgData name="Reuel Ngo" userId="630da983-9bc0-4db9-b496-b90fbcc97014" providerId="ADAL" clId="{09730227-1908-4EA8-BA8E-5A59BE832678}" dt="2026-09-19T06:38:40.943" v="19"/>
          <pc:sldLayoutMkLst>
            <pc:docMk/>
            <pc:sldMasterMk cId="3432485970" sldId="2147485816"/>
            <pc:sldLayoutMk cId="4242331076" sldId="2147483849"/>
          </pc:sldLayoutMkLst>
        </pc:sldLayoutChg>
        <pc:sldLayoutChg chg="del">
          <pc:chgData name="Reuel Ngo" userId="630da983-9bc0-4db9-b496-b90fbcc97014" providerId="ADAL" clId="{09730227-1908-4EA8-BA8E-5A59BE832678}" dt="2026-09-19T06:38:40.943" v="19"/>
          <pc:sldLayoutMkLst>
            <pc:docMk/>
            <pc:sldMasterMk cId="3432485970" sldId="2147485816"/>
            <pc:sldLayoutMk cId="3852865168" sldId="2147483850"/>
          </pc:sldLayoutMkLst>
        </pc:sldLayoutChg>
        <pc:sldLayoutChg chg="del">
          <pc:chgData name="Reuel Ngo" userId="630da983-9bc0-4db9-b496-b90fbcc97014" providerId="ADAL" clId="{09730227-1908-4EA8-BA8E-5A59BE832678}" dt="2026-09-19T06:38:40.943" v="19"/>
          <pc:sldLayoutMkLst>
            <pc:docMk/>
            <pc:sldMasterMk cId="3432485970" sldId="2147485816"/>
            <pc:sldLayoutMk cId="467851201" sldId="2147483851"/>
          </pc:sldLayoutMkLst>
        </pc:sldLayoutChg>
        <pc:sldLayoutChg chg="del">
          <pc:chgData name="Reuel Ngo" userId="630da983-9bc0-4db9-b496-b90fbcc97014" providerId="ADAL" clId="{09730227-1908-4EA8-BA8E-5A59BE832678}" dt="2026-09-19T06:38:40.943" v="19"/>
          <pc:sldLayoutMkLst>
            <pc:docMk/>
            <pc:sldMasterMk cId="3432485970" sldId="2147485816"/>
            <pc:sldLayoutMk cId="2394473864" sldId="2147483852"/>
          </pc:sldLayoutMkLst>
        </pc:sldLayoutChg>
        <pc:sldLayoutChg chg="replId">
          <pc:chgData name="Reuel Ngo" userId="630da983-9bc0-4db9-b496-b90fbcc97014" providerId="ADAL" clId="{09730227-1908-4EA8-BA8E-5A59BE832678}" dt="2026-09-19T06:41:23.800" v="22" actId="26606"/>
          <pc:sldLayoutMkLst>
            <pc:docMk/>
            <pc:sldMasterMk cId="3432485970" sldId="2147483800"/>
            <pc:sldLayoutMk cId="951934249" sldId="2147485817"/>
          </pc:sldLayoutMkLst>
        </pc:sldLayoutChg>
        <pc:sldLayoutChg chg="replId">
          <pc:chgData name="Reuel Ngo" userId="630da983-9bc0-4db9-b496-b90fbcc97014" providerId="ADAL" clId="{09730227-1908-4EA8-BA8E-5A59BE832678}" dt="2026-09-19T06:41:23.800" v="22" actId="26606"/>
          <pc:sldLayoutMkLst>
            <pc:docMk/>
            <pc:sldMasterMk cId="3432485970" sldId="2147483800"/>
            <pc:sldLayoutMk cId="3953743581" sldId="2147485818"/>
          </pc:sldLayoutMkLst>
        </pc:sldLayoutChg>
        <pc:sldLayoutChg chg="replId">
          <pc:chgData name="Reuel Ngo" userId="630da983-9bc0-4db9-b496-b90fbcc97014" providerId="ADAL" clId="{09730227-1908-4EA8-BA8E-5A59BE832678}" dt="2026-09-19T06:41:23.800" v="22" actId="26606"/>
          <pc:sldLayoutMkLst>
            <pc:docMk/>
            <pc:sldMasterMk cId="3432485970" sldId="2147483800"/>
            <pc:sldLayoutMk cId="3575654748" sldId="2147485819"/>
          </pc:sldLayoutMkLst>
        </pc:sldLayoutChg>
        <pc:sldLayoutChg chg="replId">
          <pc:chgData name="Reuel Ngo" userId="630da983-9bc0-4db9-b496-b90fbcc97014" providerId="ADAL" clId="{09730227-1908-4EA8-BA8E-5A59BE832678}" dt="2026-09-19T06:41:23.800" v="22" actId="26606"/>
          <pc:sldLayoutMkLst>
            <pc:docMk/>
            <pc:sldMasterMk cId="3432485970" sldId="2147483800"/>
            <pc:sldLayoutMk cId="945230459" sldId="214748582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D1E43-7A5D-4367-B6FA-3F1E91029A57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09F43E-83AB-4D89-9A0D-C1B1A1FCEA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7532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80951C-B246-43B8-8C53-44C86CC2E95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4679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080397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Sans Display" pitchFamily="2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080397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8" name="Picture 7" descr="A logo of a company&#10;&#10;Description automatically generated">
            <a:extLst>
              <a:ext uri="{FF2B5EF4-FFF2-40B4-BE49-F238E27FC236}">
                <a16:creationId xmlns:a16="http://schemas.microsoft.com/office/drawing/2014/main" id="{51065696-BF77-547A-924A-9F4AB38AD4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2448" t="32535" r="14401" b="28160"/>
          <a:stretch/>
        </p:blipFill>
        <p:spPr>
          <a:xfrm>
            <a:off x="571500" y="581978"/>
            <a:ext cx="1454782" cy="34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563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rry image of a person's hand&#10;&#10;Description automatically generated">
            <a:extLst>
              <a:ext uri="{FF2B5EF4-FFF2-40B4-BE49-F238E27FC236}">
                <a16:creationId xmlns:a16="http://schemas.microsoft.com/office/drawing/2014/main" id="{29C3C374-A664-D7F0-45D0-0450091390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407"/>
          <a:stretch/>
        </p:blipFill>
        <p:spPr>
          <a:xfrm>
            <a:off x="0" y="0"/>
            <a:ext cx="12192000" cy="6692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4784F0-D959-7D20-3CA8-6E0D5AAE2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08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FE1D8-1E7C-8A86-A01A-514505B42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113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734CD-7B05-0092-D5B9-837ACCA63B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242050"/>
            <a:ext cx="2743200" cy="365125"/>
          </a:xfrm>
        </p:spPr>
        <p:txBody>
          <a:bodyPr/>
          <a:lstStyle/>
          <a:p>
            <a:fld id="{DC2E2A91-B98C-49DE-8553-119ECA58152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8CC31-DAE6-D4D7-A480-A8D61B236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1400" y="62420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909B1-270B-7393-59C8-6EE9EFCA0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53400" y="6242050"/>
            <a:ext cx="2743200" cy="365125"/>
          </a:xfrm>
        </p:spPr>
        <p:txBody>
          <a:bodyPr/>
          <a:lstStyle/>
          <a:p>
            <a:fld id="{C67CA0B0-04EF-433A-8113-67BC344D39D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118B41-A307-0DD1-5000-30B9B4FBE2D6}"/>
              </a:ext>
            </a:extLst>
          </p:cNvPr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977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SP Masters Program - Copilot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S logo gray - EMF">
            <a:extLst>
              <a:ext uri="{FF2B5EF4-FFF2-40B4-BE49-F238E27FC236}">
                <a16:creationId xmlns:a16="http://schemas.microsoft.com/office/drawing/2014/main" id="{3A9922AE-499A-8913-51FD-060B72D0BE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283297" y="281709"/>
            <a:ext cx="2440148" cy="90285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B916564-33C2-CD0E-E05A-76907EB69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167887" cy="1231106"/>
          </a:xfrm>
        </p:spPr>
        <p:txBody>
          <a:bodyPr anchor="b" anchorCtr="0">
            <a:spAutoFit/>
          </a:bodyPr>
          <a:lstStyle>
            <a:lvl1pPr>
              <a:defRPr kumimoji="0" lang="en-US" sz="4000" b="0" i="0" u="none" strike="noStrike" kern="1200" cap="none" spc="-50" normalizeH="0" baseline="0" dirty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E2905F-5DD9-A6E6-9622-A302EC289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17561696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rry image of a person's hand&#10;&#10;Description automatically generated">
            <a:extLst>
              <a:ext uri="{FF2B5EF4-FFF2-40B4-BE49-F238E27FC236}">
                <a16:creationId xmlns:a16="http://schemas.microsoft.com/office/drawing/2014/main" id="{F5C40B06-A260-9D9D-4EAD-700D31A965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40" t="2850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94584EB2-E663-4E79-1330-9D1AE176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54975-9B72-B5D8-DC2C-2A1B1887D3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675" y="941388"/>
            <a:ext cx="11018520" cy="341632"/>
          </a:xfrm>
        </p:spPr>
        <p:txBody>
          <a:bodyPr tIns="64008"/>
          <a:lstStyle>
            <a:lvl1pPr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569138682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9BB8A45-557B-4137-EB5C-B7905DF55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503124"/>
            <a:ext cx="5782720" cy="430887"/>
          </a:xfrm>
        </p:spPr>
        <p:txBody>
          <a:bodyPr wrap="square" anchor="b" anchorCtr="0">
            <a:spAutoFit/>
          </a:bodyPr>
          <a:lstStyle>
            <a:lvl1pPr>
              <a:defRPr sz="2800"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</p:spTree>
    <p:extLst>
      <p:ext uri="{BB962C8B-B14F-4D97-AF65-F5344CB8AC3E}">
        <p14:creationId xmlns:p14="http://schemas.microsoft.com/office/powerpoint/2010/main" val="3372042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eyebrow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rry image of a person's hand&#10;&#10;Description automatically generated">
            <a:extLst>
              <a:ext uri="{FF2B5EF4-FFF2-40B4-BE49-F238E27FC236}">
                <a16:creationId xmlns:a16="http://schemas.microsoft.com/office/drawing/2014/main" id="{30EA2969-34DD-DAA8-1D7E-246D83F086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C45BD7-3F2C-830D-5256-48E37AFC5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816" y="510988"/>
            <a:ext cx="11018520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Eyebrow placeholder">
            <a:extLst>
              <a:ext uri="{FF2B5EF4-FFF2-40B4-BE49-F238E27FC236}">
                <a16:creationId xmlns:a16="http://schemas.microsoft.com/office/drawing/2014/main" id="{48B9C26C-7246-D5C5-B758-D000638734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4816" y="246888"/>
            <a:ext cx="11018838" cy="246221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9726B72F-F30C-C802-754B-00F8619DF7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4200" y="2019300"/>
            <a:ext cx="11025188" cy="2562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D167E468-CDA1-75E9-AB86-FAD0C11012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5040" y="6356350"/>
            <a:ext cx="7813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93FC27-A1D1-4A1D-8E2D-C92B07A0375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0667387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_with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B6AA8C-E629-AB05-0CEA-B6253C3A2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7085232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E70860-B881-5122-E137-8711CB0D6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38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06F1A1-1586-42EF-9CA2-16F10CD83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698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53CED-08D6-692F-198E-233A1D7E91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229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2E2A91-B98C-49DE-8553-119ECA58152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0BB91-0DF2-F86D-A282-C050CAF655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400" y="6229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27534-F4D4-095D-03EE-12A9688346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53400" y="6229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7CA0B0-04EF-433A-8113-67BC344D39D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BAC4348-B8BB-E69B-E197-7B5B8B4EF1F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5400000">
            <a:off x="10097704" y="2163762"/>
            <a:ext cx="5409405" cy="108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363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798" r:id="rId1"/>
    <p:sldLayoutId id="2147483684" r:id="rId2"/>
    <p:sldLayoutId id="2147483783" r:id="rId3"/>
    <p:sldLayoutId id="2147483784" r:id="rId4"/>
    <p:sldLayoutId id="2147485789" r:id="rId5"/>
    <p:sldLayoutId id="2147485795" r:id="rId6"/>
    <p:sldLayoutId id="214748579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312">
          <p15:clr>
            <a:srgbClr val="F26B43"/>
          </p15:clr>
        </p15:guide>
        <p15:guide id="3" pos="7368">
          <p15:clr>
            <a:srgbClr val="F26B43"/>
          </p15:clr>
        </p15:guide>
        <p15:guide id="4" orient="horz" pos="2160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orient="horz" pos="3960">
          <p15:clr>
            <a:srgbClr val="F26B43"/>
          </p15:clr>
        </p15:guide>
        <p15:guide id="7" orient="horz" pos="1104">
          <p15:clr>
            <a:srgbClr val="F26B43"/>
          </p15:clr>
        </p15:guide>
        <p15:guide id="8" orient="horz" pos="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AD014-6259-356A-375F-B5DE1A87C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317785"/>
            <a:ext cx="4080397" cy="2215991"/>
          </a:xfr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kumimoji="0" lang="en-US" sz="4000" b="0" i="0" u="none" strike="noStrike" kern="1200" cap="none" spc="-50" normalizeH="0" baseline="0" noProof="0" dirty="0">
                <a:ln w="3175"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Agent-a-thon</a:t>
            </a:r>
            <a:br>
              <a:rPr kumimoji="0" lang="en-US" sz="4000" b="0" i="0" u="none" strike="noStrike" kern="1200" cap="none" spc="-50" normalizeH="0" baseline="0" noProof="0" dirty="0">
                <a:ln w="3175"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</a:br>
            <a:br>
              <a:rPr kumimoji="0" lang="en-US" sz="4000" b="0" i="0" u="none" strike="noStrike" kern="1200" cap="none" spc="-50" normalizeH="0" baseline="0" noProof="0" dirty="0">
                <a:ln w="3175"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</a:br>
            <a:r>
              <a:rPr kumimoji="0" lang="en-US" sz="4000" b="0" i="0" u="none" strike="noStrike" kern="1200" cap="none" spc="-50" normalizeH="0" baseline="0" noProof="0" dirty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Judging Your Presentations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45333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7272CF4-2ECD-1DA0-B1D0-4EBF14969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38100" y="1556016"/>
            <a:ext cx="11285281" cy="4661029"/>
          </a:xfrm>
          <a:prstGeom prst="roundRect">
            <a:avLst>
              <a:gd name="adj" fmla="val 8370"/>
            </a:avLst>
          </a:prstGeom>
          <a:solidFill>
            <a:schemeClr val="bg1">
              <a:alpha val="70000"/>
            </a:schemeClr>
          </a:solidFill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09F3080-144B-C122-6F43-BB297EFA4E20}"/>
              </a:ext>
            </a:extLst>
          </p:cNvPr>
          <p:cNvSpPr txBox="1">
            <a:spLocks/>
          </p:cNvSpPr>
          <p:nvPr/>
        </p:nvSpPr>
        <p:spPr>
          <a:xfrm>
            <a:off x="588263" y="580311"/>
            <a:ext cx="11018520" cy="430887"/>
          </a:xfrm>
          <a:prstGeom prst="rect">
            <a:avLst/>
          </a:prstGeom>
        </p:spPr>
        <p:txBody>
          <a:bodyPr anchor="ctr"/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0" kern="1200" cap="none" spc="-50" baseline="0" dirty="0">
                <a:ln w="3175">
                  <a:noFill/>
                </a:ln>
                <a:gradFill>
                  <a:gsLst>
                    <a:gs pos="21000">
                      <a:schemeClr val="accent1"/>
                    </a:gs>
                    <a:gs pos="100000">
                      <a:schemeClr val="accent3"/>
                    </a:gs>
                  </a:gsLst>
                  <a:lin ang="2400000" scaled="0"/>
                </a:gradFill>
                <a:effectLst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0" i="0" u="none" strike="noStrike" kern="1200" cap="none" spc="-50" normalizeH="0" baseline="0" noProof="0" dirty="0">
                <a:ln w="3175">
                  <a:noFill/>
                </a:ln>
                <a:solidFill>
                  <a:srgbClr val="080808"/>
                </a:solidFill>
                <a:effectLst/>
                <a:uLnTx/>
                <a:uFillTx/>
              </a:rPr>
              <a:t>Welcome our judges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A956AEB-391F-F3EF-B556-8E42F62B601D}"/>
              </a:ext>
            </a:extLst>
          </p:cNvPr>
          <p:cNvGrpSpPr/>
          <p:nvPr/>
        </p:nvGrpSpPr>
        <p:grpSpPr>
          <a:xfrm>
            <a:off x="4352544" y="2051844"/>
            <a:ext cx="3474720" cy="3209528"/>
            <a:chOff x="4352544" y="2051844"/>
            <a:chExt cx="3474720" cy="320952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5518BB9-0EB0-B7BD-7A7C-7A4B0298F73A}"/>
                </a:ext>
              </a:extLst>
            </p:cNvPr>
            <p:cNvGrpSpPr/>
            <p:nvPr/>
          </p:nvGrpSpPr>
          <p:grpSpPr>
            <a:xfrm>
              <a:off x="4427440" y="2051844"/>
              <a:ext cx="3337119" cy="2788319"/>
              <a:chOff x="813183" y="1434769"/>
              <a:chExt cx="2055488" cy="1717457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68AFEE1-7E12-4C6E-79DE-AF6AE455562A}"/>
                  </a:ext>
                </a:extLst>
              </p:cNvPr>
              <p:cNvSpPr txBox="1"/>
              <p:nvPr/>
            </p:nvSpPr>
            <p:spPr>
              <a:xfrm>
                <a:off x="813183" y="2905780"/>
                <a:ext cx="2055488" cy="24644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ctr" defTabSz="914367">
                  <a:defRPr/>
                </a:pPr>
                <a:r>
                  <a:rPr kumimoji="0" lang="en-GB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8661C5"/>
                    </a:solidFill>
                    <a:effectLst/>
                    <a:uLnTx/>
                    <a:uFillTx/>
                    <a:latin typeface="Segoe UI"/>
                    <a:cs typeface="Segoe Sans Display Semibold"/>
                  </a:rPr>
                  <a:t>Shaili</a:t>
                </a:r>
                <a:endParaRPr lang="en-GB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"/>
                  <a:ea typeface="Segoe UI" panose="020B0502040204020203" pitchFamily="34" charset="0"/>
                  <a:cs typeface="Segoe Sans Display"/>
                </a:endParaRPr>
              </a:p>
            </p:txBody>
          </p:sp>
          <p:pic>
            <p:nvPicPr>
              <p:cNvPr id="23" name="Picture 4">
                <a:extLst>
                  <a:ext uri="{FF2B5EF4-FFF2-40B4-BE49-F238E27FC236}">
                    <a16:creationId xmlns:a16="http://schemas.microsoft.com/office/drawing/2014/main" id="{78116366-2E62-EC03-C141-D59270EA85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453" t="2940" r="9453" b="9390"/>
              <a:stretch/>
            </p:blipFill>
            <p:spPr bwMode="auto">
              <a:xfrm>
                <a:off x="1176642" y="1434769"/>
                <a:ext cx="1330446" cy="1330446"/>
              </a:xfrm>
              <a:prstGeom prst="ellipse">
                <a:avLst/>
              </a:prstGeom>
              <a:ln w="22225">
                <a:gradFill>
                  <a:gsLst>
                    <a:gs pos="0">
                      <a:srgbClr val="396ECE"/>
                    </a:gs>
                    <a:gs pos="100000">
                      <a:srgbClr val="C03BC4"/>
                    </a:gs>
                  </a:gsLst>
                  <a:lin ang="5400000" scaled="1"/>
                </a:gradFill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A1D603C-A852-1BA0-4F41-4EF2A3C78358}"/>
                </a:ext>
              </a:extLst>
            </p:cNvPr>
            <p:cNvSpPr txBox="1"/>
            <p:nvPr/>
          </p:nvSpPr>
          <p:spPr>
            <a:xfrm>
              <a:off x="4352544" y="4892040"/>
              <a:ext cx="34747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1" dirty="0">
                  <a:solidFill>
                    <a:srgbClr val="463668"/>
                  </a:solidFill>
                  <a:latin typeface="Segoe UI"/>
                </a:rPr>
                <a:t>[Job Title]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892A7A6-CD39-1BB4-35DC-9E1DE94FAA79}"/>
              </a:ext>
            </a:extLst>
          </p:cNvPr>
          <p:cNvGrpSpPr/>
          <p:nvPr/>
        </p:nvGrpSpPr>
        <p:grpSpPr>
          <a:xfrm>
            <a:off x="7889969" y="2051844"/>
            <a:ext cx="3474720" cy="3209528"/>
            <a:chOff x="4352544" y="2051844"/>
            <a:chExt cx="3474720" cy="3209528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4F891DA-5711-6BF0-4A1F-226476852586}"/>
                </a:ext>
              </a:extLst>
            </p:cNvPr>
            <p:cNvGrpSpPr/>
            <p:nvPr/>
          </p:nvGrpSpPr>
          <p:grpSpPr>
            <a:xfrm>
              <a:off x="4427440" y="2051844"/>
              <a:ext cx="3337119" cy="2788319"/>
              <a:chOff x="813183" y="1434769"/>
              <a:chExt cx="2055488" cy="1717457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180D712-77D2-C883-22F7-B58DEC3AB35C}"/>
                  </a:ext>
                </a:extLst>
              </p:cNvPr>
              <p:cNvSpPr txBox="1"/>
              <p:nvPr/>
            </p:nvSpPr>
            <p:spPr>
              <a:xfrm>
                <a:off x="813183" y="2905780"/>
                <a:ext cx="2055488" cy="24644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ctr" defTabSz="914367">
                  <a:defRPr/>
                </a:pPr>
                <a:r>
                  <a:rPr kumimoji="0" lang="en-GB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8661C5"/>
                    </a:solidFill>
                    <a:effectLst/>
                    <a:uLnTx/>
                    <a:uFillTx/>
                    <a:latin typeface="Segoe UI"/>
                    <a:cs typeface="Segoe Sans Display Semibold"/>
                  </a:rPr>
                  <a:t>Dan</a:t>
                </a:r>
                <a:endParaRPr lang="en-GB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"/>
                  <a:ea typeface="Segoe UI" panose="020B0502040204020203" pitchFamily="34" charset="0"/>
                  <a:cs typeface="Segoe Sans Display"/>
                </a:endParaRPr>
              </a:p>
            </p:txBody>
          </p:sp>
          <p:pic>
            <p:nvPicPr>
              <p:cNvPr id="33" name="Picture 4">
                <a:extLst>
                  <a:ext uri="{FF2B5EF4-FFF2-40B4-BE49-F238E27FC236}">
                    <a16:creationId xmlns:a16="http://schemas.microsoft.com/office/drawing/2014/main" id="{46F18B6C-43BE-6204-A864-09E5F871C28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453" t="2940" r="9453" b="9390"/>
              <a:stretch/>
            </p:blipFill>
            <p:spPr bwMode="auto">
              <a:xfrm>
                <a:off x="1176642" y="1434769"/>
                <a:ext cx="1330446" cy="1330446"/>
              </a:xfrm>
              <a:prstGeom prst="ellipse">
                <a:avLst/>
              </a:prstGeom>
              <a:ln w="22225">
                <a:gradFill>
                  <a:gsLst>
                    <a:gs pos="0">
                      <a:srgbClr val="396ECE"/>
                    </a:gs>
                    <a:gs pos="100000">
                      <a:srgbClr val="C03BC4"/>
                    </a:gs>
                  </a:gsLst>
                  <a:lin ang="5400000" scaled="1"/>
                </a:gradFill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4F66FE1-AF5B-0F8C-D390-99869B08A82E}"/>
                </a:ext>
              </a:extLst>
            </p:cNvPr>
            <p:cNvSpPr txBox="1"/>
            <p:nvPr/>
          </p:nvSpPr>
          <p:spPr>
            <a:xfrm>
              <a:off x="4352544" y="4892040"/>
              <a:ext cx="34747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1" dirty="0">
                  <a:solidFill>
                    <a:srgbClr val="463668"/>
                  </a:solidFill>
                  <a:latin typeface="Segoe UI"/>
                </a:rPr>
                <a:t>[Job Title]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8FC8A5F-C742-AE39-089C-0F9BE67EB37B}"/>
              </a:ext>
            </a:extLst>
          </p:cNvPr>
          <p:cNvGrpSpPr/>
          <p:nvPr/>
        </p:nvGrpSpPr>
        <p:grpSpPr>
          <a:xfrm>
            <a:off x="815119" y="2051844"/>
            <a:ext cx="3474720" cy="3209528"/>
            <a:chOff x="4352544" y="2051844"/>
            <a:chExt cx="3474720" cy="3209528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7590132-6F0A-013A-96F1-627597DF1B1A}"/>
                </a:ext>
              </a:extLst>
            </p:cNvPr>
            <p:cNvGrpSpPr/>
            <p:nvPr/>
          </p:nvGrpSpPr>
          <p:grpSpPr>
            <a:xfrm>
              <a:off x="4427440" y="2051844"/>
              <a:ext cx="3337119" cy="2788319"/>
              <a:chOff x="813183" y="1434769"/>
              <a:chExt cx="2055488" cy="1717457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291A30C-BAF0-7466-8A9E-48633C182449}"/>
                  </a:ext>
                </a:extLst>
              </p:cNvPr>
              <p:cNvSpPr txBox="1"/>
              <p:nvPr/>
            </p:nvSpPr>
            <p:spPr>
              <a:xfrm>
                <a:off x="813183" y="2905780"/>
                <a:ext cx="2055488" cy="24644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ctr" defTabSz="914367">
                  <a:defRPr/>
                </a:pPr>
                <a:r>
                  <a:rPr kumimoji="0" lang="en-GB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8661C5"/>
                    </a:solidFill>
                    <a:effectLst/>
                    <a:uLnTx/>
                    <a:uFillTx/>
                    <a:latin typeface="Segoe UI"/>
                    <a:cs typeface="Segoe Sans Display Semibold"/>
                  </a:rPr>
                  <a:t>Arthur</a:t>
                </a:r>
                <a:endParaRPr lang="en-GB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"/>
                  <a:ea typeface="Segoe UI" panose="020B0502040204020203" pitchFamily="34" charset="0"/>
                  <a:cs typeface="Segoe Sans Display"/>
                </a:endParaRPr>
              </a:p>
            </p:txBody>
          </p:sp>
          <p:pic>
            <p:nvPicPr>
              <p:cNvPr id="38" name="Picture 4">
                <a:extLst>
                  <a:ext uri="{FF2B5EF4-FFF2-40B4-BE49-F238E27FC236}">
                    <a16:creationId xmlns:a16="http://schemas.microsoft.com/office/drawing/2014/main" id="{B1E542D6-9195-772D-8C0F-840D1DB4EE4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453" t="2940" r="9453" b="9390"/>
              <a:stretch/>
            </p:blipFill>
            <p:spPr bwMode="auto">
              <a:xfrm>
                <a:off x="1176642" y="1434769"/>
                <a:ext cx="1330446" cy="1330446"/>
              </a:xfrm>
              <a:prstGeom prst="ellipse">
                <a:avLst/>
              </a:prstGeom>
              <a:ln w="22225">
                <a:gradFill>
                  <a:gsLst>
                    <a:gs pos="0">
                      <a:srgbClr val="396ECE"/>
                    </a:gs>
                    <a:gs pos="100000">
                      <a:srgbClr val="C03BC4"/>
                    </a:gs>
                  </a:gsLst>
                  <a:lin ang="5400000" scaled="1"/>
                </a:gradFill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F08A8E5-3BC8-D89D-21C8-355F988A2D44}"/>
                </a:ext>
              </a:extLst>
            </p:cNvPr>
            <p:cNvSpPr txBox="1"/>
            <p:nvPr/>
          </p:nvSpPr>
          <p:spPr>
            <a:xfrm>
              <a:off x="4352544" y="4892040"/>
              <a:ext cx="34747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1" dirty="0">
                  <a:solidFill>
                    <a:srgbClr val="463668"/>
                  </a:solidFill>
                  <a:latin typeface="Segoe UI"/>
                </a:rPr>
                <a:t>[Job Title]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92278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F313974-23A4-A8AB-7F16-C13C41BC9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51707" y="1546228"/>
            <a:ext cx="11285281" cy="4878744"/>
          </a:xfrm>
          <a:prstGeom prst="roundRect">
            <a:avLst>
              <a:gd name="adj" fmla="val 8370"/>
            </a:avLst>
          </a:prstGeom>
          <a:solidFill>
            <a:schemeClr val="bg1">
              <a:alpha val="70000"/>
            </a:schemeClr>
          </a:solidFill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0" name="Rectangle: Rounded Corners 12">
            <a:extLst>
              <a:ext uri="{FF2B5EF4-FFF2-40B4-BE49-F238E27FC236}">
                <a16:creationId xmlns:a16="http://schemas.microsoft.com/office/drawing/2014/main" id="{3B66772A-2B30-7E7F-F6FA-1579928DC32F}"/>
              </a:ext>
            </a:extLst>
          </p:cNvPr>
          <p:cNvSpPr/>
          <p:nvPr/>
        </p:nvSpPr>
        <p:spPr bwMode="auto">
          <a:xfrm>
            <a:off x="3558618" y="1122406"/>
            <a:ext cx="5073284" cy="49904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90500" dist="101600" dir="2700000" sx="101000" sy="101000" algn="tl" rotWithShape="0">
              <a:srgbClr val="F3484C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5 min to present your scenario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09F3080-144B-C122-6F43-BB297EFA4E20}"/>
              </a:ext>
            </a:extLst>
          </p:cNvPr>
          <p:cNvSpPr txBox="1">
            <a:spLocks/>
          </p:cNvSpPr>
          <p:nvPr/>
        </p:nvSpPr>
        <p:spPr>
          <a:xfrm>
            <a:off x="588263" y="580311"/>
            <a:ext cx="11018520" cy="430887"/>
          </a:xfrm>
          <a:prstGeom prst="rect">
            <a:avLst/>
          </a:prstGeom>
        </p:spPr>
        <p:txBody>
          <a:bodyPr anchor="ctr"/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0" kern="1200" cap="none" spc="-50" baseline="0" dirty="0">
                <a:ln w="3175">
                  <a:noFill/>
                </a:ln>
                <a:gradFill>
                  <a:gsLst>
                    <a:gs pos="21000">
                      <a:schemeClr val="accent1"/>
                    </a:gs>
                    <a:gs pos="100000">
                      <a:schemeClr val="accent3"/>
                    </a:gs>
                  </a:gsLst>
                  <a:lin ang="2400000" scaled="0"/>
                </a:gradFill>
                <a:effectLst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-50" normalizeH="0" baseline="0" noProof="0">
                <a:ln w="3175"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 Semibold" panose="020B0502040204020203" pitchFamily="34" charset="0"/>
                <a:ea typeface="Segoe UI Semibold" panose="020B0502040204020203" pitchFamily="34" charset="0"/>
                <a:cs typeface="Segoe UI Semibold" panose="020B0502040204020203" pitchFamily="34" charset="0"/>
              </a:rPr>
              <a:t>How are the presentations scored?</a:t>
            </a:r>
            <a:endParaRPr kumimoji="0" lang="en-IN" sz="3200" b="0" i="0" u="none" strike="noStrike" kern="1200" cap="none" spc="-50" normalizeH="0" baseline="0" noProof="0">
              <a:ln w="3175">
                <a:noFill/>
              </a:ln>
              <a:solidFill>
                <a:srgbClr val="080808"/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5" name="Rectangle: Rounded Corners 12">
            <a:extLst>
              <a:ext uri="{FF2B5EF4-FFF2-40B4-BE49-F238E27FC236}">
                <a16:creationId xmlns:a16="http://schemas.microsoft.com/office/drawing/2014/main" id="{6E6AEE57-2D5B-E623-6D15-C525E6331945}"/>
              </a:ext>
            </a:extLst>
          </p:cNvPr>
          <p:cNvSpPr/>
          <p:nvPr/>
        </p:nvSpPr>
        <p:spPr bwMode="auto">
          <a:xfrm>
            <a:off x="3019506" y="6015420"/>
            <a:ext cx="6152989" cy="49904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5 min for each presentation with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QnA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1F966C-8774-9D30-491F-0BA183CCB403}"/>
              </a:ext>
            </a:extLst>
          </p:cNvPr>
          <p:cNvSpPr txBox="1"/>
          <p:nvPr/>
        </p:nvSpPr>
        <p:spPr>
          <a:xfrm>
            <a:off x="4918452" y="1206176"/>
            <a:ext cx="2358146" cy="33855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UI Semibold"/>
                <a:ea typeface="Segoe UI Semibold" panose="020B0502040204020203" pitchFamily="34" charset="0"/>
                <a:cs typeface="Segoe UI Semibold"/>
              </a:rPr>
              <a:t>A scale of 1-10 for each:</a:t>
            </a:r>
            <a:endParaRPr lang="en-US" sz="16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UI Semibold"/>
              <a:ea typeface="Segoe UI Semibold" panose="020B0502040204020203" pitchFamily="34" charset="0"/>
              <a:cs typeface="Segoe UI Semibold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A8C32DA-7796-96BB-5E72-DE2FA91A0273}"/>
              </a:ext>
            </a:extLst>
          </p:cNvPr>
          <p:cNvGrpSpPr/>
          <p:nvPr/>
        </p:nvGrpSpPr>
        <p:grpSpPr>
          <a:xfrm>
            <a:off x="623240" y="2385492"/>
            <a:ext cx="10957756" cy="1620807"/>
            <a:chOff x="670112" y="2969231"/>
            <a:chExt cx="10957756" cy="1620807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FDE1B40-58CB-9B03-F700-A856E32B8E4F}"/>
                </a:ext>
              </a:extLst>
            </p:cNvPr>
            <p:cNvSpPr/>
            <p:nvPr/>
          </p:nvSpPr>
          <p:spPr>
            <a:xfrm>
              <a:off x="1021112" y="2969231"/>
              <a:ext cx="1098000" cy="1098000"/>
            </a:xfrm>
            <a:prstGeom prst="ellipse">
              <a:avLst/>
            </a:prstGeom>
            <a:gradFill flip="none" rotWithShape="1">
              <a:gsLst>
                <a:gs pos="15000">
                  <a:srgbClr val="FFFFFF">
                    <a:alpha val="63000"/>
                  </a:srgbClr>
                </a:gs>
                <a:gs pos="74000">
                  <a:srgbClr val="FFFFFF">
                    <a:alpha val="95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>
              <a:outerShdw blurRad="254000" dist="38100" dir="5400000" algn="t" rotWithShape="0">
                <a:prstClr val="black">
                  <a:alpha val="10000"/>
                </a:prstClr>
              </a:outerShdw>
            </a:effectLst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35" name="Rectangle 34" descr="Light Bulb and Gear">
              <a:extLst>
                <a:ext uri="{FF2B5EF4-FFF2-40B4-BE49-F238E27FC236}">
                  <a16:creationId xmlns:a16="http://schemas.microsoft.com/office/drawing/2014/main" id="{FD08B7D0-A083-C7C6-19E9-ED871979CBD2}"/>
                </a:ext>
              </a:extLst>
            </p:cNvPr>
            <p:cNvSpPr/>
            <p:nvPr/>
          </p:nvSpPr>
          <p:spPr>
            <a:xfrm>
              <a:off x="1255112" y="3203231"/>
              <a:ext cx="630000" cy="630000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w="10795" cap="flat" cmpd="sng" algn="ctr">
              <a:noFill/>
              <a:prstDash val="solid"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F3CB64C0-CEF4-D318-6BB4-6F31A3DDC0AD}"/>
                </a:ext>
              </a:extLst>
            </p:cNvPr>
            <p:cNvSpPr/>
            <p:nvPr/>
          </p:nvSpPr>
          <p:spPr>
            <a:xfrm>
              <a:off x="670112" y="4292268"/>
              <a:ext cx="1800000" cy="297770"/>
            </a:xfrm>
            <a:custGeom>
              <a:avLst/>
              <a:gdLst>
                <a:gd name="connsiteX0" fmla="*/ 0 w 1800000"/>
                <a:gd name="connsiteY0" fmla="*/ 0 h 720000"/>
                <a:gd name="connsiteX1" fmla="*/ 1800000 w 1800000"/>
                <a:gd name="connsiteY1" fmla="*/ 0 h 720000"/>
                <a:gd name="connsiteX2" fmla="*/ 1800000 w 1800000"/>
                <a:gd name="connsiteY2" fmla="*/ 720000 h 720000"/>
                <a:gd name="connsiteX3" fmla="*/ 0 w 1800000"/>
                <a:gd name="connsiteY3" fmla="*/ 720000 h 720000"/>
                <a:gd name="connsiteX4" fmla="*/ 0 w 1800000"/>
                <a:gd name="connsiteY4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0000" h="720000">
                  <a:moveTo>
                    <a:pt x="0" y="0"/>
                  </a:moveTo>
                  <a:lnTo>
                    <a:pt x="1800000" y="0"/>
                  </a:lnTo>
                  <a:lnTo>
                    <a:pt x="1800000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 Semibold" panose="020B0502040204020203" pitchFamily="34" charset="0"/>
                  <a:ea typeface="Segoe UI Semibold" panose="020B0502040204020203" pitchFamily="34" charset="0"/>
                  <a:cs typeface="Segoe UI Semibold" panose="020B0502040204020203" pitchFamily="34" charset="0"/>
                </a:rPr>
                <a:t>Transformational Value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68A1555-C043-47A4-CF60-9071ED3E0982}"/>
                </a:ext>
              </a:extLst>
            </p:cNvPr>
            <p:cNvSpPr/>
            <p:nvPr/>
          </p:nvSpPr>
          <p:spPr>
            <a:xfrm>
              <a:off x="2833714" y="2969231"/>
              <a:ext cx="1098000" cy="1098000"/>
            </a:xfrm>
            <a:prstGeom prst="ellipse">
              <a:avLst/>
            </a:prstGeom>
            <a:gradFill flip="none" rotWithShape="1">
              <a:gsLst>
                <a:gs pos="15000">
                  <a:srgbClr val="FFFFFF">
                    <a:alpha val="63000"/>
                  </a:srgbClr>
                </a:gs>
                <a:gs pos="74000">
                  <a:srgbClr val="FFFFFF">
                    <a:alpha val="95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>
              <a:outerShdw blurRad="254000" dist="38100" dir="5400000" algn="t" rotWithShape="0">
                <a:prstClr val="black">
                  <a:alpha val="10000"/>
                </a:prstClr>
              </a:outerShdw>
            </a:effectLst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39" name="Rectangle 38" descr="Lightbulb">
              <a:extLst>
                <a:ext uri="{FF2B5EF4-FFF2-40B4-BE49-F238E27FC236}">
                  <a16:creationId xmlns:a16="http://schemas.microsoft.com/office/drawing/2014/main" id="{B890060D-1ACB-EC24-40DC-7EBB2346A0C3}"/>
                </a:ext>
              </a:extLst>
            </p:cNvPr>
            <p:cNvSpPr/>
            <p:nvPr/>
          </p:nvSpPr>
          <p:spPr>
            <a:xfrm>
              <a:off x="3067714" y="3203231"/>
              <a:ext cx="630000" cy="630000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w="10795" cap="flat" cmpd="sng" algn="ctr">
              <a:noFill/>
              <a:prstDash val="solid"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C4E16D72-153A-53B1-C236-45EA5BA219FC}"/>
                </a:ext>
              </a:extLst>
            </p:cNvPr>
            <p:cNvSpPr/>
            <p:nvPr/>
          </p:nvSpPr>
          <p:spPr>
            <a:xfrm>
              <a:off x="2482714" y="4292268"/>
              <a:ext cx="1800000" cy="297770"/>
            </a:xfrm>
            <a:custGeom>
              <a:avLst/>
              <a:gdLst>
                <a:gd name="connsiteX0" fmla="*/ 0 w 1800000"/>
                <a:gd name="connsiteY0" fmla="*/ 0 h 720000"/>
                <a:gd name="connsiteX1" fmla="*/ 1800000 w 1800000"/>
                <a:gd name="connsiteY1" fmla="*/ 0 h 720000"/>
                <a:gd name="connsiteX2" fmla="*/ 1800000 w 1800000"/>
                <a:gd name="connsiteY2" fmla="*/ 720000 h 720000"/>
                <a:gd name="connsiteX3" fmla="*/ 0 w 1800000"/>
                <a:gd name="connsiteY3" fmla="*/ 720000 h 720000"/>
                <a:gd name="connsiteX4" fmla="*/ 0 w 1800000"/>
                <a:gd name="connsiteY4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0000" h="720000">
                  <a:moveTo>
                    <a:pt x="0" y="0"/>
                  </a:moveTo>
                  <a:lnTo>
                    <a:pt x="1800000" y="0"/>
                  </a:lnTo>
                  <a:lnTo>
                    <a:pt x="1800000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 Semibold" panose="020B0502040204020203" pitchFamily="34" charset="0"/>
                  <a:ea typeface="Segoe UI Semibold" panose="020B0502040204020203" pitchFamily="34" charset="0"/>
                  <a:cs typeface="Segoe UI Semibold" panose="020B0502040204020203" pitchFamily="34" charset="0"/>
                </a:rPr>
                <a:t>Business Impact 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B2E466A-561D-0B9A-3C57-AE771E551F0B}"/>
                </a:ext>
              </a:extLst>
            </p:cNvPr>
            <p:cNvSpPr/>
            <p:nvPr/>
          </p:nvSpPr>
          <p:spPr>
            <a:xfrm>
              <a:off x="4646317" y="2969231"/>
              <a:ext cx="1098000" cy="1098000"/>
            </a:xfrm>
            <a:prstGeom prst="ellipse">
              <a:avLst/>
            </a:prstGeom>
            <a:gradFill flip="none" rotWithShape="1">
              <a:gsLst>
                <a:gs pos="15000">
                  <a:srgbClr val="FFFFFF">
                    <a:alpha val="63000"/>
                  </a:srgbClr>
                </a:gs>
                <a:gs pos="74000">
                  <a:srgbClr val="FFFFFF">
                    <a:alpha val="95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>
              <a:outerShdw blurRad="254000" dist="38100" dir="5400000" algn="t" rotWithShape="0">
                <a:prstClr val="black">
                  <a:alpha val="10000"/>
                </a:prstClr>
              </a:outerShdw>
            </a:effectLst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43" name="Rectangle 42" descr="Presentation with Checklist">
              <a:extLst>
                <a:ext uri="{FF2B5EF4-FFF2-40B4-BE49-F238E27FC236}">
                  <a16:creationId xmlns:a16="http://schemas.microsoft.com/office/drawing/2014/main" id="{A75F9889-7608-0CF7-1A51-8949F40C461A}"/>
                </a:ext>
              </a:extLst>
            </p:cNvPr>
            <p:cNvSpPr/>
            <p:nvPr/>
          </p:nvSpPr>
          <p:spPr>
            <a:xfrm>
              <a:off x="4880317" y="3203231"/>
              <a:ext cx="630000" cy="630000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w="10795" cap="flat" cmpd="sng" algn="ctr">
              <a:noFill/>
              <a:prstDash val="solid"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3A30C0A-921B-45C9-02D9-370D27B67FC6}"/>
                </a:ext>
              </a:extLst>
            </p:cNvPr>
            <p:cNvSpPr/>
            <p:nvPr/>
          </p:nvSpPr>
          <p:spPr>
            <a:xfrm>
              <a:off x="6458919" y="2969231"/>
              <a:ext cx="1098000" cy="1098000"/>
            </a:xfrm>
            <a:prstGeom prst="ellipse">
              <a:avLst/>
            </a:prstGeom>
            <a:gradFill flip="none" rotWithShape="1">
              <a:gsLst>
                <a:gs pos="15000">
                  <a:srgbClr val="FFFFFF">
                    <a:alpha val="63000"/>
                  </a:srgbClr>
                </a:gs>
                <a:gs pos="74000">
                  <a:srgbClr val="FFFFFF">
                    <a:alpha val="95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>
              <a:outerShdw blurRad="254000" dist="38100" dir="5400000" algn="t" rotWithShape="0">
                <a:prstClr val="black">
                  <a:alpha val="10000"/>
                </a:prstClr>
              </a:outerShdw>
            </a:effectLst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47" name="Rectangle 46" descr="Gears">
              <a:extLst>
                <a:ext uri="{FF2B5EF4-FFF2-40B4-BE49-F238E27FC236}">
                  <a16:creationId xmlns:a16="http://schemas.microsoft.com/office/drawing/2014/main" id="{E72BA57A-1B10-77B0-CE0C-907AEE01332E}"/>
                </a:ext>
              </a:extLst>
            </p:cNvPr>
            <p:cNvSpPr/>
            <p:nvPr/>
          </p:nvSpPr>
          <p:spPr>
            <a:xfrm>
              <a:off x="6692919" y="3203231"/>
              <a:ext cx="630000" cy="630000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w="10795" cap="flat" cmpd="sng" algn="ctr">
              <a:noFill/>
              <a:prstDash val="solid"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91D4F417-5DAE-EBAE-8ED4-E567E46620B8}"/>
                </a:ext>
              </a:extLst>
            </p:cNvPr>
            <p:cNvSpPr/>
            <p:nvPr/>
          </p:nvSpPr>
          <p:spPr>
            <a:xfrm>
              <a:off x="8271520" y="2969231"/>
              <a:ext cx="1098000" cy="1098000"/>
            </a:xfrm>
            <a:prstGeom prst="ellipse">
              <a:avLst/>
            </a:prstGeom>
            <a:gradFill flip="none" rotWithShape="1">
              <a:gsLst>
                <a:gs pos="15000">
                  <a:srgbClr val="FFFFFF">
                    <a:alpha val="63000"/>
                  </a:srgbClr>
                </a:gs>
                <a:gs pos="74000">
                  <a:srgbClr val="FFFFFF">
                    <a:alpha val="95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>
              <a:outerShdw blurRad="254000" dist="38100" dir="5400000" algn="t" rotWithShape="0">
                <a:prstClr val="black">
                  <a:alpha val="10000"/>
                </a:prstClr>
              </a:outerShdw>
            </a:effectLst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51" name="Rectangle 50" descr="Teacher">
              <a:extLst>
                <a:ext uri="{FF2B5EF4-FFF2-40B4-BE49-F238E27FC236}">
                  <a16:creationId xmlns:a16="http://schemas.microsoft.com/office/drawing/2014/main" id="{9BB47439-F679-F78B-FC2B-18AB4F0F16D9}"/>
                </a:ext>
              </a:extLst>
            </p:cNvPr>
            <p:cNvSpPr/>
            <p:nvPr/>
          </p:nvSpPr>
          <p:spPr>
            <a:xfrm>
              <a:off x="8505519" y="3203231"/>
              <a:ext cx="630000" cy="630000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w="10795" cap="flat" cmpd="sng" algn="ctr">
              <a:noFill/>
              <a:prstDash val="solid"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19398287-EA4D-665A-0332-4658F7B9405A}"/>
                </a:ext>
              </a:extLst>
            </p:cNvPr>
            <p:cNvSpPr/>
            <p:nvPr/>
          </p:nvSpPr>
          <p:spPr>
            <a:xfrm>
              <a:off x="4289286" y="4292268"/>
              <a:ext cx="1800000" cy="297770"/>
            </a:xfrm>
            <a:custGeom>
              <a:avLst/>
              <a:gdLst>
                <a:gd name="connsiteX0" fmla="*/ 0 w 1800000"/>
                <a:gd name="connsiteY0" fmla="*/ 0 h 720000"/>
                <a:gd name="connsiteX1" fmla="*/ 1800000 w 1800000"/>
                <a:gd name="connsiteY1" fmla="*/ 0 h 720000"/>
                <a:gd name="connsiteX2" fmla="*/ 1800000 w 1800000"/>
                <a:gd name="connsiteY2" fmla="*/ 720000 h 720000"/>
                <a:gd name="connsiteX3" fmla="*/ 0 w 1800000"/>
                <a:gd name="connsiteY3" fmla="*/ 720000 h 720000"/>
                <a:gd name="connsiteX4" fmla="*/ 0 w 1800000"/>
                <a:gd name="connsiteY4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0000" h="720000">
                  <a:moveTo>
                    <a:pt x="0" y="0"/>
                  </a:moveTo>
                  <a:lnTo>
                    <a:pt x="1800000" y="0"/>
                  </a:lnTo>
                  <a:lnTo>
                    <a:pt x="1800000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 Semibold" panose="020B0502040204020203" pitchFamily="34" charset="0"/>
                  <a:ea typeface="Segoe UI Semibold" panose="020B0502040204020203" pitchFamily="34" charset="0"/>
                  <a:cs typeface="Segoe UI Semibold" panose="020B0502040204020203" pitchFamily="34" charset="0"/>
                </a:rPr>
                <a:t>Adoption Potential</a:t>
              </a:r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F5A58A2A-A197-D5BB-3A38-8AF4326BDA04}"/>
                </a:ext>
              </a:extLst>
            </p:cNvPr>
            <p:cNvSpPr/>
            <p:nvPr/>
          </p:nvSpPr>
          <p:spPr>
            <a:xfrm>
              <a:off x="6158918" y="4292268"/>
              <a:ext cx="1800000" cy="297770"/>
            </a:xfrm>
            <a:custGeom>
              <a:avLst/>
              <a:gdLst>
                <a:gd name="connsiteX0" fmla="*/ 0 w 1800000"/>
                <a:gd name="connsiteY0" fmla="*/ 0 h 720000"/>
                <a:gd name="connsiteX1" fmla="*/ 1800000 w 1800000"/>
                <a:gd name="connsiteY1" fmla="*/ 0 h 720000"/>
                <a:gd name="connsiteX2" fmla="*/ 1800000 w 1800000"/>
                <a:gd name="connsiteY2" fmla="*/ 720000 h 720000"/>
                <a:gd name="connsiteX3" fmla="*/ 0 w 1800000"/>
                <a:gd name="connsiteY3" fmla="*/ 720000 h 720000"/>
                <a:gd name="connsiteX4" fmla="*/ 0 w 1800000"/>
                <a:gd name="connsiteY4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0000" h="720000">
                  <a:moveTo>
                    <a:pt x="0" y="0"/>
                  </a:moveTo>
                  <a:lnTo>
                    <a:pt x="1800000" y="0"/>
                  </a:lnTo>
                  <a:lnTo>
                    <a:pt x="1800000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 Semibold" panose="020B0502040204020203" pitchFamily="34" charset="0"/>
                  <a:ea typeface="Segoe UI Semibold" panose="020B0502040204020203" pitchFamily="34" charset="0"/>
                  <a:cs typeface="Segoe UI Semibold" panose="020B0502040204020203" pitchFamily="34" charset="0"/>
                </a:rPr>
                <a:t>Workflow Design</a:t>
              </a:r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722753D4-77EF-1461-EBC5-E80E407B226E}"/>
                </a:ext>
              </a:extLst>
            </p:cNvPr>
            <p:cNvSpPr/>
            <p:nvPr/>
          </p:nvSpPr>
          <p:spPr>
            <a:xfrm>
              <a:off x="8012784" y="4292268"/>
              <a:ext cx="1800000" cy="297770"/>
            </a:xfrm>
            <a:custGeom>
              <a:avLst/>
              <a:gdLst>
                <a:gd name="connsiteX0" fmla="*/ 0 w 1800000"/>
                <a:gd name="connsiteY0" fmla="*/ 0 h 720000"/>
                <a:gd name="connsiteX1" fmla="*/ 1800000 w 1800000"/>
                <a:gd name="connsiteY1" fmla="*/ 0 h 720000"/>
                <a:gd name="connsiteX2" fmla="*/ 1800000 w 1800000"/>
                <a:gd name="connsiteY2" fmla="*/ 720000 h 720000"/>
                <a:gd name="connsiteX3" fmla="*/ 0 w 1800000"/>
                <a:gd name="connsiteY3" fmla="*/ 720000 h 720000"/>
                <a:gd name="connsiteX4" fmla="*/ 0 w 1800000"/>
                <a:gd name="connsiteY4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0000" h="720000">
                  <a:moveTo>
                    <a:pt x="0" y="0"/>
                  </a:moveTo>
                  <a:lnTo>
                    <a:pt x="1800000" y="0"/>
                  </a:lnTo>
                  <a:lnTo>
                    <a:pt x="1800000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 Semibold" panose="020B0502040204020203" pitchFamily="34" charset="0"/>
                  <a:ea typeface="Segoe UI Semibold" panose="020B0502040204020203" pitchFamily="34" charset="0"/>
                  <a:cs typeface="Segoe UI Semibold" panose="020B0502040204020203" pitchFamily="34" charset="0"/>
                </a:rPr>
                <a:t>Presentation</a:t>
              </a:r>
            </a:p>
          </p:txBody>
        </p:sp>
        <p:sp>
          <p:nvSpPr>
            <p:cNvPr id="66" name="New 66">
              <a:extLst>
                <a:ext uri="{FF2B5EF4-FFF2-40B4-BE49-F238E27FC236}">
                  <a16:creationId xmlns:a16="http://schemas.microsoft.com/office/drawing/2014/main" id="{91D4F417-5DAE-EBAE-8ED4-E567E46620B8}"/>
                </a:ext>
              </a:extLst>
            </p:cNvPr>
            <p:cNvSpPr/>
            <p:nvPr/>
          </p:nvSpPr>
          <p:spPr>
            <a:xfrm>
              <a:off x="10086604" y="2969231"/>
              <a:ext cx="1098000" cy="1098000"/>
            </a:xfrm>
            <a:prstGeom prst="ellipse">
              <a:avLst/>
            </a:prstGeom>
            <a:gradFill flip="none" rotWithShape="1">
              <a:gsLst>
                <a:gs pos="15000">
                  <a:srgbClr val="FFFFFF">
                    <a:alpha val="63000"/>
                  </a:srgbClr>
                </a:gs>
                <a:gs pos="74000">
                  <a:srgbClr val="FFFFFF">
                    <a:alpha val="95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>
              <a:outerShdw blurRad="254000" dist="38100" dir="5400000" algn="t" rotWithShape="0">
                <a:prstClr val="black">
                  <a:alpha val="10000"/>
                </a:prstClr>
              </a:outerShdw>
            </a:effectLst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68" name="New 68">
              <a:extLst>
                <a:ext uri="{FF2B5EF4-FFF2-40B4-BE49-F238E27FC236}">
                  <a16:creationId xmlns:a16="http://schemas.microsoft.com/office/drawing/2014/main" id="{722753D4-77EF-1461-EBC5-E80E407B226E}"/>
                </a:ext>
              </a:extLst>
            </p:cNvPr>
            <p:cNvSpPr/>
            <p:nvPr/>
          </p:nvSpPr>
          <p:spPr>
            <a:xfrm>
              <a:off x="9827868" y="4292268"/>
              <a:ext cx="1800000" cy="297770"/>
            </a:xfrm>
            <a:custGeom>
              <a:avLst/>
              <a:gdLst>
                <a:gd name="connsiteX0" fmla="*/ 0 w 1800000"/>
                <a:gd name="connsiteY0" fmla="*/ 0 h 720000"/>
                <a:gd name="connsiteX1" fmla="*/ 1800000 w 1800000"/>
                <a:gd name="connsiteY1" fmla="*/ 0 h 720000"/>
                <a:gd name="connsiteX2" fmla="*/ 1800000 w 1800000"/>
                <a:gd name="connsiteY2" fmla="*/ 720000 h 720000"/>
                <a:gd name="connsiteX3" fmla="*/ 0 w 1800000"/>
                <a:gd name="connsiteY3" fmla="*/ 720000 h 720000"/>
                <a:gd name="connsiteX4" fmla="*/ 0 w 1800000"/>
                <a:gd name="connsiteY4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0000" h="720000">
                  <a:moveTo>
                    <a:pt x="0" y="0"/>
                  </a:moveTo>
                  <a:lnTo>
                    <a:pt x="1800000" y="0"/>
                  </a:lnTo>
                  <a:lnTo>
                    <a:pt x="1800000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 Semibold" panose="020B0502040204020203" pitchFamily="34" charset="0"/>
                  <a:ea typeface="Segoe UI Semibold" panose="020B0502040204020203" pitchFamily="34" charset="0"/>
                  <a:cs typeface="Segoe UI Semibold" panose="020B0502040204020203" pitchFamily="34" charset="0"/>
                </a:rPr>
                <a:t>Would You Sponsor It?</a:t>
              </a:r>
            </a:p>
          </p:txBody>
        </p:sp>
      </p:grpSp>
      <p:sp>
        <p:nvSpPr>
          <p:cNvPr id="59" name="Left Brace 58">
            <a:extLst>
              <a:ext uri="{FF2B5EF4-FFF2-40B4-BE49-F238E27FC236}">
                <a16:creationId xmlns:a16="http://schemas.microsoft.com/office/drawing/2014/main" id="{E4AA69F6-E3D2-F40E-0640-6C2A80C78804}"/>
              </a:ext>
            </a:extLst>
          </p:cNvPr>
          <p:cNvSpPr/>
          <p:nvPr/>
        </p:nvSpPr>
        <p:spPr>
          <a:xfrm rot="5400000">
            <a:off x="5806463" y="-3042351"/>
            <a:ext cx="499046" cy="10163492"/>
          </a:xfrm>
          <a:prstGeom prst="leftBrace">
            <a:avLst>
              <a:gd name="adj1" fmla="val 90000"/>
              <a:gd name="adj2" fmla="val 50000"/>
            </a:avLst>
          </a:prstGeom>
          <a:ln w="15875">
            <a:solidFill>
              <a:srgbClr val="8661C5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1" name="Freeform 60">
            <a:extLst>
              <a:ext uri="{FF2B5EF4-FFF2-40B4-BE49-F238E27FC236}">
                <a16:creationId xmlns:a16="http://schemas.microsoft.com/office/drawing/2014/main" id="{14D59D19-CEDF-5DBB-C6F0-C22C31BED7E7}"/>
              </a:ext>
            </a:extLst>
          </p:cNvPr>
          <p:cNvSpPr/>
          <p:nvPr/>
        </p:nvSpPr>
        <p:spPr>
          <a:xfrm>
            <a:off x="945670" y="4298061"/>
            <a:ext cx="1153870" cy="1480577"/>
          </a:xfrm>
          <a:custGeom>
            <a:avLst/>
            <a:gdLst>
              <a:gd name="connsiteX0" fmla="*/ 0 w 1800000"/>
              <a:gd name="connsiteY0" fmla="*/ 0 h 2536523"/>
              <a:gd name="connsiteX1" fmla="*/ 1800000 w 1800000"/>
              <a:gd name="connsiteY1" fmla="*/ 0 h 2536523"/>
              <a:gd name="connsiteX2" fmla="*/ 1800000 w 1800000"/>
              <a:gd name="connsiteY2" fmla="*/ 2536523 h 2536523"/>
              <a:gd name="connsiteX3" fmla="*/ 0 w 1800000"/>
              <a:gd name="connsiteY3" fmla="*/ 2536523 h 2536523"/>
              <a:gd name="connsiteX4" fmla="*/ 0 w 1800000"/>
              <a:gd name="connsiteY4" fmla="*/ 0 h 2536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0000" h="2536523">
                <a:moveTo>
                  <a:pt x="0" y="0"/>
                </a:moveTo>
                <a:lnTo>
                  <a:pt x="1800000" y="0"/>
                </a:lnTo>
                <a:lnTo>
                  <a:pt x="1800000" y="2536523"/>
                </a:lnTo>
                <a:lnTo>
                  <a:pt x="0" y="253652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 cap="all"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How much does this Agent change the way people work, deliver services or achieve outcomes?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2" name="Freeform 61">
            <a:extLst>
              <a:ext uri="{FF2B5EF4-FFF2-40B4-BE49-F238E27FC236}">
                <a16:creationId xmlns:a16="http://schemas.microsoft.com/office/drawing/2014/main" id="{86BB8FD1-3D44-81F9-D307-F2BFA16B8890}"/>
              </a:ext>
            </a:extLst>
          </p:cNvPr>
          <p:cNvSpPr/>
          <p:nvPr/>
        </p:nvSpPr>
        <p:spPr>
          <a:xfrm>
            <a:off x="2578376" y="4298061"/>
            <a:ext cx="1514932" cy="1480577"/>
          </a:xfrm>
          <a:custGeom>
            <a:avLst/>
            <a:gdLst>
              <a:gd name="connsiteX0" fmla="*/ 0 w 1800000"/>
              <a:gd name="connsiteY0" fmla="*/ 0 h 2536523"/>
              <a:gd name="connsiteX1" fmla="*/ 1800000 w 1800000"/>
              <a:gd name="connsiteY1" fmla="*/ 0 h 2536523"/>
              <a:gd name="connsiteX2" fmla="*/ 1800000 w 1800000"/>
              <a:gd name="connsiteY2" fmla="*/ 2536523 h 2536523"/>
              <a:gd name="connsiteX3" fmla="*/ 0 w 1800000"/>
              <a:gd name="connsiteY3" fmla="*/ 2536523 h 2536523"/>
              <a:gd name="connsiteX4" fmla="*/ 0 w 1800000"/>
              <a:gd name="connsiteY4" fmla="*/ 0 h 2536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0000" h="2536523">
                <a:moveTo>
                  <a:pt x="0" y="0"/>
                </a:moveTo>
                <a:lnTo>
                  <a:pt x="1800000" y="0"/>
                </a:lnTo>
                <a:lnTo>
                  <a:pt x="1800000" y="2536523"/>
                </a:lnTo>
                <a:lnTo>
                  <a:pt x="0" y="253652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 cap="all"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Who does the Agent Benefit and how does it benefit them?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3" name="Freeform 62">
            <a:extLst>
              <a:ext uri="{FF2B5EF4-FFF2-40B4-BE49-F238E27FC236}">
                <a16:creationId xmlns:a16="http://schemas.microsoft.com/office/drawing/2014/main" id="{F00458EA-6978-2737-9A11-9199BA30BFC8}"/>
              </a:ext>
            </a:extLst>
          </p:cNvPr>
          <p:cNvSpPr/>
          <p:nvPr/>
        </p:nvSpPr>
        <p:spPr>
          <a:xfrm>
            <a:off x="4512668" y="4298061"/>
            <a:ext cx="1259490" cy="1480577"/>
          </a:xfrm>
          <a:custGeom>
            <a:avLst/>
            <a:gdLst>
              <a:gd name="connsiteX0" fmla="*/ 0 w 1800000"/>
              <a:gd name="connsiteY0" fmla="*/ 0 h 2536523"/>
              <a:gd name="connsiteX1" fmla="*/ 1800000 w 1800000"/>
              <a:gd name="connsiteY1" fmla="*/ 0 h 2536523"/>
              <a:gd name="connsiteX2" fmla="*/ 1800000 w 1800000"/>
              <a:gd name="connsiteY2" fmla="*/ 2536523 h 2536523"/>
              <a:gd name="connsiteX3" fmla="*/ 0 w 1800000"/>
              <a:gd name="connsiteY3" fmla="*/ 2536523 h 2536523"/>
              <a:gd name="connsiteX4" fmla="*/ 0 w 1800000"/>
              <a:gd name="connsiteY4" fmla="*/ 0 h 2536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0000" h="2536523">
                <a:moveTo>
                  <a:pt x="0" y="0"/>
                </a:moveTo>
                <a:lnTo>
                  <a:pt x="1800000" y="0"/>
                </a:lnTo>
                <a:lnTo>
                  <a:pt x="1800000" y="2536523"/>
                </a:lnTo>
                <a:lnTo>
                  <a:pt x="0" y="253652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 cap="all"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How likely is it that users would use this solution?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4" name="Freeform 63">
            <a:extLst>
              <a:ext uri="{FF2B5EF4-FFF2-40B4-BE49-F238E27FC236}">
                <a16:creationId xmlns:a16="http://schemas.microsoft.com/office/drawing/2014/main" id="{DDB0844A-FAEC-CAB2-525D-48CFE5E45AC4}"/>
              </a:ext>
            </a:extLst>
          </p:cNvPr>
          <p:cNvSpPr/>
          <p:nvPr/>
        </p:nvSpPr>
        <p:spPr>
          <a:xfrm>
            <a:off x="6354426" y="4298061"/>
            <a:ext cx="1323283" cy="1480577"/>
          </a:xfrm>
          <a:custGeom>
            <a:avLst/>
            <a:gdLst>
              <a:gd name="connsiteX0" fmla="*/ 0 w 1800000"/>
              <a:gd name="connsiteY0" fmla="*/ 0 h 2536523"/>
              <a:gd name="connsiteX1" fmla="*/ 1800000 w 1800000"/>
              <a:gd name="connsiteY1" fmla="*/ 0 h 2536523"/>
              <a:gd name="connsiteX2" fmla="*/ 1800000 w 1800000"/>
              <a:gd name="connsiteY2" fmla="*/ 2536523 h 2536523"/>
              <a:gd name="connsiteX3" fmla="*/ 0 w 1800000"/>
              <a:gd name="connsiteY3" fmla="*/ 2536523 h 2536523"/>
              <a:gd name="connsiteX4" fmla="*/ 0 w 1800000"/>
              <a:gd name="connsiteY4" fmla="*/ 0 h 2536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0000" h="2536523">
                <a:moveTo>
                  <a:pt x="0" y="0"/>
                </a:moveTo>
                <a:lnTo>
                  <a:pt x="1800000" y="0"/>
                </a:lnTo>
                <a:lnTo>
                  <a:pt x="1800000" y="2536523"/>
                </a:lnTo>
                <a:lnTo>
                  <a:pt x="0" y="253652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 cap="all"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How well thought-out and realistic is the workflow’s design for its intended purpose?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5" name="Freeform 64">
            <a:extLst>
              <a:ext uri="{FF2B5EF4-FFF2-40B4-BE49-F238E27FC236}">
                <a16:creationId xmlns:a16="http://schemas.microsoft.com/office/drawing/2014/main" id="{144F961B-ACDC-EE19-3860-6D1F4E1278C5}"/>
              </a:ext>
            </a:extLst>
          </p:cNvPr>
          <p:cNvSpPr/>
          <p:nvPr/>
        </p:nvSpPr>
        <p:spPr>
          <a:xfrm>
            <a:off x="8257759" y="4298061"/>
            <a:ext cx="1323283" cy="1480577"/>
          </a:xfrm>
          <a:custGeom>
            <a:avLst/>
            <a:gdLst>
              <a:gd name="connsiteX0" fmla="*/ 0 w 1800000"/>
              <a:gd name="connsiteY0" fmla="*/ 0 h 2536523"/>
              <a:gd name="connsiteX1" fmla="*/ 1800000 w 1800000"/>
              <a:gd name="connsiteY1" fmla="*/ 0 h 2536523"/>
              <a:gd name="connsiteX2" fmla="*/ 1800000 w 1800000"/>
              <a:gd name="connsiteY2" fmla="*/ 2536523 h 2536523"/>
              <a:gd name="connsiteX3" fmla="*/ 0 w 1800000"/>
              <a:gd name="connsiteY3" fmla="*/ 2536523 h 2536523"/>
              <a:gd name="connsiteX4" fmla="*/ 0 w 1800000"/>
              <a:gd name="connsiteY4" fmla="*/ 0 h 2536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0000" h="2536523">
                <a:moveTo>
                  <a:pt x="0" y="0"/>
                </a:moveTo>
                <a:lnTo>
                  <a:pt x="1800000" y="0"/>
                </a:lnTo>
                <a:lnTo>
                  <a:pt x="1800000" y="2536523"/>
                </a:lnTo>
                <a:lnTo>
                  <a:pt x="0" y="253652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 cap="all"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How effectively did the team communicate the problem, solution and value of their Agent?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9" name="New 69">
            <a:extLst>
              <a:ext uri="{FF2B5EF4-FFF2-40B4-BE49-F238E27FC236}">
                <a16:creationId xmlns:a16="http://schemas.microsoft.com/office/drawing/2014/main" id="{144F961B-ACDC-EE19-3860-6D1F4E1278C5}"/>
              </a:ext>
            </a:extLst>
          </p:cNvPr>
          <p:cNvSpPr/>
          <p:nvPr/>
        </p:nvSpPr>
        <p:spPr>
          <a:xfrm>
            <a:off x="10072843" y="4298061"/>
            <a:ext cx="1323283" cy="1480577"/>
          </a:xfrm>
          <a:custGeom>
            <a:avLst/>
            <a:gdLst>
              <a:gd name="connsiteX0" fmla="*/ 0 w 1800000"/>
              <a:gd name="connsiteY0" fmla="*/ 0 h 2536523"/>
              <a:gd name="connsiteX1" fmla="*/ 1800000 w 1800000"/>
              <a:gd name="connsiteY1" fmla="*/ 0 h 2536523"/>
              <a:gd name="connsiteX2" fmla="*/ 1800000 w 1800000"/>
              <a:gd name="connsiteY2" fmla="*/ 2536523 h 2536523"/>
              <a:gd name="connsiteX3" fmla="*/ 0 w 1800000"/>
              <a:gd name="connsiteY3" fmla="*/ 2536523 h 2536523"/>
              <a:gd name="connsiteX4" fmla="*/ 0 w 1800000"/>
              <a:gd name="connsiteY4" fmla="*/ 0 h 2536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0000" h="2536523">
                <a:moveTo>
                  <a:pt x="0" y="0"/>
                </a:moveTo>
                <a:lnTo>
                  <a:pt x="1800000" y="0"/>
                </a:lnTo>
                <a:lnTo>
                  <a:pt x="1800000" y="2536523"/>
                </a:lnTo>
                <a:lnTo>
                  <a:pt x="0" y="253652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 cap="all"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How strongly would leadership support investing in and deploying the Agent?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4" name="Graphic 3" descr="Coins outline">
            <a:extLst>
              <a:ext uri="{FF2B5EF4-FFF2-40B4-BE49-F238E27FC236}">
                <a16:creationId xmlns:a16="http://schemas.microsoft.com/office/drawing/2014/main" id="{8F982964-5CE9-8F32-5A57-F6391F99CA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73732" y="2619492"/>
            <a:ext cx="630000" cy="63000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389670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1EA608-0EC4-CCEA-13D7-640CE881EC1A}"/>
              </a:ext>
            </a:extLst>
          </p:cNvPr>
          <p:cNvSpPr txBox="1"/>
          <p:nvPr/>
        </p:nvSpPr>
        <p:spPr>
          <a:xfrm>
            <a:off x="652545" y="3010745"/>
            <a:ext cx="108869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-50" normalizeH="0" baseline="0" noProof="0" dirty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Segoe UI Semibold"/>
                <a:ea typeface="+mn-ea"/>
                <a:cs typeface="Segoe UI Semibold" panose="020B0702040204020203" pitchFamily="34" charset="0"/>
              </a:rPr>
              <a:t>Calculating </a:t>
            </a:r>
            <a:r>
              <a:rPr kumimoji="0" lang="en-US" sz="5400" b="0" i="0" u="none" strike="noStrike" kern="1200" cap="none" spc="-50" normalizeH="0" baseline="0" noProof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Segoe UI Semibold"/>
                <a:ea typeface="+mn-ea"/>
                <a:cs typeface="Segoe UI Semibold" panose="020B0702040204020203" pitchFamily="34" charset="0"/>
              </a:rPr>
              <a:t>your results…</a:t>
            </a:r>
            <a:endParaRPr kumimoji="0" lang="en-US" sz="5400" b="0" i="0" u="none" strike="noStrike" kern="1200" cap="none" spc="-50" normalizeH="0" baseline="0" noProof="0" dirty="0">
              <a:ln w="3175">
                <a:noFill/>
              </a:ln>
              <a:gradFill>
                <a:gsLst>
                  <a:gs pos="21000">
                    <a:srgbClr val="0078D4"/>
                  </a:gs>
                  <a:gs pos="100000">
                    <a:srgbClr val="C03BC4"/>
                  </a:gs>
                </a:gsLst>
                <a:lin ang="2400000" scaled="0"/>
              </a:gradFill>
              <a:effectLst/>
              <a:uLnTx/>
              <a:uFillTx/>
              <a:latin typeface="Segoe UI Semibold"/>
              <a:ea typeface="+mn-ea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687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DD0D3-F2DE-E7DB-1B7D-9324CC104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5C1A19-C0E1-F3C8-E9B9-EC335DEAAD45}"/>
              </a:ext>
            </a:extLst>
          </p:cNvPr>
          <p:cNvSpPr txBox="1"/>
          <p:nvPr/>
        </p:nvSpPr>
        <p:spPr>
          <a:xfrm>
            <a:off x="652545" y="3010745"/>
            <a:ext cx="108869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-50" normalizeH="0" baseline="0" noProof="0" dirty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Segoe UI Semibold"/>
                <a:ea typeface="+mn-ea"/>
                <a:cs typeface="Segoe UI Semibold" panose="020B0702040204020203" pitchFamily="34" charset="0"/>
              </a:rPr>
              <a:t>The results are in…</a:t>
            </a:r>
          </a:p>
        </p:txBody>
      </p:sp>
    </p:spTree>
    <p:extLst>
      <p:ext uri="{BB962C8B-B14F-4D97-AF65-F5344CB8AC3E}">
        <p14:creationId xmlns:p14="http://schemas.microsoft.com/office/powerpoint/2010/main" val="2676630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1EA608-0EC4-CCEA-13D7-640CE881EC1A}"/>
              </a:ext>
            </a:extLst>
          </p:cNvPr>
          <p:cNvSpPr txBox="1"/>
          <p:nvPr/>
        </p:nvSpPr>
        <p:spPr>
          <a:xfrm>
            <a:off x="649224" y="2377440"/>
            <a:ext cx="108905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-50" normalizeH="0" baseline="0" noProof="0" dirty="0">
                <a:ln w="3175">
                  <a:noFill/>
                </a:ln>
                <a:solidFill>
                  <a:srgbClr val="A97142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702040204020203" pitchFamily="34" charset="0"/>
              </a:rPr>
              <a:t>3rd 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" y="3200400"/>
            <a:ext cx="108905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7200" spc="-50" dirty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latin typeface="Segoe UI Semibold"/>
                <a:cs typeface="Segoe UI Semibold" panose="020B0702040204020203" pitchFamily="34" charset="0"/>
              </a:rPr>
              <a:t>[Team Name]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1EA608-0EC4-CCEA-13D7-640CE881EC1A}"/>
              </a:ext>
            </a:extLst>
          </p:cNvPr>
          <p:cNvSpPr txBox="1"/>
          <p:nvPr/>
        </p:nvSpPr>
        <p:spPr>
          <a:xfrm>
            <a:off x="649224" y="2377440"/>
            <a:ext cx="108905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i="0" u="none" strike="noStrike" kern="1200" cap="none" spc="-50" normalizeH="0" baseline="0" noProof="0" dirty="0">
                <a:ln w="3175"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702040204020203" pitchFamily="34" charset="0"/>
              </a:rPr>
              <a:t>2nd 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" y="3200400"/>
            <a:ext cx="108905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7200" spc="-50" dirty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latin typeface="Segoe UI Semibold"/>
                <a:cs typeface="Segoe UI Semibold" panose="020B0702040204020203" pitchFamily="34" charset="0"/>
              </a:rPr>
              <a:t>[Team Name]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1EA608-0EC4-CCEA-13D7-640CE881EC1A}"/>
              </a:ext>
            </a:extLst>
          </p:cNvPr>
          <p:cNvSpPr txBox="1"/>
          <p:nvPr/>
        </p:nvSpPr>
        <p:spPr>
          <a:xfrm>
            <a:off x="649224" y="2377440"/>
            <a:ext cx="108905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-50" normalizeH="0" baseline="0" noProof="0" dirty="0">
                <a:ln w="3175">
                  <a:noFill/>
                </a:ln>
                <a:solidFill>
                  <a:srgbClr val="D4AF37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702040204020203" pitchFamily="34" charset="0"/>
              </a:rPr>
              <a:t>1st 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" y="3200400"/>
            <a:ext cx="108905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7200" spc="-50" dirty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latin typeface="Segoe UI Semibold"/>
                <a:cs typeface="Segoe UI Semibold" panose="020B0702040204020203" pitchFamily="34" charset="0"/>
              </a:rPr>
              <a:t>[Team Name]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E71F1-706B-5E2A-B20F-0A8F2C343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EB6BAD-DB0D-70F8-C061-3BB90ECDE353}"/>
              </a:ext>
            </a:extLst>
          </p:cNvPr>
          <p:cNvSpPr txBox="1"/>
          <p:nvPr/>
        </p:nvSpPr>
        <p:spPr>
          <a:xfrm>
            <a:off x="649224" y="1371600"/>
            <a:ext cx="108905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-50" normalizeH="0" baseline="0" noProof="0">
                <a:ln w="3175"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702040204020203" pitchFamily="34" charset="0"/>
              </a:rPr>
              <a:t>Notable Mentions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F00EFF-681C-1E93-04E3-C6A0AD012947}"/>
              </a:ext>
            </a:extLst>
          </p:cNvPr>
          <p:cNvSpPr txBox="1"/>
          <p:nvPr/>
        </p:nvSpPr>
        <p:spPr>
          <a:xfrm>
            <a:off x="649224" y="2468880"/>
            <a:ext cx="10890504" cy="1744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/>
            </a:pPr>
            <a:r>
              <a:rPr lang="en-US" sz="2800" b="1" dirty="0">
                <a:solidFill>
                  <a:srgbClr val="091F2C"/>
                </a:solidFill>
                <a:latin typeface="Segoe UI Semibold"/>
              </a:rPr>
              <a:t>[Team Name] — </a:t>
            </a:r>
            <a:r>
              <a:rPr lang="en-US" sz="2800" dirty="0">
                <a:solidFill>
                  <a:srgbClr val="463668"/>
                </a:solidFill>
                <a:latin typeface="Segoe UI"/>
              </a:rPr>
              <a:t>Most likely to Sponsor</a:t>
            </a:r>
          </a:p>
          <a:p>
            <a:pPr algn="ctr">
              <a:spcAft>
                <a:spcPts val="1400"/>
              </a:spcAft>
            </a:pPr>
            <a:r>
              <a:rPr lang="en-US" sz="2800" b="1" dirty="0">
                <a:solidFill>
                  <a:srgbClr val="091F2C"/>
                </a:solidFill>
                <a:latin typeface="Segoe UI Semibold"/>
              </a:rPr>
              <a:t>[Team Name] — </a:t>
            </a:r>
            <a:r>
              <a:rPr lang="en-US" sz="2800" dirty="0">
                <a:solidFill>
                  <a:srgbClr val="463668"/>
                </a:solidFill>
                <a:latin typeface="Segoe UI"/>
              </a:rPr>
              <a:t>Most </a:t>
            </a:r>
            <a:r>
              <a:rPr lang="en-US" sz="2800">
                <a:solidFill>
                  <a:srgbClr val="463668"/>
                </a:solidFill>
                <a:latin typeface="Segoe UI"/>
              </a:rPr>
              <a:t>creative workflow</a:t>
            </a:r>
            <a:endParaRPr lang="en-US" sz="2800" dirty="0">
              <a:solidFill>
                <a:srgbClr val="463668"/>
              </a:solidFill>
              <a:latin typeface="Segoe UI"/>
            </a:endParaRPr>
          </a:p>
          <a:p>
            <a:pPr algn="ctr">
              <a:spcAft>
                <a:spcPts val="1400"/>
              </a:spcAft>
            </a:pPr>
            <a:r>
              <a:rPr lang="en-US" sz="2800" b="1" dirty="0">
                <a:solidFill>
                  <a:srgbClr val="091F2C"/>
                </a:solidFill>
                <a:latin typeface="Segoe UI Semibold"/>
              </a:rPr>
              <a:t>[Team Name] — </a:t>
            </a:r>
            <a:r>
              <a:rPr lang="en-US" sz="2800" dirty="0">
                <a:solidFill>
                  <a:srgbClr val="463668"/>
                </a:solidFill>
                <a:latin typeface="Segoe UI"/>
              </a:rPr>
              <a:t>Biggest everyday time-saver</a:t>
            </a:r>
          </a:p>
        </p:txBody>
      </p:sp>
    </p:spTree>
    <p:extLst>
      <p:ext uri="{BB962C8B-B14F-4D97-AF65-F5344CB8AC3E}">
        <p14:creationId xmlns:p14="http://schemas.microsoft.com/office/powerpoint/2010/main" val="4108304098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Copilot pallet">
      <a:dk1>
        <a:sysClr val="windowText" lastClr="000000"/>
      </a:dk1>
      <a:lt1>
        <a:sysClr val="window" lastClr="FFFFFF"/>
      </a:lt1>
      <a:dk2>
        <a:srgbClr val="091F2C"/>
      </a:dk2>
      <a:lt2>
        <a:srgbClr val="F4F3F5"/>
      </a:lt2>
      <a:accent1>
        <a:srgbClr val="C5B4E3"/>
      </a:accent1>
      <a:accent2>
        <a:srgbClr val="8661C5"/>
      </a:accent2>
      <a:accent3>
        <a:srgbClr val="463668"/>
      </a:accent3>
      <a:accent4>
        <a:srgbClr val="0078D4"/>
      </a:accent4>
      <a:accent5>
        <a:srgbClr val="2A446F"/>
      </a:accent5>
      <a:accent6>
        <a:srgbClr val="C03BC4"/>
      </a:accent6>
      <a:hlink>
        <a:srgbClr val="FFA38B"/>
      </a:hlink>
      <a:folHlink>
        <a:srgbClr val="FFE399"/>
      </a:folHlink>
    </a:clrScheme>
    <a:fontScheme name="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062E74B2CBD54CAB8D4F4A5F89EFA9" ma:contentTypeVersion="18" ma:contentTypeDescription="Create a new document." ma:contentTypeScope="" ma:versionID="31534e9155416cb28852bbeb114ab47d">
  <xsd:schema xmlns:xsd="http://www.w3.org/2001/XMLSchema" xmlns:xs="http://www.w3.org/2001/XMLSchema" xmlns:p="http://schemas.microsoft.com/office/2006/metadata/properties" xmlns:ns1="http://schemas.microsoft.com/sharepoint/v3" xmlns:ns2="116c6fcb-3c65-4296-89fd-fcd88a94d3d4" xmlns:ns3="643f6e62-e185-490b-b009-7dd522c024f0" targetNamespace="http://schemas.microsoft.com/office/2006/metadata/properties" ma:root="true" ma:fieldsID="4b50135e01f82580b47c7ad1849a222b" ns1:_="" ns2:_="" ns3:_="">
    <xsd:import namespace="http://schemas.microsoft.com/sharepoint/v3"/>
    <xsd:import namespace="116c6fcb-3c65-4296-89fd-fcd88a94d3d4"/>
    <xsd:import namespace="643f6e62-e185-490b-b009-7dd522c024f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3:SharedWithUsers" minOccurs="0"/>
                <xsd:element ref="ns3:SharedWithDetail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6c6fcb-3c65-4296-89fd-fcd88a94d3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3f6e62-e185-490b-b009-7dd522c024f0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f13b59b-d5f1-4a98-a99a-92ad70552236}" ma:internalName="TaxCatchAll" ma:showField="CatchAllData" ma:web="643f6e62-e185-490b-b009-7dd522c024f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643f6e62-e185-490b-b009-7dd522c024f0" xsi:nil="true"/>
    <lcf76f155ced4ddcb4097134ff3c332f xmlns="116c6fcb-3c65-4296-89fd-fcd88a94d3d4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D4F46-85DE-46D2-8451-D267D126CF1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116c6fcb-3c65-4296-89fd-fcd88a94d3d4"/>
    <ds:schemaRef ds:uri="643f6e62-e185-490b-b009-7dd522c024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2276F09-AC74-4582-ACAB-4862030F9A43}">
  <ds:schemaRefs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sharepoint/v3"/>
    <ds:schemaRef ds:uri="http://purl.org/dc/terms/"/>
    <ds:schemaRef ds:uri="643f6e62-e185-490b-b009-7dd522c024f0"/>
    <ds:schemaRef ds:uri="http://purl.org/dc/dcmitype/"/>
    <ds:schemaRef ds:uri="http://schemas.microsoft.com/office/infopath/2007/PartnerControls"/>
    <ds:schemaRef ds:uri="116c6fcb-3c65-4296-89fd-fcd88a94d3d4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BD7C9CB-0700-47DC-9C8E-13881199D35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201</Words>
  <Application>Microsoft Office PowerPoint</Application>
  <PresentationFormat>Widescreen</PresentationFormat>
  <Paragraphs>37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Segoe UI</vt:lpstr>
      <vt:lpstr>Segoe UI Semibold</vt:lpstr>
      <vt:lpstr>2_Office Theme</vt:lpstr>
      <vt:lpstr>Agent-a-thon  Judging Your Presentations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Prompt-a-thon Demo and Judging</dc:title>
  <dc:creator>Stuart Ridout</dc:creator>
  <cp:lastModifiedBy>Reuel Ngo</cp:lastModifiedBy>
  <cp:revision>14</cp:revision>
  <dcterms:created xsi:type="dcterms:W3CDTF">2024-08-16T15:46:12Z</dcterms:created>
  <dcterms:modified xsi:type="dcterms:W3CDTF">2026-09-20T16:09:00Z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0x010100DB062E74B2CBD54CAB8D4F4A5F89EFA9</vt:lpwstr>
  </property>
  <property fmtid="{D5CDD505-2E9C-101B-9397-08002B2CF9AE}" pid="3" name="Order">
    <vt:lpwstr>6000.00000000000</vt:lpwstr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lpwstr/>
  </property>
  <property fmtid="{D5CDD505-2E9C-101B-9397-08002B2CF9AE}" pid="10" name="MediaServiceImageTags">
    <vt:lpwstr/>
  </property>
</Properties>
</file>