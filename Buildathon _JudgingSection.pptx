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147483629" r:id="rId5"/>
    <p:sldId id="2147483610" r:id="rId6"/>
    <p:sldId id="2147483620" r:id="rId7"/>
    <p:sldId id="2147483611" r:id="rId8"/>
    <p:sldId id="2147483627" r:id="rId9"/>
    <p:sldId id="2147483625" r:id="rId10"/>
    <p:sldId id="2147483624" r:id="rId11"/>
    <p:sldId id="2147483623" r:id="rId12"/>
    <p:sldId id="21474836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73FBD7-29E2-1587-7F7C-842BB189FDF3}" name="Lee Boruchow" initials="LB" userId="S::leeboru@microsoft.com::43331b23-3412-4975-a07b-d9e80f3689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42782-5EC9-41CE-8DEB-52CEEE969E2C}" v="47" dt="2026-09-21T07:02:11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4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uel Ngo" userId="630da983-9bc0-4db9-b496-b90fbcc97014" providerId="ADAL" clId="{09730227-1908-4EA8-BA8E-5A59BE832678}"/>
    <pc:docChg chg="undo redo custSel addSld delSld modSld sldOrd addMainMaster delMainMaster modMainMaster">
      <pc:chgData name="Reuel Ngo" userId="630da983-9bc0-4db9-b496-b90fbcc97014" providerId="ADAL" clId="{09730227-1908-4EA8-BA8E-5A59BE832678}" dt="2026-09-21T07:02:15.816" v="1657"/>
      <pc:docMkLst>
        <pc:docMk/>
      </pc:docMkLst>
      <pc:sldChg chg="add del modTransition">
        <pc:chgData name="Reuel Ngo" userId="630da983-9bc0-4db9-b496-b90fbcc97014" providerId="ADAL" clId="{09730227-1908-4EA8-BA8E-5A59BE832678}" dt="2026-09-20T07:24:12.922" v="1576" actId="47"/>
        <pc:sldMkLst>
          <pc:docMk/>
          <pc:sldMk cId="3717300548" sldId="2147483413"/>
        </pc:sldMkLst>
      </pc:sldChg>
      <pc:sldChg chg="modSp del modTransition">
        <pc:chgData name="Reuel Ngo" userId="630da983-9bc0-4db9-b496-b90fbcc97014" providerId="ADAL" clId="{09730227-1908-4EA8-BA8E-5A59BE832678}" dt="2026-09-20T16:09:00.616" v="1652" actId="47"/>
        <pc:sldMkLst>
          <pc:docMk/>
          <pc:sldMk cId="1052972331" sldId="2147483572"/>
        </pc:sldMkLst>
        <pc:spChg chg="mod">
          <ac:chgData name="Reuel Ngo" userId="630da983-9bc0-4db9-b496-b90fbcc97014" providerId="ADAL" clId="{09730227-1908-4EA8-BA8E-5A59BE832678}" dt="2026-09-20T15:58:45.557" v="1633"/>
          <ac:spMkLst>
            <pc:docMk/>
            <pc:sldMk cId="1052972331" sldId="2147483572"/>
            <ac:spMk id="2" creationId="{B18FB70A-9461-B7CC-C688-BB1845056E84}"/>
          </ac:spMkLst>
        </pc:spChg>
      </pc:sldChg>
      <pc:sldChg chg="addSp delSp modSp del mod modTransition modClrScheme chgLayout">
        <pc:chgData name="Reuel Ngo" userId="630da983-9bc0-4db9-b496-b90fbcc97014" providerId="ADAL" clId="{09730227-1908-4EA8-BA8E-5A59BE832678}" dt="2026-09-20T07:13:59.689" v="1546" actId="47"/>
        <pc:sldMkLst>
          <pc:docMk/>
          <pc:sldMk cId="1024829219" sldId="2147483609"/>
        </pc:sldMkLst>
      </pc:sldChg>
      <pc:sldChg chg="add del">
        <pc:chgData name="Reuel Ngo" userId="630da983-9bc0-4db9-b496-b90fbcc97014" providerId="ADAL" clId="{09730227-1908-4EA8-BA8E-5A59BE832678}" dt="2026-09-21T07:02:11.989" v="1654"/>
        <pc:sldMkLst>
          <pc:docMk/>
          <pc:sldMk cId="26412109" sldId="2147483610"/>
        </pc:sldMkLst>
      </pc:sldChg>
      <pc:sldChg chg="modSp mod modTransition modClrScheme chgLayout">
        <pc:chgData name="Reuel Ngo" userId="630da983-9bc0-4db9-b496-b90fbcc97014" providerId="ADAL" clId="{09730227-1908-4EA8-BA8E-5A59BE832678}" dt="2026-09-19T08:33:13.800" v="1500" actId="20577"/>
        <pc:sldMkLst>
          <pc:docMk/>
          <pc:sldMk cId="2470687572" sldId="2147483611"/>
        </pc:sldMkLst>
        <pc:spChg chg="mod">
          <ac:chgData name="Reuel Ngo" userId="630da983-9bc0-4db9-b496-b90fbcc97014" providerId="ADAL" clId="{09730227-1908-4EA8-BA8E-5A59BE832678}" dt="2026-09-19T08:33:13.800" v="1500" actId="20577"/>
          <ac:spMkLst>
            <pc:docMk/>
            <pc:sldMk cId="2470687572" sldId="2147483611"/>
            <ac:spMk id="3" creationId="{D01EA608-0EC4-CCEA-13D7-640CE881EC1A}"/>
          </ac:spMkLst>
        </pc:spChg>
      </pc:sldChg>
      <pc:sldChg chg="modSp del mod modTransition">
        <pc:chgData name="Reuel Ngo" userId="630da983-9bc0-4db9-b496-b90fbcc97014" providerId="ADAL" clId="{09730227-1908-4EA8-BA8E-5A59BE832678}" dt="2026-09-20T16:08:50.420" v="1651" actId="47"/>
        <pc:sldMkLst>
          <pc:docMk/>
          <pc:sldMk cId="1529636032" sldId="2147483612"/>
        </pc:sldMkLst>
        <pc:spChg chg="mod">
          <ac:chgData name="Reuel Ngo" userId="630da983-9bc0-4db9-b496-b90fbcc97014" providerId="ADAL" clId="{09730227-1908-4EA8-BA8E-5A59BE832678}" dt="2026-09-20T07:20:38.698" v="1575" actId="20577"/>
          <ac:spMkLst>
            <pc:docMk/>
            <pc:sldMk cId="1529636032" sldId="2147483612"/>
            <ac:spMk id="2" creationId="{A710E8C8-738B-CF43-BC5F-6391E9A2AA25}"/>
          </ac:spMkLst>
        </pc:spChg>
      </pc:sldChg>
      <pc:sldChg chg="addSp delSp modSp mod ord modTransition modClrScheme chgLayout">
        <pc:chgData name="Reuel Ngo" userId="630da983-9bc0-4db9-b496-b90fbcc97014" providerId="ADAL" clId="{09730227-1908-4EA8-BA8E-5A59BE832678}" dt="2026-09-21T07:02:15.816" v="1657"/>
        <pc:sldMkLst>
          <pc:docMk/>
          <pc:sldMk cId="2592278325" sldId="2147483620"/>
        </pc:sldMkLst>
        <pc:spChg chg="mod">
          <ac:chgData name="Reuel Ngo" userId="630da983-9bc0-4db9-b496-b90fbcc97014" providerId="ADAL" clId="{09730227-1908-4EA8-BA8E-5A59BE832678}" dt="2026-09-19T07:27:36.124" v="115" actId="1076"/>
          <ac:spMkLst>
            <pc:docMk/>
            <pc:sldMk cId="2592278325" sldId="2147483620"/>
            <ac:spMk id="8" creationId="{67272CF4-2ECD-1DA0-B1D0-4EBF14969F0B}"/>
          </ac:spMkLst>
        </pc:spChg>
        <pc:spChg chg="add mod">
          <ac:chgData name="Reuel Ngo" userId="630da983-9bc0-4db9-b496-b90fbcc97014" providerId="ADAL" clId="{09730227-1908-4EA8-BA8E-5A59BE832678}" dt="2026-09-19T07:27:48.696" v="120" actId="408"/>
          <ac:spMkLst>
            <pc:docMk/>
            <pc:sldMk cId="2592278325" sldId="2147483620"/>
            <ac:spMk id="20" creationId="{DA1D603C-A852-1BA0-4F41-4EF2A3C78358}"/>
          </ac:spMkLst>
        </pc:spChg>
        <pc:spChg chg="mod">
          <ac:chgData name="Reuel Ngo" userId="630da983-9bc0-4db9-b496-b90fbcc97014" providerId="ADAL" clId="{09730227-1908-4EA8-BA8E-5A59BE832678}" dt="2026-09-19T07:27:48.696" v="120" actId="408"/>
          <ac:spMkLst>
            <pc:docMk/>
            <pc:sldMk cId="2592278325" sldId="2147483620"/>
            <ac:spMk id="22" creationId="{768AFEE1-7E12-4C6E-79DE-AF6AE455562A}"/>
          </ac:spMkLst>
        </pc:spChg>
        <pc:spChg chg="mod">
          <ac:chgData name="Reuel Ngo" userId="630da983-9bc0-4db9-b496-b90fbcc97014" providerId="ADAL" clId="{09730227-1908-4EA8-BA8E-5A59BE832678}" dt="2026-09-19T07:28:14.916" v="127" actId="1076"/>
          <ac:spMkLst>
            <pc:docMk/>
            <pc:sldMk cId="2592278325" sldId="2147483620"/>
            <ac:spMk id="31" creationId="{44F66FE1-AF5B-0F8C-D390-99869B08A82E}"/>
          </ac:spMkLst>
        </pc:spChg>
        <pc:spChg chg="mod">
          <ac:chgData name="Reuel Ngo" userId="630da983-9bc0-4db9-b496-b90fbcc97014" providerId="ADAL" clId="{09730227-1908-4EA8-BA8E-5A59BE832678}" dt="2026-09-19T07:28:24.975" v="136" actId="20577"/>
          <ac:spMkLst>
            <pc:docMk/>
            <pc:sldMk cId="2592278325" sldId="2147483620"/>
            <ac:spMk id="32" creationId="{4180D712-77D2-C883-22F7-B58DEC3AB35C}"/>
          </ac:spMkLst>
        </pc:spChg>
        <pc:spChg chg="mod">
          <ac:chgData name="Reuel Ngo" userId="630da983-9bc0-4db9-b496-b90fbcc97014" providerId="ADAL" clId="{09730227-1908-4EA8-BA8E-5A59BE832678}" dt="2026-09-19T07:28:09.575" v="126" actId="1076"/>
          <ac:spMkLst>
            <pc:docMk/>
            <pc:sldMk cId="2592278325" sldId="2147483620"/>
            <ac:spMk id="36" creationId="{2F08A8E5-3BC8-D89D-21C8-355F988A2D44}"/>
          </ac:spMkLst>
        </pc:spChg>
        <pc:spChg chg="mod">
          <ac:chgData name="Reuel Ngo" userId="630da983-9bc0-4db9-b496-b90fbcc97014" providerId="ADAL" clId="{09730227-1908-4EA8-BA8E-5A59BE832678}" dt="2026-09-19T07:28:20.047" v="133" actId="20577"/>
          <ac:spMkLst>
            <pc:docMk/>
            <pc:sldMk cId="2592278325" sldId="2147483620"/>
            <ac:spMk id="37" creationId="{0291A30C-BAF0-7466-8A9E-48633C182449}"/>
          </ac:spMkLst>
        </pc:spChg>
        <pc:grpChg chg="add mod">
          <ac:chgData name="Reuel Ngo" userId="630da983-9bc0-4db9-b496-b90fbcc97014" providerId="ADAL" clId="{09730227-1908-4EA8-BA8E-5A59BE832678}" dt="2026-09-19T07:27:48.696" v="120" actId="408"/>
          <ac:grpSpMkLst>
            <pc:docMk/>
            <pc:sldMk cId="2592278325" sldId="2147483620"/>
            <ac:grpSpMk id="19" creationId="{55518BB9-0EB0-B7BD-7A7C-7A4B0298F73A}"/>
          </ac:grpSpMkLst>
        </pc:grpChg>
        <pc:grpChg chg="add mod">
          <ac:chgData name="Reuel Ngo" userId="630da983-9bc0-4db9-b496-b90fbcc97014" providerId="ADAL" clId="{09730227-1908-4EA8-BA8E-5A59BE832678}" dt="2026-09-19T07:27:48.696" v="120" actId="408"/>
          <ac:grpSpMkLst>
            <pc:docMk/>
            <pc:sldMk cId="2592278325" sldId="2147483620"/>
            <ac:grpSpMk id="28" creationId="{5A956AEB-391F-F3EF-B556-8E42F62B601D}"/>
          </ac:grpSpMkLst>
        </pc:grpChg>
        <pc:grpChg chg="add mod">
          <ac:chgData name="Reuel Ngo" userId="630da983-9bc0-4db9-b496-b90fbcc97014" providerId="ADAL" clId="{09730227-1908-4EA8-BA8E-5A59BE832678}" dt="2026-09-19T07:28:14.916" v="127" actId="1076"/>
          <ac:grpSpMkLst>
            <pc:docMk/>
            <pc:sldMk cId="2592278325" sldId="2147483620"/>
            <ac:grpSpMk id="29" creationId="{6892A7A6-CD39-1BB4-35DC-9E1DE94FAA79}"/>
          </ac:grpSpMkLst>
        </pc:grpChg>
        <pc:grpChg chg="mod">
          <ac:chgData name="Reuel Ngo" userId="630da983-9bc0-4db9-b496-b90fbcc97014" providerId="ADAL" clId="{09730227-1908-4EA8-BA8E-5A59BE832678}" dt="2026-09-19T07:28:14.916" v="127" actId="1076"/>
          <ac:grpSpMkLst>
            <pc:docMk/>
            <pc:sldMk cId="2592278325" sldId="2147483620"/>
            <ac:grpSpMk id="30" creationId="{84F891DA-5711-6BF0-4A1F-226476852586}"/>
          </ac:grpSpMkLst>
        </pc:grpChg>
        <pc:grpChg chg="add mod">
          <ac:chgData name="Reuel Ngo" userId="630da983-9bc0-4db9-b496-b90fbcc97014" providerId="ADAL" clId="{09730227-1908-4EA8-BA8E-5A59BE832678}" dt="2026-09-19T07:28:09.575" v="126" actId="1076"/>
          <ac:grpSpMkLst>
            <pc:docMk/>
            <pc:sldMk cId="2592278325" sldId="2147483620"/>
            <ac:grpSpMk id="34" creationId="{28FC8A5F-C742-AE39-089C-0F9BE67EB37B}"/>
          </ac:grpSpMkLst>
        </pc:grpChg>
        <pc:grpChg chg="mod">
          <ac:chgData name="Reuel Ngo" userId="630da983-9bc0-4db9-b496-b90fbcc97014" providerId="ADAL" clId="{09730227-1908-4EA8-BA8E-5A59BE832678}" dt="2026-09-19T07:28:09.575" v="126" actId="1076"/>
          <ac:grpSpMkLst>
            <pc:docMk/>
            <pc:sldMk cId="2592278325" sldId="2147483620"/>
            <ac:grpSpMk id="35" creationId="{47590132-6F0A-013A-96F1-627597DF1B1A}"/>
          </ac:grpSpMkLst>
        </pc:grpChg>
        <pc:picChg chg="mod">
          <ac:chgData name="Reuel Ngo" userId="630da983-9bc0-4db9-b496-b90fbcc97014" providerId="ADAL" clId="{09730227-1908-4EA8-BA8E-5A59BE832678}" dt="2026-09-19T07:27:48.696" v="120" actId="408"/>
          <ac:picMkLst>
            <pc:docMk/>
            <pc:sldMk cId="2592278325" sldId="2147483620"/>
            <ac:picMk id="23" creationId="{78116366-2E62-EC03-C141-D59270EA8593}"/>
          </ac:picMkLst>
        </pc:picChg>
        <pc:picChg chg="mod">
          <ac:chgData name="Reuel Ngo" userId="630da983-9bc0-4db9-b496-b90fbcc97014" providerId="ADAL" clId="{09730227-1908-4EA8-BA8E-5A59BE832678}" dt="2026-09-19T07:28:14.916" v="127" actId="1076"/>
          <ac:picMkLst>
            <pc:docMk/>
            <pc:sldMk cId="2592278325" sldId="2147483620"/>
            <ac:picMk id="33" creationId="{46F18B6C-43BE-6204-A864-09E5F871C28C}"/>
          </ac:picMkLst>
        </pc:picChg>
        <pc:picChg chg="mod">
          <ac:chgData name="Reuel Ngo" userId="630da983-9bc0-4db9-b496-b90fbcc97014" providerId="ADAL" clId="{09730227-1908-4EA8-BA8E-5A59BE832678}" dt="2026-09-19T07:28:09.575" v="126" actId="1076"/>
          <ac:picMkLst>
            <pc:docMk/>
            <pc:sldMk cId="2592278325" sldId="2147483620"/>
            <ac:picMk id="38" creationId="{B1E542D6-9195-772D-8C0F-840D1DB4EE4D}"/>
          </ac:picMkLst>
        </pc:picChg>
      </pc:sldChg>
      <pc:sldChg chg="modSp add mod">
        <pc:chgData name="Reuel Ngo" userId="630da983-9bc0-4db9-b496-b90fbcc97014" providerId="ADAL" clId="{09730227-1908-4EA8-BA8E-5A59BE832678}" dt="2026-09-19T06:54:18.972" v="50" actId="403"/>
        <pc:sldMkLst>
          <pc:docMk/>
          <pc:sldMk cId="0" sldId="2147483623"/>
        </pc:sldMkLst>
        <pc:spChg chg="mod">
          <ac:chgData name="Reuel Ngo" userId="630da983-9bc0-4db9-b496-b90fbcc97014" providerId="ADAL" clId="{09730227-1908-4EA8-BA8E-5A59BE832678}" dt="2026-09-19T06:54:18.972" v="50" actId="403"/>
          <ac:spMkLst>
            <pc:docMk/>
            <pc:sldMk cId="0" sldId="2147483623"/>
            <ac:spMk id="3" creationId="{D01EA608-0EC4-CCEA-13D7-640CE881EC1A}"/>
          </ac:spMkLst>
        </pc:spChg>
        <pc:spChg chg="mod">
          <ac:chgData name="Reuel Ngo" userId="630da983-9bc0-4db9-b496-b90fbcc97014" providerId="ADAL" clId="{09730227-1908-4EA8-BA8E-5A59BE832678}" dt="2026-09-19T06:54:14.671" v="49" actId="403"/>
          <ac:spMkLst>
            <pc:docMk/>
            <pc:sldMk cId="0" sldId="2147483623"/>
            <ac:spMk id="4" creationId="{00000000-0000-0000-0000-000000000000}"/>
          </ac:spMkLst>
        </pc:spChg>
      </pc:sldChg>
      <pc:sldChg chg="modSp add mod">
        <pc:chgData name="Reuel Ngo" userId="630da983-9bc0-4db9-b496-b90fbcc97014" providerId="ADAL" clId="{09730227-1908-4EA8-BA8E-5A59BE832678}" dt="2026-09-19T06:54:29.051" v="52" actId="255"/>
        <pc:sldMkLst>
          <pc:docMk/>
          <pc:sldMk cId="0" sldId="2147483624"/>
        </pc:sldMkLst>
        <pc:spChg chg="mod">
          <ac:chgData name="Reuel Ngo" userId="630da983-9bc0-4db9-b496-b90fbcc97014" providerId="ADAL" clId="{09730227-1908-4EA8-BA8E-5A59BE832678}" dt="2026-09-19T06:54:25.155" v="51" actId="255"/>
          <ac:spMkLst>
            <pc:docMk/>
            <pc:sldMk cId="0" sldId="2147483624"/>
            <ac:spMk id="3" creationId="{D01EA608-0EC4-CCEA-13D7-640CE881EC1A}"/>
          </ac:spMkLst>
        </pc:spChg>
        <pc:spChg chg="mod">
          <ac:chgData name="Reuel Ngo" userId="630da983-9bc0-4db9-b496-b90fbcc97014" providerId="ADAL" clId="{09730227-1908-4EA8-BA8E-5A59BE832678}" dt="2026-09-19T06:54:29.051" v="52" actId="255"/>
          <ac:spMkLst>
            <pc:docMk/>
            <pc:sldMk cId="0" sldId="2147483624"/>
            <ac:spMk id="4" creationId="{00000000-0000-0000-0000-000000000000}"/>
          </ac:spMkLst>
        </pc:spChg>
      </pc:sldChg>
      <pc:sldChg chg="modSp add mod">
        <pc:chgData name="Reuel Ngo" userId="630da983-9bc0-4db9-b496-b90fbcc97014" providerId="ADAL" clId="{09730227-1908-4EA8-BA8E-5A59BE832678}" dt="2026-09-19T06:54:37.471" v="54" actId="255"/>
        <pc:sldMkLst>
          <pc:docMk/>
          <pc:sldMk cId="0" sldId="2147483625"/>
        </pc:sldMkLst>
        <pc:spChg chg="mod">
          <ac:chgData name="Reuel Ngo" userId="630da983-9bc0-4db9-b496-b90fbcc97014" providerId="ADAL" clId="{09730227-1908-4EA8-BA8E-5A59BE832678}" dt="2026-09-19T06:54:33.979" v="53" actId="255"/>
          <ac:spMkLst>
            <pc:docMk/>
            <pc:sldMk cId="0" sldId="2147483625"/>
            <ac:spMk id="3" creationId="{D01EA608-0EC4-CCEA-13D7-640CE881EC1A}"/>
          </ac:spMkLst>
        </pc:spChg>
        <pc:spChg chg="mod">
          <ac:chgData name="Reuel Ngo" userId="630da983-9bc0-4db9-b496-b90fbcc97014" providerId="ADAL" clId="{09730227-1908-4EA8-BA8E-5A59BE832678}" dt="2026-09-19T06:54:37.471" v="54" actId="255"/>
          <ac:spMkLst>
            <pc:docMk/>
            <pc:sldMk cId="0" sldId="2147483625"/>
            <ac:spMk id="4" creationId="{00000000-0000-0000-0000-000000000000}"/>
          </ac:spMkLst>
        </pc:spChg>
      </pc:sldChg>
      <pc:sldChg chg="modSp add mod">
        <pc:chgData name="Reuel Ngo" userId="630da983-9bc0-4db9-b496-b90fbcc97014" providerId="ADAL" clId="{09730227-1908-4EA8-BA8E-5A59BE832678}" dt="2026-09-20T10:28:45.378" v="1632" actId="20577"/>
        <pc:sldMkLst>
          <pc:docMk/>
          <pc:sldMk cId="4108304098" sldId="2147483626"/>
        </pc:sldMkLst>
        <pc:spChg chg="mod">
          <ac:chgData name="Reuel Ngo" userId="630da983-9bc0-4db9-b496-b90fbcc97014" providerId="ADAL" clId="{09730227-1908-4EA8-BA8E-5A59BE832678}" dt="2026-09-19T06:55:52.706" v="56" actId="26606"/>
          <ac:spMkLst>
            <pc:docMk/>
            <pc:sldMk cId="4108304098" sldId="2147483626"/>
            <ac:spMk id="3" creationId="{70EB6BAD-DB0D-70F8-C061-3BB90ECDE353}"/>
          </ac:spMkLst>
        </pc:spChg>
        <pc:spChg chg="mod">
          <ac:chgData name="Reuel Ngo" userId="630da983-9bc0-4db9-b496-b90fbcc97014" providerId="ADAL" clId="{09730227-1908-4EA8-BA8E-5A59BE832678}" dt="2026-09-20T10:28:45.378" v="1632" actId="20577"/>
          <ac:spMkLst>
            <pc:docMk/>
            <pc:sldMk cId="4108304098" sldId="2147483626"/>
            <ac:spMk id="4" creationId="{10F00EFF-681C-1E93-04E3-C6A0AD012947}"/>
          </ac:spMkLst>
        </pc:spChg>
      </pc:sldChg>
      <pc:sldChg chg="add">
        <pc:chgData name="Reuel Ngo" userId="630da983-9bc0-4db9-b496-b90fbcc97014" providerId="ADAL" clId="{09730227-1908-4EA8-BA8E-5A59BE832678}" dt="2026-09-19T08:33:01.535" v="1474"/>
        <pc:sldMkLst>
          <pc:docMk/>
          <pc:sldMk cId="2676630739" sldId="2147483627"/>
        </pc:sldMkLst>
      </pc:sldChg>
      <pc:sldChg chg="add del">
        <pc:chgData name="Reuel Ngo" userId="630da983-9bc0-4db9-b496-b90fbcc97014" providerId="ADAL" clId="{09730227-1908-4EA8-BA8E-5A59BE832678}" dt="2026-09-21T07:02:13.325" v="1655" actId="47"/>
        <pc:sldMkLst>
          <pc:docMk/>
          <pc:sldMk cId="3389670370" sldId="2147483628"/>
        </pc:sldMkLst>
      </pc:sldChg>
      <pc:sldChg chg="delSp modSp new mod">
        <pc:chgData name="Reuel Ngo" userId="630da983-9bc0-4db9-b496-b90fbcc97014" providerId="ADAL" clId="{09730227-1908-4EA8-BA8E-5A59BE832678}" dt="2026-09-21T07:01:47.847" v="1653"/>
        <pc:sldMkLst>
          <pc:docMk/>
          <pc:sldMk cId="845333031" sldId="2147483629"/>
        </pc:sldMkLst>
        <pc:spChg chg="mod">
          <ac:chgData name="Reuel Ngo" userId="630da983-9bc0-4db9-b496-b90fbcc97014" providerId="ADAL" clId="{09730227-1908-4EA8-BA8E-5A59BE832678}" dt="2026-09-21T07:01:47.847" v="1653"/>
          <ac:spMkLst>
            <pc:docMk/>
            <pc:sldMk cId="845333031" sldId="2147483629"/>
            <ac:spMk id="2" creationId="{FEBAD014-6259-356A-375F-B5DE1A87C3F2}"/>
          </ac:spMkLst>
        </pc:spChg>
        <pc:spChg chg="del">
          <ac:chgData name="Reuel Ngo" userId="630da983-9bc0-4db9-b496-b90fbcc97014" providerId="ADAL" clId="{09730227-1908-4EA8-BA8E-5A59BE832678}" dt="2026-09-20T16:08:47.289" v="1650" actId="478"/>
          <ac:spMkLst>
            <pc:docMk/>
            <pc:sldMk cId="845333031" sldId="2147483629"/>
            <ac:spMk id="3" creationId="{91903EB8-53FF-EDA5-FB5C-7EA3B379542A}"/>
          </ac:spMkLst>
        </pc:spChg>
      </pc:sldChg>
      <pc:sldMasterChg chg="addSldLayout delSldLayout modSldLayout sldLayoutOrd">
        <pc:chgData name="Reuel Ngo" userId="630da983-9bc0-4db9-b496-b90fbcc97014" providerId="ADAL" clId="{09730227-1908-4EA8-BA8E-5A59BE832678}" dt="2026-09-20T16:09:00.616" v="1652" actId="47"/>
        <pc:sldMasterMkLst>
          <pc:docMk/>
          <pc:sldMasterMk cId="4279363162" sldId="2147483660"/>
        </pc:sldMasterMkLst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3358977533" sldId="2147483684"/>
          </pc:sldLayoutMkLst>
        </pc:sldLayoutChg>
        <pc:sldLayoutChg chg="addSp delSp modSp mod ord">
          <pc:chgData name="Reuel Ngo" userId="630da983-9bc0-4db9-b496-b90fbcc97014" providerId="ADAL" clId="{09730227-1908-4EA8-BA8E-5A59BE832678}" dt="2026-09-20T16:06:55.776" v="1643" actId="478"/>
          <pc:sldLayoutMkLst>
            <pc:docMk/>
            <pc:sldMasterMk cId="4279363162" sldId="2147483660"/>
            <pc:sldLayoutMk cId="1756169639" sldId="2147483783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56169639" sldId="2147483783"/>
              <ac:spMk id="9" creationId="{0B916564-33C2-CD0E-E05A-76907EB69EDD}"/>
            </ac:spMkLst>
          </pc:spChg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1756169639" sldId="2147483783"/>
              <ac:spMk id="10" creationId="{3DE2905F-5DD9-A6E6-9622-A302EC289098}"/>
            </ac:spMkLst>
          </pc:spChg>
          <pc:picChg chg="add del">
            <ac:chgData name="Reuel Ngo" userId="630da983-9bc0-4db9-b496-b90fbcc97014" providerId="ADAL" clId="{09730227-1908-4EA8-BA8E-5A59BE832678}" dt="2026-09-20T16:06:55.776" v="1643" actId="478"/>
            <ac:picMkLst>
              <pc:docMk/>
              <pc:sldMasterMk cId="4279363162" sldId="2147483660"/>
              <pc:sldLayoutMk cId="1756169639" sldId="2147483783"/>
              <ac:picMk id="2" creationId="{6B1CE931-25E3-561F-E582-DD9662E622D9}"/>
            </ac:picMkLst>
          </pc:pic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569138682" sldId="2147483784"/>
          </pc:sldLayoutMkLst>
        </pc:sldLayoutChg>
        <pc:sldLayoutChg chg="addSp delSp modSp mod ord">
          <pc:chgData name="Reuel Ngo" userId="630da983-9bc0-4db9-b496-b90fbcc97014" providerId="ADAL" clId="{09730227-1908-4EA8-BA8E-5A59BE832678}" dt="2026-09-20T16:06:57.778" v="1644" actId="478"/>
          <pc:sldLayoutMkLst>
            <pc:docMk/>
            <pc:sldMasterMk cId="4279363162" sldId="2147483660"/>
            <pc:sldLayoutMk cId="3372042231" sldId="2147485789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3372042231" sldId="2147485789"/>
              <ac:spMk id="8" creationId="{C9BB8A45-557B-4137-EB5C-B7905DF5574E}"/>
            </ac:spMkLst>
          </pc:spChg>
          <pc:picChg chg="add del">
            <ac:chgData name="Reuel Ngo" userId="630da983-9bc0-4db9-b496-b90fbcc97014" providerId="ADAL" clId="{09730227-1908-4EA8-BA8E-5A59BE832678}" dt="2026-09-20T16:06:57.778" v="1644" actId="478"/>
            <ac:picMkLst>
              <pc:docMk/>
              <pc:sldMasterMk cId="4279363162" sldId="2147483660"/>
              <pc:sldLayoutMk cId="3372042231" sldId="2147485789"/>
              <ac:picMk id="6" creationId="{5D25AF53-A32B-923A-43C6-465AFFD1652E}"/>
            </ac:picMkLst>
          </pc:picChg>
        </pc:sldLayoutChg>
        <pc:sldLayoutChg chg="addSp delSp modSp del mod ord">
          <pc:chgData name="Reuel Ngo" userId="630da983-9bc0-4db9-b496-b90fbcc97014" providerId="ADAL" clId="{09730227-1908-4EA8-BA8E-5A59BE832678}" dt="2026-09-20T16:09:00.616" v="1652" actId="47"/>
          <pc:sldLayoutMkLst>
            <pc:docMk/>
            <pc:sldMasterMk cId="4279363162" sldId="2147483660"/>
            <pc:sldLayoutMk cId="46641575" sldId="2147485793"/>
          </pc:sldLayoutMkLst>
          <pc:picChg chg="add del mod">
            <ac:chgData name="Reuel Ngo" userId="630da983-9bc0-4db9-b496-b90fbcc97014" providerId="ADAL" clId="{09730227-1908-4EA8-BA8E-5A59BE832678}" dt="2026-09-20T16:07:03.271" v="1645" actId="478"/>
            <ac:picMkLst>
              <pc:docMk/>
              <pc:sldMasterMk cId="4279363162" sldId="2147483660"/>
              <pc:sldLayoutMk cId="46641575" sldId="2147485793"/>
              <ac:picMk id="7" creationId="{9D846BCE-797B-CD42-BAAC-CDAF9B74DBC4}"/>
            </ac:picMkLst>
          </pc:picChg>
        </pc:sldLayoutChg>
        <pc:sldLayoutChg chg="add">
          <pc:chgData name="Reuel Ngo" userId="630da983-9bc0-4db9-b496-b90fbcc97014" providerId="ADAL" clId="{09730227-1908-4EA8-BA8E-5A59BE832678}" dt="2026-09-19T06:41:26.600" v="23" actId="26606"/>
          <pc:sldLayoutMkLst>
            <pc:docMk/>
            <pc:sldMasterMk cId="4279363162" sldId="2147483660"/>
            <pc:sldLayoutMk cId="590667387" sldId="2147485795"/>
          </pc:sldLayoutMkLst>
        </pc:sldLayoutChg>
        <pc:sldLayoutChg chg="modSp mod ord">
          <pc:chgData name="Reuel Ngo" userId="630da983-9bc0-4db9-b496-b90fbcc97014" providerId="ADAL" clId="{09730227-1908-4EA8-BA8E-5A59BE832678}" dt="2026-09-19T06:38:40.854" v="18"/>
          <pc:sldLayoutMkLst>
            <pc:docMk/>
            <pc:sldMasterMk cId="4279363162" sldId="2147483660"/>
            <pc:sldLayoutMk cId="2470852324" sldId="2147485797"/>
          </pc:sldLayoutMkLst>
          <pc:spChg chg="mod">
            <ac:chgData name="Reuel Ngo" userId="630da983-9bc0-4db9-b496-b90fbcc97014" providerId="ADAL" clId="{09730227-1908-4EA8-BA8E-5A59BE832678}" dt="2026-09-19T06:38:40.854" v="18"/>
            <ac:spMkLst>
              <pc:docMk/>
              <pc:sldMasterMk cId="4279363162" sldId="2147483660"/>
              <pc:sldLayoutMk cId="2470852324" sldId="2147485797"/>
              <ac:spMk id="2" creationId="{BCE35D3C-86EE-875E-D2A6-669DF7E1C19A}"/>
            </ac:spMkLst>
          </pc:spChg>
        </pc:sldLayoutChg>
      </pc:sldMasterChg>
      <pc:sldMasterChg chg="add del addSldLayout delSldLayout modSldLayout sldLayoutOrd">
        <pc:chgData name="Reuel Ngo" userId="630da983-9bc0-4db9-b496-b90fbcc97014" providerId="ADAL" clId="{09730227-1908-4EA8-BA8E-5A59BE832678}" dt="2026-09-20T15:58:46.979" v="1634" actId="2696"/>
        <pc:sldMasterMkLst>
          <pc:docMk/>
          <pc:sldMasterMk cId="3432485970" sldId="214748380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D1E43-7A5D-4367-B6FA-3F1E91029A57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9F43E-83AB-4D89-9A0D-C1B1A1FCEA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53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0951C-B246-43B8-8C53-44C86CC2E9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67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080397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080397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51065696-BF77-547A-924A-9F4AB38AD4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63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12192000" cy="6692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08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113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42050"/>
            <a:ext cx="2743200" cy="365125"/>
          </a:xfrm>
        </p:spPr>
        <p:txBody>
          <a:bodyPr/>
          <a:lstStyle/>
          <a:p>
            <a:fld id="{DC2E2A91-B98C-49DE-8553-119ECA5815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2420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6242050"/>
            <a:ext cx="2743200" cy="365125"/>
          </a:xfrm>
        </p:spPr>
        <p:txBody>
          <a:bodyPr/>
          <a:lstStyle/>
          <a:p>
            <a:fld id="{C67CA0B0-04EF-433A-8113-67BC344D39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7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>
            <a:extLst>
              <a:ext uri="{FF2B5EF4-FFF2-40B4-BE49-F238E27FC236}">
                <a16:creationId xmlns:a16="http://schemas.microsoft.com/office/drawing/2014/main" id="{3A9922AE-499A-8913-51FD-060B72D0BE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283297" y="281709"/>
            <a:ext cx="2440148" cy="90285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kumimoji="0" lang="en-US" sz="4000" b="0" i="0" u="none" strike="noStrike" kern="1200" cap="none" spc="-50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561696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F5C40B06-A260-9D9D-4EAD-700D31A965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0" t="2850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41632"/>
          </a:xfrm>
        </p:spPr>
        <p:txBody>
          <a:bodyPr tIns="64008"/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6913868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BB8A45-557B-4137-EB5C-B7905DF557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503124"/>
            <a:ext cx="5782720" cy="430887"/>
          </a:xfrm>
        </p:spPr>
        <p:txBody>
          <a:bodyPr wrap="square" anchor="b" anchorCtr="0">
            <a:spAutoFit/>
          </a:bodyPr>
          <a:lstStyle>
            <a:lvl1pPr>
              <a:defRPr sz="2800"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</p:spTree>
    <p:extLst>
      <p:ext uri="{BB962C8B-B14F-4D97-AF65-F5344CB8AC3E}">
        <p14:creationId xmlns:p14="http://schemas.microsoft.com/office/powerpoint/2010/main" val="337204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0EA2969-34DD-DAA8-1D7E-246D83F086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6" y="510988"/>
            <a:ext cx="1101852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816" y="246888"/>
            <a:ext cx="11018838" cy="246221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2019300"/>
            <a:ext cx="11025188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167E468-CDA1-75E9-AB86-FAD0C1101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5040" y="6356350"/>
            <a:ext cx="7813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93FC27-A1D1-4A1D-8E2D-C92B07A037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66738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6AA8C-E629-AB05-0CEA-B6253C3A2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0852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70860-B881-5122-E137-8711CB0D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6F1A1-1586-42EF-9CA2-16F10CD8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98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53CED-08D6-692F-198E-233A1D7E9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229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E2A91-B98C-49DE-8553-119ECA58152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BB91-0DF2-F86D-A282-C050CAF65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0" y="6229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27534-F4D4-095D-03EE-12A968834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53400" y="6229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CA0B0-04EF-433A-8113-67BC344D39D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BAC4348-B8BB-E69B-E197-7B5B8B4EF1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 rot="5400000">
            <a:off x="10097704" y="2163762"/>
            <a:ext cx="5409405" cy="108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6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  <p:sldLayoutId id="2147483684" r:id="rId2"/>
    <p:sldLayoutId id="2147483783" r:id="rId3"/>
    <p:sldLayoutId id="2147483784" r:id="rId4"/>
    <p:sldLayoutId id="2147485789" r:id="rId5"/>
    <p:sldLayoutId id="2147485795" r:id="rId6"/>
    <p:sldLayoutId id="214748579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12">
          <p15:clr>
            <a:srgbClr val="F26B43"/>
          </p15:clr>
        </p15:guide>
        <p15:guide id="3" pos="7368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1104">
          <p15:clr>
            <a:srgbClr val="F26B43"/>
          </p15:clr>
        </p15:guide>
        <p15:guide id="8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D014-6259-356A-375F-B5DE1A87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317785"/>
            <a:ext cx="4080397" cy="2215991"/>
          </a:xfrm>
        </p:spPr>
        <p:txBody>
          <a:bodyPr/>
          <a:lstStyle/>
          <a:p>
            <a:pPr lvl="0">
              <a:defRPr/>
            </a:pPr>
            <a:r>
              <a:rPr lang="en-US" dirty="0" err="1">
                <a:ln w="3175">
                  <a:noFill/>
                </a:ln>
                <a:solidFill>
                  <a:srgbClr val="0078D4"/>
                </a:solidFill>
                <a:ea typeface="+mn-ea"/>
                <a:cs typeface="Segoe UI Semibold"/>
              </a:rPr>
              <a:t>Buildathon</a:t>
            </a:r>
            <a:b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b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4000" b="0" i="0" u="none" strike="noStrike" kern="1200" cap="none" spc="-50" normalizeH="0" baseline="0" noProof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Judging Your Presentations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4533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313974-23A4-A8AB-7F16-C13C41BC9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1707" y="1546228"/>
            <a:ext cx="11285281" cy="4878744"/>
          </a:xfrm>
          <a:prstGeom prst="roundRect">
            <a:avLst>
              <a:gd name="adj" fmla="val 8370"/>
            </a:avLst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0" name="Rectangle: Rounded Corners 12">
            <a:extLst>
              <a:ext uri="{FF2B5EF4-FFF2-40B4-BE49-F238E27FC236}">
                <a16:creationId xmlns:a16="http://schemas.microsoft.com/office/drawing/2014/main" id="{3B66772A-2B30-7E7F-F6FA-1579928DC32F}"/>
              </a:ext>
            </a:extLst>
          </p:cNvPr>
          <p:cNvSpPr/>
          <p:nvPr/>
        </p:nvSpPr>
        <p:spPr bwMode="auto">
          <a:xfrm>
            <a:off x="3558618" y="1122406"/>
            <a:ext cx="5073284" cy="49904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90500" dist="101600" dir="2700000" sx="101000" sy="101000" algn="tl" rotWithShape="0">
              <a:srgbClr val="F3484C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 min to present your scenario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3080-144B-C122-6F43-BB297EFA4E20}"/>
              </a:ext>
            </a:extLst>
          </p:cNvPr>
          <p:cNvSpPr txBox="1">
            <a:spLocks/>
          </p:cNvSpPr>
          <p:nvPr/>
        </p:nvSpPr>
        <p:spPr>
          <a:xfrm>
            <a:off x="588263" y="580311"/>
            <a:ext cx="11018520" cy="430887"/>
          </a:xfrm>
          <a:prstGeom prst="rect">
            <a:avLst/>
          </a:prstGeom>
        </p:spPr>
        <p:txBody>
          <a:bodyPr anchor="ctr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50" normalizeH="0" baseline="0" noProof="0">
                <a:ln w="3175"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rPr>
              <a:t>How are the presentations scored?</a:t>
            </a:r>
            <a:endParaRPr kumimoji="0" lang="en-IN" sz="3200" b="0" i="0" u="none" strike="noStrike" kern="1200" cap="none" spc="-50" normalizeH="0" baseline="0" noProof="0">
              <a:ln w="3175">
                <a:noFill/>
              </a:ln>
              <a:solidFill>
                <a:srgbClr val="080808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6E6AEE57-2D5B-E623-6D15-C525E6331945}"/>
              </a:ext>
            </a:extLst>
          </p:cNvPr>
          <p:cNvSpPr/>
          <p:nvPr/>
        </p:nvSpPr>
        <p:spPr bwMode="auto">
          <a:xfrm>
            <a:off x="3019506" y="6015420"/>
            <a:ext cx="6152989" cy="4990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 min for each presentation with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QnA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F966C-8774-9D30-491F-0BA183CCB403}"/>
              </a:ext>
            </a:extLst>
          </p:cNvPr>
          <p:cNvSpPr txBox="1"/>
          <p:nvPr/>
        </p:nvSpPr>
        <p:spPr>
          <a:xfrm>
            <a:off x="4918452" y="1206176"/>
            <a:ext cx="2358146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Semibold"/>
                <a:ea typeface="Segoe UI Semibold" panose="020B0502040204020203" pitchFamily="34" charset="0"/>
                <a:cs typeface="Segoe UI Semibold"/>
              </a:rPr>
              <a:t>A scale of 1-10 for each:</a:t>
            </a:r>
            <a:endParaRPr lang="en-US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 Semibold"/>
              <a:ea typeface="Segoe UI Semibold" panose="020B0502040204020203" pitchFamily="34" charset="0"/>
              <a:cs typeface="Segoe UI Semibold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A8C32DA-7796-96BB-5E72-DE2FA91A0273}"/>
              </a:ext>
            </a:extLst>
          </p:cNvPr>
          <p:cNvGrpSpPr/>
          <p:nvPr/>
        </p:nvGrpSpPr>
        <p:grpSpPr>
          <a:xfrm>
            <a:off x="623240" y="2385492"/>
            <a:ext cx="10957756" cy="1620807"/>
            <a:chOff x="670112" y="2969231"/>
            <a:chExt cx="10957756" cy="1620807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DE1B40-58CB-9B03-F700-A856E32B8E4F}"/>
                </a:ext>
              </a:extLst>
            </p:cNvPr>
            <p:cNvSpPr/>
            <p:nvPr/>
          </p:nvSpPr>
          <p:spPr>
            <a:xfrm>
              <a:off x="1021112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5" name="Rectangle 34" descr="Light Bulb and Gear">
              <a:extLst>
                <a:ext uri="{FF2B5EF4-FFF2-40B4-BE49-F238E27FC236}">
                  <a16:creationId xmlns:a16="http://schemas.microsoft.com/office/drawing/2014/main" id="{FD08B7D0-A083-C7C6-19E9-ED871979CBD2}"/>
                </a:ext>
              </a:extLst>
            </p:cNvPr>
            <p:cNvSpPr/>
            <p:nvPr/>
          </p:nvSpPr>
          <p:spPr>
            <a:xfrm>
              <a:off x="1255112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3CB64C0-CEF4-D318-6BB4-6F31A3DDC0AD}"/>
                </a:ext>
              </a:extLst>
            </p:cNvPr>
            <p:cNvSpPr/>
            <p:nvPr/>
          </p:nvSpPr>
          <p:spPr>
            <a:xfrm>
              <a:off x="670112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Transformational Value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8A1555-C043-47A4-CF60-9071ED3E0982}"/>
                </a:ext>
              </a:extLst>
            </p:cNvPr>
            <p:cNvSpPr/>
            <p:nvPr/>
          </p:nvSpPr>
          <p:spPr>
            <a:xfrm>
              <a:off x="2833714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9" name="Rectangle 38" descr="Lightbulb">
              <a:extLst>
                <a:ext uri="{FF2B5EF4-FFF2-40B4-BE49-F238E27FC236}">
                  <a16:creationId xmlns:a16="http://schemas.microsoft.com/office/drawing/2014/main" id="{B890060D-1ACB-EC24-40DC-7EBB2346A0C3}"/>
                </a:ext>
              </a:extLst>
            </p:cNvPr>
            <p:cNvSpPr/>
            <p:nvPr/>
          </p:nvSpPr>
          <p:spPr>
            <a:xfrm>
              <a:off x="3067714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4E16D72-153A-53B1-C236-45EA5BA219FC}"/>
                </a:ext>
              </a:extLst>
            </p:cNvPr>
            <p:cNvSpPr/>
            <p:nvPr/>
          </p:nvSpPr>
          <p:spPr>
            <a:xfrm>
              <a:off x="2482714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Business Impact 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B2E466A-561D-0B9A-3C57-AE771E551F0B}"/>
                </a:ext>
              </a:extLst>
            </p:cNvPr>
            <p:cNvSpPr/>
            <p:nvPr/>
          </p:nvSpPr>
          <p:spPr>
            <a:xfrm>
              <a:off x="4646317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3" name="Rectangle 42" descr="Presentation with Checklist">
              <a:extLst>
                <a:ext uri="{FF2B5EF4-FFF2-40B4-BE49-F238E27FC236}">
                  <a16:creationId xmlns:a16="http://schemas.microsoft.com/office/drawing/2014/main" id="{A75F9889-7608-0CF7-1A51-8949F40C461A}"/>
                </a:ext>
              </a:extLst>
            </p:cNvPr>
            <p:cNvSpPr/>
            <p:nvPr/>
          </p:nvSpPr>
          <p:spPr>
            <a:xfrm>
              <a:off x="4880317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3A30C0A-921B-45C9-02D9-370D27B67FC6}"/>
                </a:ext>
              </a:extLst>
            </p:cNvPr>
            <p:cNvSpPr/>
            <p:nvPr/>
          </p:nvSpPr>
          <p:spPr>
            <a:xfrm>
              <a:off x="6458919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7" name="Rectangle 46" descr="Gears">
              <a:extLst>
                <a:ext uri="{FF2B5EF4-FFF2-40B4-BE49-F238E27FC236}">
                  <a16:creationId xmlns:a16="http://schemas.microsoft.com/office/drawing/2014/main" id="{E72BA57A-1B10-77B0-CE0C-907AEE01332E}"/>
                </a:ext>
              </a:extLst>
            </p:cNvPr>
            <p:cNvSpPr/>
            <p:nvPr/>
          </p:nvSpPr>
          <p:spPr>
            <a:xfrm>
              <a:off x="6692919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1D4F417-5DAE-EBAE-8ED4-E567E46620B8}"/>
                </a:ext>
              </a:extLst>
            </p:cNvPr>
            <p:cNvSpPr/>
            <p:nvPr/>
          </p:nvSpPr>
          <p:spPr>
            <a:xfrm>
              <a:off x="8271520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1" name="Rectangle 50" descr="Teacher">
              <a:extLst>
                <a:ext uri="{FF2B5EF4-FFF2-40B4-BE49-F238E27FC236}">
                  <a16:creationId xmlns:a16="http://schemas.microsoft.com/office/drawing/2014/main" id="{9BB47439-F679-F78B-FC2B-18AB4F0F16D9}"/>
                </a:ext>
              </a:extLst>
            </p:cNvPr>
            <p:cNvSpPr/>
            <p:nvPr/>
          </p:nvSpPr>
          <p:spPr>
            <a:xfrm>
              <a:off x="8505519" y="3203231"/>
              <a:ext cx="630000" cy="630000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w="10795" cap="flat" cmpd="sng" algn="ctr">
              <a:noFill/>
              <a:prstDash val="soli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9398287-EA4D-665A-0332-4658F7B9405A}"/>
                </a:ext>
              </a:extLst>
            </p:cNvPr>
            <p:cNvSpPr/>
            <p:nvPr/>
          </p:nvSpPr>
          <p:spPr>
            <a:xfrm>
              <a:off x="4289286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Adoption Potential</a:t>
              </a: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5A58A2A-A197-D5BB-3A38-8AF4326BDA04}"/>
                </a:ext>
              </a:extLst>
            </p:cNvPr>
            <p:cNvSpPr/>
            <p:nvPr/>
          </p:nvSpPr>
          <p:spPr>
            <a:xfrm>
              <a:off x="6158918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Workflow Design</a:t>
              </a: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22753D4-77EF-1461-EBC5-E80E407B226E}"/>
                </a:ext>
              </a:extLst>
            </p:cNvPr>
            <p:cNvSpPr/>
            <p:nvPr/>
          </p:nvSpPr>
          <p:spPr>
            <a:xfrm>
              <a:off x="8012784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Presentation</a:t>
              </a:r>
            </a:p>
          </p:txBody>
        </p:sp>
        <p:sp>
          <p:nvSpPr>
            <p:cNvPr id="66" name="New 66">
              <a:extLst>
                <a:ext uri="{FF2B5EF4-FFF2-40B4-BE49-F238E27FC236}">
                  <a16:creationId xmlns:a16="http://schemas.microsoft.com/office/drawing/2014/main" id="{91D4F417-5DAE-EBAE-8ED4-E567E46620B8}"/>
                </a:ext>
              </a:extLst>
            </p:cNvPr>
            <p:cNvSpPr/>
            <p:nvPr/>
          </p:nvSpPr>
          <p:spPr>
            <a:xfrm>
              <a:off x="10086604" y="2969231"/>
              <a:ext cx="1098000" cy="1098000"/>
            </a:xfrm>
            <a:prstGeom prst="ellipse">
              <a:avLst/>
            </a:prstGeom>
            <a:gradFill flip="none" rotWithShape="1">
              <a:gsLst>
                <a:gs pos="15000">
                  <a:srgbClr val="FFFFFF">
                    <a:alpha val="63000"/>
                  </a:srgbClr>
                </a:gs>
                <a:gs pos="74000">
                  <a:srgbClr val="FFFFFF">
                    <a:alpha val="95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254000" dist="38100" dir="5400000" algn="t" rotWithShape="0">
                <a:prstClr val="black">
                  <a:alpha val="10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68" name="New 68">
              <a:extLst>
                <a:ext uri="{FF2B5EF4-FFF2-40B4-BE49-F238E27FC236}">
                  <a16:creationId xmlns:a16="http://schemas.microsoft.com/office/drawing/2014/main" id="{722753D4-77EF-1461-EBC5-E80E407B226E}"/>
                </a:ext>
              </a:extLst>
            </p:cNvPr>
            <p:cNvSpPr/>
            <p:nvPr/>
          </p:nvSpPr>
          <p:spPr>
            <a:xfrm>
              <a:off x="9827868" y="4292268"/>
              <a:ext cx="1800000" cy="297770"/>
            </a:xfrm>
            <a:custGeom>
              <a:avLst/>
              <a:gdLst>
                <a:gd name="connsiteX0" fmla="*/ 0 w 1800000"/>
                <a:gd name="connsiteY0" fmla="*/ 0 h 720000"/>
                <a:gd name="connsiteX1" fmla="*/ 1800000 w 1800000"/>
                <a:gd name="connsiteY1" fmla="*/ 0 h 720000"/>
                <a:gd name="connsiteX2" fmla="*/ 1800000 w 1800000"/>
                <a:gd name="connsiteY2" fmla="*/ 720000 h 720000"/>
                <a:gd name="connsiteX3" fmla="*/ 0 w 1800000"/>
                <a:gd name="connsiteY3" fmla="*/ 720000 h 720000"/>
                <a:gd name="connsiteX4" fmla="*/ 0 w 1800000"/>
                <a:gd name="connsiteY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720000">
                  <a:moveTo>
                    <a:pt x="0" y="0"/>
                  </a:moveTo>
                  <a:lnTo>
                    <a:pt x="1800000" y="0"/>
                  </a:lnTo>
                  <a:lnTo>
                    <a:pt x="18000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 Semibold" panose="020B0502040204020203" pitchFamily="34" charset="0"/>
                  <a:ea typeface="Segoe UI Semibold" panose="020B0502040204020203" pitchFamily="34" charset="0"/>
                  <a:cs typeface="Segoe UI Semibold" panose="020B0502040204020203" pitchFamily="34" charset="0"/>
                </a:rPr>
                <a:t>Would You Sponsor It?</a:t>
              </a:r>
            </a:p>
          </p:txBody>
        </p:sp>
      </p:grpSp>
      <p:sp>
        <p:nvSpPr>
          <p:cNvPr id="59" name="Left Brace 58">
            <a:extLst>
              <a:ext uri="{FF2B5EF4-FFF2-40B4-BE49-F238E27FC236}">
                <a16:creationId xmlns:a16="http://schemas.microsoft.com/office/drawing/2014/main" id="{E4AA69F6-E3D2-F40E-0640-6C2A80C78804}"/>
              </a:ext>
            </a:extLst>
          </p:cNvPr>
          <p:cNvSpPr/>
          <p:nvPr/>
        </p:nvSpPr>
        <p:spPr>
          <a:xfrm rot="5400000">
            <a:off x="5806463" y="-3042351"/>
            <a:ext cx="499046" cy="10163492"/>
          </a:xfrm>
          <a:prstGeom prst="leftBrace">
            <a:avLst>
              <a:gd name="adj1" fmla="val 90000"/>
              <a:gd name="adj2" fmla="val 50000"/>
            </a:avLst>
          </a:prstGeom>
          <a:ln w="15875">
            <a:solidFill>
              <a:srgbClr val="8661C5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14D59D19-CEDF-5DBB-C6F0-C22C31BED7E7}"/>
              </a:ext>
            </a:extLst>
          </p:cNvPr>
          <p:cNvSpPr/>
          <p:nvPr/>
        </p:nvSpPr>
        <p:spPr>
          <a:xfrm>
            <a:off x="945670" y="4298061"/>
            <a:ext cx="1153870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much does this workflow change the way people work, deliver services or achieve outcomes?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86BB8FD1-3D44-81F9-D307-F2BFA16B8890}"/>
              </a:ext>
            </a:extLst>
          </p:cNvPr>
          <p:cNvSpPr/>
          <p:nvPr/>
        </p:nvSpPr>
        <p:spPr>
          <a:xfrm>
            <a:off x="2578376" y="4298061"/>
            <a:ext cx="1514932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Who does the workflow Benefit and how does it benefit them?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F00458EA-6978-2737-9A11-9199BA30BFC8}"/>
              </a:ext>
            </a:extLst>
          </p:cNvPr>
          <p:cNvSpPr/>
          <p:nvPr/>
        </p:nvSpPr>
        <p:spPr>
          <a:xfrm>
            <a:off x="4512668" y="4298061"/>
            <a:ext cx="1259490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likely is it that users would use this solution?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DDB0844A-FAEC-CAB2-525D-48CFE5E45AC4}"/>
              </a:ext>
            </a:extLst>
          </p:cNvPr>
          <p:cNvSpPr/>
          <p:nvPr/>
        </p:nvSpPr>
        <p:spPr>
          <a:xfrm>
            <a:off x="6354426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well thought-out and realistic is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workflow’s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design for its intended purpose?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144F961B-ACDC-EE19-3860-6D1F4E1278C5}"/>
              </a:ext>
            </a:extLst>
          </p:cNvPr>
          <p:cNvSpPr/>
          <p:nvPr/>
        </p:nvSpPr>
        <p:spPr>
          <a:xfrm>
            <a:off x="8257759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effectively did the team communicate the problem, solution and value of their Workflow?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9" name="New 69">
            <a:extLst>
              <a:ext uri="{FF2B5EF4-FFF2-40B4-BE49-F238E27FC236}">
                <a16:creationId xmlns:a16="http://schemas.microsoft.com/office/drawing/2014/main" id="{144F961B-ACDC-EE19-3860-6D1F4E1278C5}"/>
              </a:ext>
            </a:extLst>
          </p:cNvPr>
          <p:cNvSpPr/>
          <p:nvPr/>
        </p:nvSpPr>
        <p:spPr>
          <a:xfrm>
            <a:off x="10072843" y="4298061"/>
            <a:ext cx="1323283" cy="1480577"/>
          </a:xfrm>
          <a:custGeom>
            <a:avLst/>
            <a:gdLst>
              <a:gd name="connsiteX0" fmla="*/ 0 w 1800000"/>
              <a:gd name="connsiteY0" fmla="*/ 0 h 2536523"/>
              <a:gd name="connsiteX1" fmla="*/ 1800000 w 1800000"/>
              <a:gd name="connsiteY1" fmla="*/ 0 h 2536523"/>
              <a:gd name="connsiteX2" fmla="*/ 1800000 w 1800000"/>
              <a:gd name="connsiteY2" fmla="*/ 2536523 h 2536523"/>
              <a:gd name="connsiteX3" fmla="*/ 0 w 1800000"/>
              <a:gd name="connsiteY3" fmla="*/ 2536523 h 2536523"/>
              <a:gd name="connsiteX4" fmla="*/ 0 w 1800000"/>
              <a:gd name="connsiteY4" fmla="*/ 0 h 2536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0000" h="2536523">
                <a:moveTo>
                  <a:pt x="0" y="0"/>
                </a:moveTo>
                <a:lnTo>
                  <a:pt x="1800000" y="0"/>
                </a:lnTo>
                <a:lnTo>
                  <a:pt x="1800000" y="2536523"/>
                </a:lnTo>
                <a:lnTo>
                  <a:pt x="0" y="253652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How strongly would leadership support investing in and deploying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 Workflow?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" name="Graphic 3" descr="Coins outline">
            <a:extLst>
              <a:ext uri="{FF2B5EF4-FFF2-40B4-BE49-F238E27FC236}">
                <a16:creationId xmlns:a16="http://schemas.microsoft.com/office/drawing/2014/main" id="{8F982964-5CE9-8F32-5A57-F6391F99C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3732" y="2619492"/>
            <a:ext cx="630000" cy="630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41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272CF4-2ECD-1DA0-B1D0-4EBF14969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8100" y="1556016"/>
            <a:ext cx="11285281" cy="4661029"/>
          </a:xfrm>
          <a:prstGeom prst="roundRect">
            <a:avLst>
              <a:gd name="adj" fmla="val 8370"/>
            </a:avLst>
          </a:prstGeom>
          <a:solidFill>
            <a:schemeClr val="bg1">
              <a:alpha val="7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3080-144B-C122-6F43-BB297EFA4E20}"/>
              </a:ext>
            </a:extLst>
          </p:cNvPr>
          <p:cNvSpPr txBox="1">
            <a:spLocks/>
          </p:cNvSpPr>
          <p:nvPr/>
        </p:nvSpPr>
        <p:spPr>
          <a:xfrm>
            <a:off x="588263" y="580311"/>
            <a:ext cx="11018520" cy="430887"/>
          </a:xfrm>
          <a:prstGeom prst="rect">
            <a:avLst/>
          </a:prstGeom>
        </p:spPr>
        <p:txBody>
          <a:bodyPr anchor="ctr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-50" normalizeH="0" baseline="0" noProof="0" dirty="0">
                <a:ln w="3175">
                  <a:noFill/>
                </a:ln>
                <a:solidFill>
                  <a:srgbClr val="080808"/>
                </a:solidFill>
                <a:effectLst/>
                <a:uLnTx/>
                <a:uFillTx/>
              </a:rPr>
              <a:t>Welcome our judges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956AEB-391F-F3EF-B556-8E42F62B601D}"/>
              </a:ext>
            </a:extLst>
          </p:cNvPr>
          <p:cNvGrpSpPr/>
          <p:nvPr/>
        </p:nvGrpSpPr>
        <p:grpSpPr>
          <a:xfrm>
            <a:off x="4352544" y="2051844"/>
            <a:ext cx="3474720" cy="3209528"/>
            <a:chOff x="4352544" y="2051844"/>
            <a:chExt cx="3474720" cy="320952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5518BB9-0EB0-B7BD-7A7C-7A4B0298F73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8AFEE1-7E12-4C6E-79DE-AF6AE455562A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Shaili</a:t>
                </a:r>
                <a:endParaRPr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23" name="Picture 4">
                <a:extLst>
                  <a:ext uri="{FF2B5EF4-FFF2-40B4-BE49-F238E27FC236}">
                    <a16:creationId xmlns:a16="http://schemas.microsoft.com/office/drawing/2014/main" id="{78116366-2E62-EC03-C141-D59270EA85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1D603C-A852-1BA0-4F41-4EF2A3C78358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dirty="0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92A7A6-CD39-1BB4-35DC-9E1DE94FAA79}"/>
              </a:ext>
            </a:extLst>
          </p:cNvPr>
          <p:cNvGrpSpPr/>
          <p:nvPr/>
        </p:nvGrpSpPr>
        <p:grpSpPr>
          <a:xfrm>
            <a:off x="7889969" y="2051844"/>
            <a:ext cx="3474720" cy="3209528"/>
            <a:chOff x="4352544" y="2051844"/>
            <a:chExt cx="3474720" cy="320952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4F891DA-5711-6BF0-4A1F-226476852586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80D712-77D2-C883-22F7-B58DEC3AB35C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Dan</a:t>
                </a:r>
                <a:endParaRPr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33" name="Picture 4">
                <a:extLst>
                  <a:ext uri="{FF2B5EF4-FFF2-40B4-BE49-F238E27FC236}">
                    <a16:creationId xmlns:a16="http://schemas.microsoft.com/office/drawing/2014/main" id="{46F18B6C-43BE-6204-A864-09E5F871C2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F66FE1-AF5B-0F8C-D390-99869B08A82E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dirty="0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8FC8A5F-C742-AE39-089C-0F9BE67EB37B}"/>
              </a:ext>
            </a:extLst>
          </p:cNvPr>
          <p:cNvGrpSpPr/>
          <p:nvPr/>
        </p:nvGrpSpPr>
        <p:grpSpPr>
          <a:xfrm>
            <a:off x="815119" y="2051844"/>
            <a:ext cx="3474720" cy="3209528"/>
            <a:chOff x="4352544" y="2051844"/>
            <a:chExt cx="3474720" cy="320952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590132-6F0A-013A-96F1-627597DF1B1A}"/>
                </a:ext>
              </a:extLst>
            </p:cNvPr>
            <p:cNvGrpSpPr/>
            <p:nvPr/>
          </p:nvGrpSpPr>
          <p:grpSpPr>
            <a:xfrm>
              <a:off x="4427440" y="2051844"/>
              <a:ext cx="3337119" cy="2788319"/>
              <a:chOff x="813183" y="1434769"/>
              <a:chExt cx="2055488" cy="171745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291A30C-BAF0-7466-8A9E-48633C182449}"/>
                  </a:ext>
                </a:extLst>
              </p:cNvPr>
              <p:cNvSpPr txBox="1"/>
              <p:nvPr/>
            </p:nvSpPr>
            <p:spPr>
              <a:xfrm>
                <a:off x="813183" y="2905780"/>
                <a:ext cx="2055488" cy="24644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 defTabSz="914367">
                  <a:defRPr/>
                </a:pPr>
                <a:r>
                  <a:rPr kumimoji="0" lang="en-GB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8661C5"/>
                    </a:solidFill>
                    <a:effectLst/>
                    <a:uLnTx/>
                    <a:uFillTx/>
                    <a:latin typeface="Segoe UI"/>
                    <a:cs typeface="Segoe Sans Display Semibold"/>
                  </a:rPr>
                  <a:t>Arthur</a:t>
                </a:r>
                <a:endParaRPr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/>
                  <a:ea typeface="Segoe UI" panose="020B0502040204020203" pitchFamily="34" charset="0"/>
                  <a:cs typeface="Segoe Sans Display"/>
                </a:endParaRPr>
              </a:p>
            </p:txBody>
          </p:sp>
          <p:pic>
            <p:nvPicPr>
              <p:cNvPr id="38" name="Picture 4">
                <a:extLst>
                  <a:ext uri="{FF2B5EF4-FFF2-40B4-BE49-F238E27FC236}">
                    <a16:creationId xmlns:a16="http://schemas.microsoft.com/office/drawing/2014/main" id="{B1E542D6-9195-772D-8C0F-840D1DB4EE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453" t="2940" r="9453" b="9390"/>
              <a:stretch/>
            </p:blipFill>
            <p:spPr bwMode="auto">
              <a:xfrm>
                <a:off x="1176642" y="1434769"/>
                <a:ext cx="1330446" cy="1330446"/>
              </a:xfrm>
              <a:prstGeom prst="ellipse">
                <a:avLst/>
              </a:prstGeom>
              <a:ln w="22225">
                <a:gradFill>
                  <a:gsLst>
                    <a:gs pos="0">
                      <a:srgbClr val="396ECE"/>
                    </a:gs>
                    <a:gs pos="100000">
                      <a:srgbClr val="C03BC4"/>
                    </a:gs>
                  </a:gsLst>
                  <a:lin ang="5400000" scaled="1"/>
                </a:gradFill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08A8E5-3BC8-D89D-21C8-355F988A2D44}"/>
                </a:ext>
              </a:extLst>
            </p:cNvPr>
            <p:cNvSpPr txBox="1"/>
            <p:nvPr/>
          </p:nvSpPr>
          <p:spPr>
            <a:xfrm>
              <a:off x="4352544" y="489204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dirty="0">
                  <a:solidFill>
                    <a:srgbClr val="463668"/>
                  </a:solidFill>
                  <a:latin typeface="Segoe UI"/>
                </a:rPr>
                <a:t>[Job Title]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2278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52545" y="3010745"/>
            <a:ext cx="10886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Calculating </a:t>
            </a:r>
            <a:r>
              <a:rPr kumimoji="0" lang="en-US" sz="5400" b="0" i="0" u="none" strike="noStrike" kern="1200" cap="none" spc="-50" normalizeH="0" baseline="0" noProof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your results…</a:t>
            </a:r>
            <a:endParaRPr kumimoji="0" lang="en-US" sz="5400" b="0" i="0" u="none" strike="noStrike" kern="1200" cap="none" spc="-50" normalizeH="0" baseline="0" noProof="0" dirty="0">
              <a:ln w="3175">
                <a:noFill/>
              </a:ln>
              <a:gradFill>
                <a:gsLst>
                  <a:gs pos="21000">
                    <a:srgbClr val="0078D4"/>
                  </a:gs>
                  <a:gs pos="100000">
                    <a:srgbClr val="C03BC4"/>
                  </a:gs>
                </a:gsLst>
                <a:lin ang="2400000" scaled="0"/>
              </a:gradFill>
              <a:effectLst/>
              <a:uLnTx/>
              <a:uFillTx/>
              <a:latin typeface="Segoe UI Semibold"/>
              <a:ea typeface="+mn-ea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8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DD0D3-F2DE-E7DB-1B7D-9324CC10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5C1A19-C0E1-F3C8-E9B9-EC335DEAAD45}"/>
              </a:ext>
            </a:extLst>
          </p:cNvPr>
          <p:cNvSpPr txBox="1"/>
          <p:nvPr/>
        </p:nvSpPr>
        <p:spPr>
          <a:xfrm>
            <a:off x="652545" y="3010745"/>
            <a:ext cx="10886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The results are in…</a:t>
            </a:r>
          </a:p>
        </p:txBody>
      </p:sp>
    </p:spTree>
    <p:extLst>
      <p:ext uri="{BB962C8B-B14F-4D97-AF65-F5344CB8AC3E}">
        <p14:creationId xmlns:p14="http://schemas.microsoft.com/office/powerpoint/2010/main" val="267663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49224" y="2377440"/>
            <a:ext cx="10890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solidFill>
                  <a:srgbClr val="A97142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3rd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3200400"/>
            <a:ext cx="10890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200" spc="-5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latin typeface="Segoe UI Semibold"/>
                <a:cs typeface="Segoe UI Semibold" panose="020B0702040204020203" pitchFamily="34" charset="0"/>
              </a:rPr>
              <a:t>[Team Name]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49224" y="2377440"/>
            <a:ext cx="10890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i="0" u="none" strike="noStrike" kern="1200" cap="none" spc="-50" normalizeH="0" baseline="0" noProof="0" dirty="0">
                <a:ln w="3175"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2nd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3200400"/>
            <a:ext cx="10890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200" spc="-5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latin typeface="Segoe UI Semibold"/>
                <a:cs typeface="Segoe UI Semibold" panose="020B0702040204020203" pitchFamily="34" charset="0"/>
              </a:rPr>
              <a:t>[Team Name]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1EA608-0EC4-CCEA-13D7-640CE881EC1A}"/>
              </a:ext>
            </a:extLst>
          </p:cNvPr>
          <p:cNvSpPr txBox="1"/>
          <p:nvPr/>
        </p:nvSpPr>
        <p:spPr>
          <a:xfrm>
            <a:off x="649224" y="2377440"/>
            <a:ext cx="108905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-50" normalizeH="0" baseline="0" noProof="0" dirty="0">
                <a:ln w="3175"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1st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3200400"/>
            <a:ext cx="108905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7200" spc="-5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latin typeface="Segoe UI Semibold"/>
                <a:cs typeface="Segoe UI Semibold" panose="020B0702040204020203" pitchFamily="34" charset="0"/>
              </a:rPr>
              <a:t>[Team Name]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71F1-706B-5E2A-B20F-0A8F2C34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B6BAD-DB0D-70F8-C061-3BB90ECDE353}"/>
              </a:ext>
            </a:extLst>
          </p:cNvPr>
          <p:cNvSpPr txBox="1"/>
          <p:nvPr/>
        </p:nvSpPr>
        <p:spPr>
          <a:xfrm>
            <a:off x="649224" y="1371600"/>
            <a:ext cx="108905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-50" normalizeH="0" baseline="0" noProof="0">
                <a:ln w="3175">
                  <a:noFill/>
                </a:ln>
                <a:solidFill>
                  <a:srgbClr val="8661C5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702040204020203" pitchFamily="34" charset="0"/>
              </a:rPr>
              <a:t>Notable Mentions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00EFF-681C-1E93-04E3-C6A0AD012947}"/>
              </a:ext>
            </a:extLst>
          </p:cNvPr>
          <p:cNvSpPr txBox="1"/>
          <p:nvPr/>
        </p:nvSpPr>
        <p:spPr>
          <a:xfrm>
            <a:off x="649224" y="2468880"/>
            <a:ext cx="10890504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/>
            </a:pPr>
            <a:r>
              <a:rPr lang="en-US" sz="2800" b="1" dirty="0">
                <a:solidFill>
                  <a:srgbClr val="091F2C"/>
                </a:solidFill>
                <a:latin typeface="Segoe UI Semibold"/>
              </a:rPr>
              <a:t>[Team Name] — </a:t>
            </a:r>
            <a:r>
              <a:rPr lang="en-US" sz="2800" dirty="0">
                <a:solidFill>
                  <a:srgbClr val="463668"/>
                </a:solidFill>
                <a:latin typeface="Segoe UI"/>
              </a:rPr>
              <a:t>Most likely to Sponsor</a:t>
            </a:r>
          </a:p>
          <a:p>
            <a:pPr algn="ctr">
              <a:spcAft>
                <a:spcPts val="1400"/>
              </a:spcAft>
            </a:pPr>
            <a:r>
              <a:rPr lang="en-US" sz="2800" b="1" dirty="0">
                <a:solidFill>
                  <a:srgbClr val="091F2C"/>
                </a:solidFill>
                <a:latin typeface="Segoe UI Semibold"/>
              </a:rPr>
              <a:t>[Team Name] — </a:t>
            </a:r>
            <a:r>
              <a:rPr lang="en-US" sz="2800" dirty="0">
                <a:solidFill>
                  <a:srgbClr val="463668"/>
                </a:solidFill>
                <a:latin typeface="Segoe UI"/>
              </a:rPr>
              <a:t>Most </a:t>
            </a:r>
            <a:r>
              <a:rPr lang="en-US" sz="2800">
                <a:solidFill>
                  <a:srgbClr val="463668"/>
                </a:solidFill>
                <a:latin typeface="Segoe UI"/>
              </a:rPr>
              <a:t>creative workflow</a:t>
            </a:r>
            <a:endParaRPr lang="en-US" sz="2800" dirty="0">
              <a:solidFill>
                <a:srgbClr val="463668"/>
              </a:solidFill>
              <a:latin typeface="Segoe UI"/>
            </a:endParaRPr>
          </a:p>
          <a:p>
            <a:pPr algn="ctr">
              <a:spcAft>
                <a:spcPts val="1400"/>
              </a:spcAft>
            </a:pPr>
            <a:r>
              <a:rPr lang="en-US" sz="2800" b="1" dirty="0">
                <a:solidFill>
                  <a:srgbClr val="091F2C"/>
                </a:solidFill>
                <a:latin typeface="Segoe UI Semibold"/>
              </a:rPr>
              <a:t>[Team Name] — </a:t>
            </a:r>
            <a:r>
              <a:rPr lang="en-US" sz="2800" dirty="0">
                <a:solidFill>
                  <a:srgbClr val="463668"/>
                </a:solidFill>
                <a:latin typeface="Segoe UI"/>
              </a:rPr>
              <a:t>Biggest everyday time-saver</a:t>
            </a:r>
          </a:p>
        </p:txBody>
      </p:sp>
    </p:spTree>
    <p:extLst>
      <p:ext uri="{BB962C8B-B14F-4D97-AF65-F5344CB8AC3E}">
        <p14:creationId xmlns:p14="http://schemas.microsoft.com/office/powerpoint/2010/main" val="410830409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opilot pallet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FFA38B"/>
      </a:hlink>
      <a:folHlink>
        <a:srgbClr val="FFE399"/>
      </a:folHlink>
    </a:clrScheme>
    <a:fontScheme name="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643f6e62-e185-490b-b009-7dd522c024f0" xsi:nil="true"/>
    <lcf76f155ced4ddcb4097134ff3c332f xmlns="116c6fcb-3c65-4296-89fd-fcd88a94d3d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062E74B2CBD54CAB8D4F4A5F89EFA9" ma:contentTypeVersion="18" ma:contentTypeDescription="Create a new document." ma:contentTypeScope="" ma:versionID="31534e9155416cb28852bbeb114ab47d">
  <xsd:schema xmlns:xsd="http://www.w3.org/2001/XMLSchema" xmlns:xs="http://www.w3.org/2001/XMLSchema" xmlns:p="http://schemas.microsoft.com/office/2006/metadata/properties" xmlns:ns1="http://schemas.microsoft.com/sharepoint/v3" xmlns:ns2="116c6fcb-3c65-4296-89fd-fcd88a94d3d4" xmlns:ns3="643f6e62-e185-490b-b009-7dd522c024f0" targetNamespace="http://schemas.microsoft.com/office/2006/metadata/properties" ma:root="true" ma:fieldsID="4b50135e01f82580b47c7ad1849a222b" ns1:_="" ns2:_="" ns3:_="">
    <xsd:import namespace="http://schemas.microsoft.com/sharepoint/v3"/>
    <xsd:import namespace="116c6fcb-3c65-4296-89fd-fcd88a94d3d4"/>
    <xsd:import namespace="643f6e62-e185-490b-b009-7dd522c024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6c6fcb-3c65-4296-89fd-fcd88a94d3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f6e62-e185-490b-b009-7dd522c024f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f13b59b-d5f1-4a98-a99a-92ad70552236}" ma:internalName="TaxCatchAll" ma:showField="CatchAllData" ma:web="643f6e62-e185-490b-b009-7dd522c024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D7C9CB-0700-47DC-9C8E-13881199D3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76F09-AC74-4582-ACAB-4862030F9A43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terms/"/>
    <ds:schemaRef ds:uri="643f6e62-e185-490b-b009-7dd522c024f0"/>
    <ds:schemaRef ds:uri="http://purl.org/dc/dcmitype/"/>
    <ds:schemaRef ds:uri="http://schemas.microsoft.com/office/infopath/2007/PartnerControls"/>
    <ds:schemaRef ds:uri="116c6fcb-3c65-4296-89fd-fcd88a94d3d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56D4F46-85DE-46D2-8451-D267D126CF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16c6fcb-3c65-4296-89fd-fcd88a94d3d4"/>
    <ds:schemaRef ds:uri="643f6e62-e185-490b-b009-7dd522c02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201</Words>
  <Application>Microsoft Office PowerPoint</Application>
  <PresentationFormat>Widescreen</PresentationFormat>
  <Paragraphs>37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Segoe UI</vt:lpstr>
      <vt:lpstr>Segoe UI Semibold</vt:lpstr>
      <vt:lpstr>2_Office Theme</vt:lpstr>
      <vt:lpstr>Buildathon  Judging Your Presentations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Prompt-a-thon Demo and Judging</dc:title>
  <dc:creator>Stuart Ridout</dc:creator>
  <cp:lastModifiedBy>Reuel Ngo</cp:lastModifiedBy>
  <cp:revision>14</cp:revision>
  <dcterms:created xsi:type="dcterms:W3CDTF">2024-08-16T15:46:12Z</dcterms:created>
  <dcterms:modified xsi:type="dcterms:W3CDTF">2026-09-21T07:02:19Z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0x010100DB062E74B2CBD54CAB8D4F4A5F89EFA9</vt:lpwstr>
  </property>
  <property fmtid="{D5CDD505-2E9C-101B-9397-08002B2CF9AE}" pid="3" name="Order">
    <vt:lpwstr>6000.00000000000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lpwstr/>
  </property>
  <property fmtid="{D5CDD505-2E9C-101B-9397-08002B2CF9AE}" pid="10" name="MediaServiceImageTags">
    <vt:lpwstr/>
  </property>
</Properties>
</file>