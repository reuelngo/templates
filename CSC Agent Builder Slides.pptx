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2" r:id="rId5"/>
  </p:sldMasterIdLst>
  <p:notesMasterIdLst>
    <p:notesMasterId r:id="rId12"/>
  </p:notesMasterIdLst>
  <p:sldIdLst>
    <p:sldId id="2147483556" r:id="rId6"/>
    <p:sldId id="312" r:id="rId7"/>
    <p:sldId id="2147483602" r:id="rId8"/>
    <p:sldId id="2147483603" r:id="rId9"/>
    <p:sldId id="2147479573" r:id="rId10"/>
    <p:sldId id="21474836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uel Ngo" userId="630da983-9bc0-4db9-b496-b90fbcc97014" providerId="ADAL" clId="{400B5A4D-6D2A-4061-89A2-714331F60740}"/>
    <pc:docChg chg="undo custSel addSld delSld modSld sldOrd">
      <pc:chgData name="Reuel Ngo" userId="630da983-9bc0-4db9-b496-b90fbcc97014" providerId="ADAL" clId="{400B5A4D-6D2A-4061-89A2-714331F60740}" dt="2026-08-30T06:57:19.065" v="53" actId="47"/>
      <pc:docMkLst>
        <pc:docMk/>
      </pc:docMkLst>
      <pc:sldChg chg="delSp modSp mod ord">
        <pc:chgData name="Reuel Ngo" userId="630da983-9bc0-4db9-b496-b90fbcc97014" providerId="ADAL" clId="{400B5A4D-6D2A-4061-89A2-714331F60740}" dt="2026-08-30T06:28:35.815" v="6" actId="14100"/>
        <pc:sldMkLst>
          <pc:docMk/>
          <pc:sldMk cId="752238123" sldId="312"/>
        </pc:sldMkLst>
        <pc:spChg chg="mod">
          <ac:chgData name="Reuel Ngo" userId="630da983-9bc0-4db9-b496-b90fbcc97014" providerId="ADAL" clId="{400B5A4D-6D2A-4061-89A2-714331F60740}" dt="2026-08-30T06:28:35.815" v="6" actId="14100"/>
          <ac:spMkLst>
            <pc:docMk/>
            <pc:sldMk cId="752238123" sldId="312"/>
            <ac:spMk id="39" creationId="{09208628-C623-10EB-21DE-61D8EBEEFD50}"/>
          </ac:spMkLst>
        </pc:spChg>
      </pc:sldChg>
      <pc:sldChg chg="modSp mod">
        <pc:chgData name="Reuel Ngo" userId="630da983-9bc0-4db9-b496-b90fbcc97014" providerId="ADAL" clId="{400B5A4D-6D2A-4061-89A2-714331F60740}" dt="2026-08-30T06:56:11.885" v="41" actId="27636"/>
        <pc:sldMkLst>
          <pc:docMk/>
          <pc:sldMk cId="112094256" sldId="2147483556"/>
        </pc:sldMkLst>
        <pc:spChg chg="mod">
          <ac:chgData name="Reuel Ngo" userId="630da983-9bc0-4db9-b496-b90fbcc97014" providerId="ADAL" clId="{400B5A4D-6D2A-4061-89A2-714331F60740}" dt="2026-08-30T06:56:11.885" v="41" actId="27636"/>
          <ac:spMkLst>
            <pc:docMk/>
            <pc:sldMk cId="112094256" sldId="2147483556"/>
            <ac:spMk id="2" creationId="{A553B1CA-C7CA-A291-370B-82B42B993046}"/>
          </ac:spMkLst>
        </pc:spChg>
        <pc:spChg chg="mod">
          <ac:chgData name="Reuel Ngo" userId="630da983-9bc0-4db9-b496-b90fbcc97014" providerId="ADAL" clId="{400B5A4D-6D2A-4061-89A2-714331F60740}" dt="2026-08-30T06:31:06.389" v="38" actId="20577"/>
          <ac:spMkLst>
            <pc:docMk/>
            <pc:sldMk cId="112094256" sldId="2147483556"/>
            <ac:spMk id="3" creationId="{0F60CE25-33DE-FC53-727B-119F9C8C959A}"/>
          </ac:spMkLst>
        </pc:spChg>
      </pc:sldChg>
      <pc:sldMasterChg chg="delSldLayout">
        <pc:chgData name="Reuel Ngo" userId="630da983-9bc0-4db9-b496-b90fbcc97014" providerId="ADAL" clId="{400B5A4D-6D2A-4061-89A2-714331F60740}" dt="2026-08-30T06:57:19.065" v="53" actId="47"/>
        <pc:sldMasterMkLst>
          <pc:docMk/>
          <pc:sldMasterMk cId="4145694923" sldId="2147483662"/>
        </pc:sldMasterMkLst>
      </pc:sldMasterChg>
    </pc:docChg>
  </pc:docChgLst>
  <pc:docChgLst>
    <pc:chgData name="Reuel Ngo" userId="630da983-9bc0-4db9-b496-b90fbcc97014" providerId="ADAL" clId="{09730227-1908-4EA8-BA8E-5A59BE832678}"/>
    <pc:docChg chg="undo custSel addSld delSld modSld sldOrd modMainMaster">
      <pc:chgData name="Reuel Ngo" userId="630da983-9bc0-4db9-b496-b90fbcc97014" providerId="ADAL" clId="{09730227-1908-4EA8-BA8E-5A59BE832678}" dt="2026-09-17T03:11:50.388" v="1445" actId="20577"/>
      <pc:docMkLst>
        <pc:docMk/>
      </pc:docMkLst>
      <pc:sldChg chg="addSp delSp modSp mod modTransition">
        <pc:chgData name="Reuel Ngo" userId="630da983-9bc0-4db9-b496-b90fbcc97014" providerId="ADAL" clId="{09730227-1908-4EA8-BA8E-5A59BE832678}" dt="2026-09-13T09:33:28.663" v="832" actId="20577"/>
        <pc:sldMkLst>
          <pc:docMk/>
          <pc:sldMk cId="752238123" sldId="312"/>
        </pc:sldMkLst>
        <pc:spChg chg="mod">
          <ac:chgData name="Reuel Ngo" userId="630da983-9bc0-4db9-b496-b90fbcc97014" providerId="ADAL" clId="{09730227-1908-4EA8-BA8E-5A59BE832678}" dt="2026-09-13T09:33:28.663" v="832" actId="20577"/>
          <ac:spMkLst>
            <pc:docMk/>
            <pc:sldMk cId="752238123" sldId="312"/>
            <ac:spMk id="2" creationId="{3185D967-C5B4-0ADD-EBE1-AAFBE70BB63E}"/>
          </ac:spMkLst>
        </pc:spChg>
        <pc:spChg chg="mod">
          <ac:chgData name="Reuel Ngo" userId="630da983-9bc0-4db9-b496-b90fbcc97014" providerId="ADAL" clId="{09730227-1908-4EA8-BA8E-5A59BE832678}" dt="2026-09-13T09:16:21.763" v="501" actId="26606"/>
          <ac:spMkLst>
            <pc:docMk/>
            <pc:sldMk cId="752238123" sldId="312"/>
            <ac:spMk id="32" creationId="{091D3C41-5540-5C68-4631-FCBFCBEB2616}"/>
          </ac:spMkLst>
        </pc:spChg>
        <pc:spChg chg="mod">
          <ac:chgData name="Reuel Ngo" userId="630da983-9bc0-4db9-b496-b90fbcc97014" providerId="ADAL" clId="{09730227-1908-4EA8-BA8E-5A59BE832678}" dt="2026-09-13T09:16:21.763" v="501" actId="26606"/>
          <ac:spMkLst>
            <pc:docMk/>
            <pc:sldMk cId="752238123" sldId="312"/>
            <ac:spMk id="39" creationId="{09208628-C623-10EB-21DE-61D8EBEEFD50}"/>
          </ac:spMkLst>
        </pc:spChg>
        <pc:spChg chg="mod">
          <ac:chgData name="Reuel Ngo" userId="630da983-9bc0-4db9-b496-b90fbcc97014" providerId="ADAL" clId="{09730227-1908-4EA8-BA8E-5A59BE832678}" dt="2026-09-13T09:16:21.763" v="501" actId="26606"/>
          <ac:spMkLst>
            <pc:docMk/>
            <pc:sldMk cId="752238123" sldId="312"/>
            <ac:spMk id="57" creationId="{9FF6AF47-47D7-37B9-1D75-D458D3CB6E8C}"/>
          </ac:spMkLst>
        </pc:spChg>
        <pc:grpChg chg="add">
          <ac:chgData name="Reuel Ngo" userId="630da983-9bc0-4db9-b496-b90fbcc97014" providerId="ADAL" clId="{09730227-1908-4EA8-BA8E-5A59BE832678}" dt="2026-09-13T09:16:21.763" v="501" actId="26606"/>
          <ac:grpSpMkLst>
            <pc:docMk/>
            <pc:sldMk cId="752238123" sldId="312"/>
            <ac:grpSpMk id="3" creationId="{5541173B-0A45-35CE-8268-1BAC7B57C66E}"/>
          </ac:grpSpMkLst>
        </pc:grpChg>
        <pc:grpChg chg="add">
          <ac:chgData name="Reuel Ngo" userId="630da983-9bc0-4db9-b496-b90fbcc97014" providerId="ADAL" clId="{09730227-1908-4EA8-BA8E-5A59BE832678}" dt="2026-09-13T09:16:21.763" v="501" actId="26606"/>
          <ac:grpSpMkLst>
            <pc:docMk/>
            <pc:sldMk cId="752238123" sldId="312"/>
            <ac:grpSpMk id="23" creationId="{992B4775-0479-BD66-4590-4314110FEF07}"/>
          </ac:grpSpMkLst>
        </pc:grpChg>
        <pc:grpChg chg="add">
          <ac:chgData name="Reuel Ngo" userId="630da983-9bc0-4db9-b496-b90fbcc97014" providerId="ADAL" clId="{09730227-1908-4EA8-BA8E-5A59BE832678}" dt="2026-09-13T09:16:21.763" v="501" actId="26606"/>
          <ac:grpSpMkLst>
            <pc:docMk/>
            <pc:sldMk cId="752238123" sldId="312"/>
            <ac:grpSpMk id="43" creationId="{3E771283-624D-8F2D-5DF5-0EF7555949F5}"/>
          </ac:grpSpMkLst>
        </pc:grpChg>
      </pc:sldChg>
      <pc:sldChg chg="modSp add mod">
        <pc:chgData name="Reuel Ngo" userId="630da983-9bc0-4db9-b496-b90fbcc97014" providerId="ADAL" clId="{09730227-1908-4EA8-BA8E-5A59BE832678}" dt="2026-09-15T14:28:19.513" v="1276" actId="27636"/>
        <pc:sldMkLst>
          <pc:docMk/>
          <pc:sldMk cId="1267321586" sldId="2147479573"/>
        </pc:sldMkLst>
        <pc:spChg chg="mod">
          <ac:chgData name="Reuel Ngo" userId="630da983-9bc0-4db9-b496-b90fbcc97014" providerId="ADAL" clId="{09730227-1908-4EA8-BA8E-5A59BE832678}" dt="2026-09-15T14:28:19.513" v="1275" actId="27636"/>
          <ac:spMkLst>
            <pc:docMk/>
            <pc:sldMk cId="1267321586" sldId="2147479573"/>
            <ac:spMk id="2" creationId="{E763906D-F4C1-887A-E8B2-9E7FFD7B6A71}"/>
          </ac:spMkLst>
        </pc:spChg>
        <pc:spChg chg="mod">
          <ac:chgData name="Reuel Ngo" userId="630da983-9bc0-4db9-b496-b90fbcc97014" providerId="ADAL" clId="{09730227-1908-4EA8-BA8E-5A59BE832678}" dt="2026-09-15T14:28:19.513" v="1276" actId="27636"/>
          <ac:spMkLst>
            <pc:docMk/>
            <pc:sldMk cId="1267321586" sldId="2147479573"/>
            <ac:spMk id="3" creationId="{150CE8F3-E56B-8A6F-0078-4FA22D2A827E}"/>
          </ac:spMkLst>
        </pc:spChg>
      </pc:sldChg>
      <pc:sldChg chg="modSp mod modClrScheme chgLayout">
        <pc:chgData name="Reuel Ngo" userId="630da983-9bc0-4db9-b496-b90fbcc97014" providerId="ADAL" clId="{09730227-1908-4EA8-BA8E-5A59BE832678}" dt="2026-09-17T03:11:50.388" v="1445" actId="20577"/>
        <pc:sldMkLst>
          <pc:docMk/>
          <pc:sldMk cId="112094256" sldId="2147483556"/>
        </pc:sldMkLst>
        <pc:spChg chg="mod">
          <ac:chgData name="Reuel Ngo" userId="630da983-9bc0-4db9-b496-b90fbcc97014" providerId="ADAL" clId="{09730227-1908-4EA8-BA8E-5A59BE832678}" dt="2026-08-30T07:22:11.645" v="123" actId="26606"/>
          <ac:spMkLst>
            <pc:docMk/>
            <pc:sldMk cId="112094256" sldId="2147483556"/>
            <ac:spMk id="2" creationId="{A553B1CA-C7CA-A291-370B-82B42B993046}"/>
          </ac:spMkLst>
        </pc:spChg>
        <pc:spChg chg="mod">
          <ac:chgData name="Reuel Ngo" userId="630da983-9bc0-4db9-b496-b90fbcc97014" providerId="ADAL" clId="{09730227-1908-4EA8-BA8E-5A59BE832678}" dt="2026-09-17T03:11:50.388" v="1445" actId="20577"/>
          <ac:spMkLst>
            <pc:docMk/>
            <pc:sldMk cId="112094256" sldId="2147483556"/>
            <ac:spMk id="3" creationId="{0F60CE25-33DE-FC53-727B-119F9C8C959A}"/>
          </ac:spMkLst>
        </pc:spChg>
      </pc:sldChg>
      <pc:sldChg chg="addSp delSp modSp add mod modShow">
        <pc:chgData name="Reuel Ngo" userId="630da983-9bc0-4db9-b496-b90fbcc97014" providerId="ADAL" clId="{09730227-1908-4EA8-BA8E-5A59BE832678}" dt="2026-09-15T14:27:37.730" v="1272" actId="255"/>
        <pc:sldMkLst>
          <pc:docMk/>
          <pc:sldMk cId="654334886" sldId="2147483602"/>
        </pc:sldMkLst>
        <pc:spChg chg="add mod">
          <ac:chgData name="Reuel Ngo" userId="630da983-9bc0-4db9-b496-b90fbcc97014" providerId="ADAL" clId="{09730227-1908-4EA8-BA8E-5A59BE832678}" dt="2026-09-13T09:37:45.715" v="932" actId="1076"/>
          <ac:spMkLst>
            <pc:docMk/>
            <pc:sldMk cId="654334886" sldId="2147483602"/>
            <ac:spMk id="2" creationId="{9AC26400-05E4-98A1-C655-08EC2CE4AE8E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3" creationId="{F1081218-6BC8-422B-A57D-F5C7339D3E7C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8" creationId="{93190E9D-5462-46D4-B709-04F086EE159F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9" creationId="{A8FF27FE-3A62-4A04-A853-0FDA9EBD58FA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12" creationId="{C0E2713A-3E79-4559-8BA2-13FA2A193936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13" creationId="{40DE34B8-8F72-4005-B008-1C937D231167}"/>
          </ac:spMkLst>
        </pc:spChg>
        <pc:spChg chg="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14" creationId="{616413D1-8C71-440D-AE21-0823F55F1AE9}"/>
          </ac:spMkLst>
        </pc:spChg>
        <pc:spChg chg="mod">
          <ac:chgData name="Reuel Ngo" userId="630da983-9bc0-4db9-b496-b90fbcc97014" providerId="ADAL" clId="{09730227-1908-4EA8-BA8E-5A59BE832678}" dt="2026-09-13T09:38:13.471" v="974" actId="20577"/>
          <ac:spMkLst>
            <pc:docMk/>
            <pc:sldMk cId="654334886" sldId="2147483602"/>
            <ac:spMk id="16" creationId="{C359AE6F-D2C6-492B-B2C9-6584E0B0EBF4}"/>
          </ac:spMkLst>
        </pc:spChg>
        <pc:spChg chg="mod">
          <ac:chgData name="Reuel Ngo" userId="630da983-9bc0-4db9-b496-b90fbcc97014" providerId="ADAL" clId="{09730227-1908-4EA8-BA8E-5A59BE832678}" dt="2026-09-13T09:56:08.512" v="1094" actId="2711"/>
          <ac:spMkLst>
            <pc:docMk/>
            <pc:sldMk cId="654334886" sldId="2147483602"/>
            <ac:spMk id="17" creationId="{9FA2B61D-7EFF-41BB-99FB-06C2B5035182}"/>
          </ac:spMkLst>
        </pc:spChg>
        <pc:spChg chg="mod">
          <ac:chgData name="Reuel Ngo" userId="630da983-9bc0-4db9-b496-b90fbcc97014" providerId="ADAL" clId="{09730227-1908-4EA8-BA8E-5A59BE832678}" dt="2026-09-13T09:55:12.142" v="1072" actId="1076"/>
          <ac:spMkLst>
            <pc:docMk/>
            <pc:sldMk cId="654334886" sldId="2147483602"/>
            <ac:spMk id="18" creationId="{2881F97E-BCF1-4092-888D-09AAE410B41C}"/>
          </ac:spMkLst>
        </pc:spChg>
        <pc:spChg chg="add 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30" creationId="{00000000-0000-0000-0000-000000000000}"/>
          </ac:spMkLst>
        </pc:spChg>
        <pc:spChg chg="add 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31" creationId="{00000000-0000-0000-0000-000000000000}"/>
          </ac:spMkLst>
        </pc:spChg>
        <pc:spChg chg="add mod">
          <ac:chgData name="Reuel Ngo" userId="630da983-9bc0-4db9-b496-b90fbcc97014" providerId="ADAL" clId="{09730227-1908-4EA8-BA8E-5A59BE832678}" dt="2026-09-15T14:27:37.730" v="1272" actId="255"/>
          <ac:spMkLst>
            <pc:docMk/>
            <pc:sldMk cId="654334886" sldId="2147483602"/>
            <ac:spMk id="32" creationId="{00000000-0000-0000-0000-000000000000}"/>
          </ac:spMkLst>
        </pc:spChg>
        <pc:spChg chg="add mod">
          <ac:chgData name="Reuel Ngo" userId="630da983-9bc0-4db9-b496-b90fbcc97014" providerId="ADAL" clId="{09730227-1908-4EA8-BA8E-5A59BE832678}" dt="2026-09-13T09:55:17.767" v="1081" actId="1035"/>
          <ac:spMkLst>
            <pc:docMk/>
            <pc:sldMk cId="654334886" sldId="2147483602"/>
            <ac:spMk id="33" creationId="{00000000-0000-0000-0000-000000000000}"/>
          </ac:spMkLst>
        </pc:spChg>
      </pc:sldChg>
      <pc:sldChg chg="addSp delSp modSp add mod">
        <pc:chgData name="Reuel Ngo" userId="630da983-9bc0-4db9-b496-b90fbcc97014" providerId="ADAL" clId="{09730227-1908-4EA8-BA8E-5A59BE832678}" dt="2026-09-15T02:05:13.461" v="1271" actId="1076"/>
        <pc:sldMkLst>
          <pc:docMk/>
          <pc:sldMk cId="0" sldId="2147483603"/>
        </pc:sldMkLst>
        <pc:spChg chg="add mod ord">
          <ac:chgData name="Reuel Ngo" userId="630da983-9bc0-4db9-b496-b90fbcc97014" providerId="ADAL" clId="{09730227-1908-4EA8-BA8E-5A59BE832678}" dt="2026-09-13T09:57:50.047" v="1142" actId="14100"/>
          <ac:spMkLst>
            <pc:docMk/>
            <pc:sldMk cId="0" sldId="2147483603"/>
            <ac:spMk id="3" creationId="{C6677DC5-11B8-5A4D-DFCA-D792FB8F27E6}"/>
          </ac:spMkLst>
        </pc:spChg>
        <pc:spChg chg="add mod">
          <ac:chgData name="Reuel Ngo" userId="630da983-9bc0-4db9-b496-b90fbcc97014" providerId="ADAL" clId="{09730227-1908-4EA8-BA8E-5A59BE832678}" dt="2026-09-13T09:57:56.729" v="1143" actId="20577"/>
          <ac:spMkLst>
            <pc:docMk/>
            <pc:sldMk cId="0" sldId="2147483603"/>
            <ac:spMk id="5" creationId="{CE730815-2174-C948-C10B-5317C6728C67}"/>
          </ac:spMkLst>
        </pc:spChg>
        <pc:spChg chg="mod">
          <ac:chgData name="Reuel Ngo" userId="630da983-9bc0-4db9-b496-b90fbcc97014" providerId="ADAL" clId="{09730227-1908-4EA8-BA8E-5A59BE832678}" dt="2026-09-13T09:56:27.573" v="1099" actId="14100"/>
          <ac:spMkLst>
            <pc:docMk/>
            <pc:sldMk cId="0" sldId="2147483603"/>
            <ac:spMk id="101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1:57:42.488" v="1164" actId="108"/>
          <ac:spMkLst>
            <pc:docMk/>
            <pc:sldMk cId="0" sldId="2147483603"/>
            <ac:spMk id="104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1:57:43.091" v="1165" actId="108"/>
          <ac:spMkLst>
            <pc:docMk/>
            <pc:sldMk cId="0" sldId="2147483603"/>
            <ac:spMk id="105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1:57:49.837" v="1167" actId="20577"/>
          <ac:spMkLst>
            <pc:docMk/>
            <pc:sldMk cId="0" sldId="2147483603"/>
            <ac:spMk id="106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1:35.854" v="1189" actId="1076"/>
          <ac:spMkLst>
            <pc:docMk/>
            <pc:sldMk cId="0" sldId="2147483603"/>
            <ac:spMk id="107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1:38.018" v="1190" actId="14100"/>
          <ac:spMkLst>
            <pc:docMk/>
            <pc:sldMk cId="0" sldId="2147483603"/>
            <ac:spMk id="108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3T09:57:42.776" v="1140" actId="1036"/>
          <ac:spMkLst>
            <pc:docMk/>
            <pc:sldMk cId="0" sldId="2147483603"/>
            <ac:spMk id="111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3:34.854" v="1265" actId="1036"/>
          <ac:spMkLst>
            <pc:docMk/>
            <pc:sldMk cId="0" sldId="2147483603"/>
            <ac:spMk id="112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1:42.376" v="1191" actId="14100"/>
          <ac:spMkLst>
            <pc:docMk/>
            <pc:sldMk cId="0" sldId="2147483603"/>
            <ac:spMk id="113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3T09:57:42.776" v="1140" actId="1036"/>
          <ac:spMkLst>
            <pc:docMk/>
            <pc:sldMk cId="0" sldId="2147483603"/>
            <ac:spMk id="116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3:34.854" v="1265" actId="1036"/>
          <ac:spMkLst>
            <pc:docMk/>
            <pc:sldMk cId="0" sldId="2147483603"/>
            <ac:spMk id="117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1:42.376" v="1191" actId="14100"/>
          <ac:spMkLst>
            <pc:docMk/>
            <pc:sldMk cId="0" sldId="2147483603"/>
            <ac:spMk id="118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3T09:57:42.776" v="1140" actId="1036"/>
          <ac:spMkLst>
            <pc:docMk/>
            <pc:sldMk cId="0" sldId="2147483603"/>
            <ac:spMk id="120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3T09:57:42.776" v="1140" actId="1036"/>
          <ac:spMkLst>
            <pc:docMk/>
            <pc:sldMk cId="0" sldId="2147483603"/>
            <ac:spMk id="121" creationId="{00000000-0000-0000-0000-000000000000}"/>
          </ac:spMkLst>
        </pc:spChg>
        <pc:spChg chg="mod">
          <ac:chgData name="Reuel Ngo" userId="630da983-9bc0-4db9-b496-b90fbcc97014" providerId="ADAL" clId="{09730227-1908-4EA8-BA8E-5A59BE832678}" dt="2026-09-15T02:03:34.854" v="1265" actId="1036"/>
          <ac:spMkLst>
            <pc:docMk/>
            <pc:sldMk cId="0" sldId="2147483603"/>
            <ac:spMk id="122" creationId="{00000000-0000-0000-0000-000000000000}"/>
          </ac:spMkLst>
        </pc:spChg>
        <pc:picChg chg="add mod">
          <ac:chgData name="Reuel Ngo" userId="630da983-9bc0-4db9-b496-b90fbcc97014" providerId="ADAL" clId="{09730227-1908-4EA8-BA8E-5A59BE832678}" dt="2026-09-15T02:02:46.103" v="1199" actId="1076"/>
          <ac:picMkLst>
            <pc:docMk/>
            <pc:sldMk cId="0" sldId="2147483603"/>
            <ac:picMk id="11" creationId="{D5B3E425-6A1D-E510-E261-7A1A6F33F481}"/>
          </ac:picMkLst>
        </pc:picChg>
        <pc:picChg chg="add mod">
          <ac:chgData name="Reuel Ngo" userId="630da983-9bc0-4db9-b496-b90fbcc97014" providerId="ADAL" clId="{09730227-1908-4EA8-BA8E-5A59BE832678}" dt="2026-09-15T02:03:25.962" v="1251" actId="1076"/>
          <ac:picMkLst>
            <pc:docMk/>
            <pc:sldMk cId="0" sldId="2147483603"/>
            <ac:picMk id="13" creationId="{680840F0-62BC-C9E7-77B0-3C828786E907}"/>
          </ac:picMkLst>
        </pc:picChg>
        <pc:picChg chg="add mod">
          <ac:chgData name="Reuel Ngo" userId="630da983-9bc0-4db9-b496-b90fbcc97014" providerId="ADAL" clId="{09730227-1908-4EA8-BA8E-5A59BE832678}" dt="2026-09-15T02:05:13.461" v="1271" actId="1076"/>
          <ac:picMkLst>
            <pc:docMk/>
            <pc:sldMk cId="0" sldId="2147483603"/>
            <ac:picMk id="15" creationId="{9D27D1D2-FBB4-B70F-5379-AAAEABCE93AE}"/>
          </ac:picMkLst>
        </pc:picChg>
        <pc:picChg chg="mod">
          <ac:chgData name="Reuel Ngo" userId="630da983-9bc0-4db9-b496-b90fbcc97014" providerId="ADAL" clId="{09730227-1908-4EA8-BA8E-5A59BE832678}" dt="2026-09-13T09:57:29.683" v="1120" actId="1076"/>
          <ac:picMkLst>
            <pc:docMk/>
            <pc:sldMk cId="0" sldId="2147483603"/>
            <ac:picMk id="103" creationId="{00000000-0000-0000-0000-000000000000}"/>
          </ac:picMkLst>
        </pc:picChg>
      </pc:sldChg>
      <pc:sldChg chg="addSp delSp modSp add mod">
        <pc:chgData name="Reuel Ngo" userId="630da983-9bc0-4db9-b496-b90fbcc97014" providerId="ADAL" clId="{09730227-1908-4EA8-BA8E-5A59BE832678}" dt="2026-09-15T14:44:51.998" v="1443" actId="20577"/>
        <pc:sldMkLst>
          <pc:docMk/>
          <pc:sldMk cId="3762799047" sldId="2147483604"/>
        </pc:sldMkLst>
        <pc:spChg chg="mod">
          <ac:chgData name="Reuel Ngo" userId="630da983-9bc0-4db9-b496-b90fbcc97014" providerId="ADAL" clId="{09730227-1908-4EA8-BA8E-5A59BE832678}" dt="2026-09-15T14:28:40.281" v="1319" actId="20577"/>
          <ac:spMkLst>
            <pc:docMk/>
            <pc:sldMk cId="3762799047" sldId="2147483604"/>
            <ac:spMk id="101" creationId="{F0EBFEF0-DE1E-5168-D70B-29E014A040A8}"/>
          </ac:spMkLst>
        </pc:spChg>
        <pc:spChg chg="mod">
          <ac:chgData name="Reuel Ngo" userId="630da983-9bc0-4db9-b496-b90fbcc97014" providerId="ADAL" clId="{09730227-1908-4EA8-BA8E-5A59BE832678}" dt="2026-09-15T14:40:05.567" v="1372" actId="1076"/>
          <ac:spMkLst>
            <pc:docMk/>
            <pc:sldMk cId="3762799047" sldId="2147483604"/>
            <ac:spMk id="136" creationId="{0A8AB803-6F06-205C-5228-CC3D57FA57D9}"/>
          </ac:spMkLst>
        </pc:spChg>
        <pc:spChg chg="add mod">
          <ac:chgData name="Reuel Ngo" userId="630da983-9bc0-4db9-b496-b90fbcc97014" providerId="ADAL" clId="{09730227-1908-4EA8-BA8E-5A59BE832678}" dt="2026-09-15T14:39:03.840" v="1340"/>
          <ac:spMkLst>
            <pc:docMk/>
            <pc:sldMk cId="3762799047" sldId="2147483604"/>
            <ac:spMk id="148" creationId="{BE32999D-F646-1202-ECA4-5C710EA0D422}"/>
          </ac:spMkLst>
        </pc:spChg>
        <pc:spChg chg="mod">
          <ac:chgData name="Reuel Ngo" userId="630da983-9bc0-4db9-b496-b90fbcc97014" providerId="ADAL" clId="{09730227-1908-4EA8-BA8E-5A59BE832678}" dt="2026-09-15T14:39:03.965" v="1345" actId="27636"/>
          <ac:spMkLst>
            <pc:docMk/>
            <pc:sldMk cId="3762799047" sldId="2147483604"/>
            <ac:spMk id="155" creationId="{73309EA2-CFF8-DB6A-7273-5C5B8F4E2FEE}"/>
          </ac:spMkLst>
        </pc:spChg>
        <pc:spChg chg="mod">
          <ac:chgData name="Reuel Ngo" userId="630da983-9bc0-4db9-b496-b90fbcc97014" providerId="ADAL" clId="{09730227-1908-4EA8-BA8E-5A59BE832678}" dt="2026-09-15T14:39:03.983" v="1349" actId="27636"/>
          <ac:spMkLst>
            <pc:docMk/>
            <pc:sldMk cId="3762799047" sldId="2147483604"/>
            <ac:spMk id="170" creationId="{832842CB-1FB2-C9B8-58CB-3C13A6B8EDAB}"/>
          </ac:spMkLst>
        </pc:spChg>
        <pc:spChg chg="add mod">
          <ac:chgData name="Reuel Ngo" userId="630da983-9bc0-4db9-b496-b90fbcc97014" providerId="ADAL" clId="{09730227-1908-4EA8-BA8E-5A59BE832678}" dt="2026-09-15T14:39:03.840" v="1340"/>
          <ac:spMkLst>
            <pc:docMk/>
            <pc:sldMk cId="3762799047" sldId="2147483604"/>
            <ac:spMk id="174" creationId="{22CFE895-DB28-400A-C2AD-1F3DADD60854}"/>
          </ac:spMkLst>
        </pc:spChg>
        <pc:spChg chg="mod">
          <ac:chgData name="Reuel Ngo" userId="630da983-9bc0-4db9-b496-b90fbcc97014" providerId="ADAL" clId="{09730227-1908-4EA8-BA8E-5A59BE832678}" dt="2026-09-15T14:41:50.983" v="1390" actId="20577"/>
          <ac:spMkLst>
            <pc:docMk/>
            <pc:sldMk cId="3762799047" sldId="2147483604"/>
            <ac:spMk id="179" creationId="{4C275106-82A1-7B6B-6627-B51FC38C7DEE}"/>
          </ac:spMkLst>
        </pc:spChg>
        <pc:spChg chg="mod">
          <ac:chgData name="Reuel Ngo" userId="630da983-9bc0-4db9-b496-b90fbcc97014" providerId="ADAL" clId="{09730227-1908-4EA8-BA8E-5A59BE832678}" dt="2026-09-15T14:39:03.955" v="1342" actId="27636"/>
          <ac:spMkLst>
            <pc:docMk/>
            <pc:sldMk cId="3762799047" sldId="2147483604"/>
            <ac:spMk id="180" creationId="{93CAC8A6-D077-5610-8A9E-0013EA531678}"/>
          </ac:spMkLst>
        </pc:spChg>
        <pc:spChg chg="add mod">
          <ac:chgData name="Reuel Ngo" userId="630da983-9bc0-4db9-b496-b90fbcc97014" providerId="ADAL" clId="{09730227-1908-4EA8-BA8E-5A59BE832678}" dt="2026-09-15T14:39:03.840" v="1340"/>
          <ac:spMkLst>
            <pc:docMk/>
            <pc:sldMk cId="3762799047" sldId="2147483604"/>
            <ac:spMk id="181" creationId="{B71FC305-F27C-5FB8-4BC7-E9038BD1CA80}"/>
          </ac:spMkLst>
        </pc:spChg>
        <pc:spChg chg="add mod">
          <ac:chgData name="Reuel Ngo" userId="630da983-9bc0-4db9-b496-b90fbcc97014" providerId="ADAL" clId="{09730227-1908-4EA8-BA8E-5A59BE832678}" dt="2026-09-15T14:39:03.840" v="1340"/>
          <ac:spMkLst>
            <pc:docMk/>
            <pc:sldMk cId="3762799047" sldId="2147483604"/>
            <ac:spMk id="182" creationId="{1B822CD2-302D-9640-EFAE-4FB035AEE23A}"/>
          </ac:spMkLst>
        </pc:spChg>
        <pc:spChg chg="mod">
          <ac:chgData name="Reuel Ngo" userId="630da983-9bc0-4db9-b496-b90fbcc97014" providerId="ADAL" clId="{09730227-1908-4EA8-BA8E-5A59BE832678}" dt="2026-09-15T14:39:03.971" v="1346" actId="27636"/>
          <ac:spMkLst>
            <pc:docMk/>
            <pc:sldMk cId="3762799047" sldId="2147483604"/>
            <ac:spMk id="193" creationId="{7DDA5051-7776-E3D8-E840-1F030D68FAB6}"/>
          </ac:spMkLst>
        </pc:spChg>
        <pc:spChg chg="mod">
          <ac:chgData name="Reuel Ngo" userId="630da983-9bc0-4db9-b496-b90fbcc97014" providerId="ADAL" clId="{09730227-1908-4EA8-BA8E-5A59BE832678}" dt="2026-09-15T14:44:51.998" v="1443" actId="20577"/>
          <ac:spMkLst>
            <pc:docMk/>
            <pc:sldMk cId="3762799047" sldId="2147483604"/>
            <ac:spMk id="207" creationId="{D30A8D0F-8884-A60C-D7E5-40FD8A5A144E}"/>
          </ac:spMkLst>
        </pc:spChg>
        <pc:spChg chg="mod">
          <ac:chgData name="Reuel Ngo" userId="630da983-9bc0-4db9-b496-b90fbcc97014" providerId="ADAL" clId="{09730227-1908-4EA8-BA8E-5A59BE832678}" dt="2026-09-15T14:39:03.985" v="1350" actId="27636"/>
          <ac:spMkLst>
            <pc:docMk/>
            <pc:sldMk cId="3762799047" sldId="2147483604"/>
            <ac:spMk id="218" creationId="{642FD6EC-DD0B-B99B-2448-E62F9B08B297}"/>
          </ac:spMkLst>
        </pc:spChg>
        <pc:spChg chg="mod">
          <ac:chgData name="Reuel Ngo" userId="630da983-9bc0-4db9-b496-b90fbcc97014" providerId="ADAL" clId="{09730227-1908-4EA8-BA8E-5A59BE832678}" dt="2026-09-15T14:43:28.524" v="1408" actId="14100"/>
          <ac:spMkLst>
            <pc:docMk/>
            <pc:sldMk cId="3762799047" sldId="2147483604"/>
            <ac:spMk id="220" creationId="{35EC4BA8-3B95-4A66-741E-84B2EE2EF6C6}"/>
          </ac:spMkLst>
        </pc:spChg>
        <pc:spChg chg="mod">
          <ac:chgData name="Reuel Ngo" userId="630da983-9bc0-4db9-b496-b90fbcc97014" providerId="ADAL" clId="{09730227-1908-4EA8-BA8E-5A59BE832678}" dt="2026-09-15T14:39:03.960" v="1344" actId="27636"/>
          <ac:spMkLst>
            <pc:docMk/>
            <pc:sldMk cId="3762799047" sldId="2147483604"/>
            <ac:spMk id="222" creationId="{747E7294-0604-6520-E7EE-AD87ADB2D2FF}"/>
          </ac:spMkLst>
        </pc:spChg>
        <pc:spChg chg="mod">
          <ac:chgData name="Reuel Ngo" userId="630da983-9bc0-4db9-b496-b90fbcc97014" providerId="ADAL" clId="{09730227-1908-4EA8-BA8E-5A59BE832678}" dt="2026-09-15T14:39:03.958" v="1343" actId="27636"/>
          <ac:spMkLst>
            <pc:docMk/>
            <pc:sldMk cId="3762799047" sldId="2147483604"/>
            <ac:spMk id="223" creationId="{2E19014E-3E8E-AC9A-39EA-2CC1CA7CA7C9}"/>
          </ac:spMkLst>
        </pc:spChg>
        <pc:spChg chg="add mod">
          <ac:chgData name="Reuel Ngo" userId="630da983-9bc0-4db9-b496-b90fbcc97014" providerId="ADAL" clId="{09730227-1908-4EA8-BA8E-5A59BE832678}" dt="2026-09-15T14:39:03.840" v="1340"/>
          <ac:spMkLst>
            <pc:docMk/>
            <pc:sldMk cId="3762799047" sldId="2147483604"/>
            <ac:spMk id="224" creationId="{074F8C3B-E663-1349-5714-C31A6D666E1B}"/>
          </ac:spMkLst>
        </pc:spChg>
        <pc:spChg chg="add mod">
          <ac:chgData name="Reuel Ngo" userId="630da983-9bc0-4db9-b496-b90fbcc97014" providerId="ADAL" clId="{09730227-1908-4EA8-BA8E-5A59BE832678}" dt="2026-09-15T14:39:03.992" v="1352" actId="27636"/>
          <ac:spMkLst>
            <pc:docMk/>
            <pc:sldMk cId="3762799047" sldId="2147483604"/>
            <ac:spMk id="225" creationId="{9FDDE546-AE70-E711-FDFC-7797E19646E2}"/>
          </ac:spMkLst>
        </pc:spChg>
        <pc:spChg chg="add del mod">
          <ac:chgData name="Reuel Ngo" userId="630da983-9bc0-4db9-b496-b90fbcc97014" providerId="ADAL" clId="{09730227-1908-4EA8-BA8E-5A59BE832678}" dt="2026-09-15T14:43:11.890" v="1403" actId="1076"/>
          <ac:spMkLst>
            <pc:docMk/>
            <pc:sldMk cId="3762799047" sldId="2147483604"/>
            <ac:spMk id="228" creationId="{A35967F0-08F7-E8EC-A0BD-0128CE7294ED}"/>
          </ac:spMkLst>
        </pc:spChg>
        <pc:spChg chg="mod">
          <ac:chgData name="Reuel Ngo" userId="630da983-9bc0-4db9-b496-b90fbcc97014" providerId="ADAL" clId="{09730227-1908-4EA8-BA8E-5A59BE832678}" dt="2026-09-15T14:43:31.135" v="1409" actId="14100"/>
          <ac:spMkLst>
            <pc:docMk/>
            <pc:sldMk cId="3762799047" sldId="2147483604"/>
            <ac:spMk id="229" creationId="{93B887FD-C446-2EDB-5BF7-8D627940BCE0}"/>
          </ac:spMkLst>
        </pc:spChg>
        <pc:spChg chg="add mod">
          <ac:chgData name="Reuel Ngo" userId="630da983-9bc0-4db9-b496-b90fbcc97014" providerId="ADAL" clId="{09730227-1908-4EA8-BA8E-5A59BE832678}" dt="2026-09-15T14:39:03.951" v="1341" actId="27636"/>
          <ac:spMkLst>
            <pc:docMk/>
            <pc:sldMk cId="3762799047" sldId="2147483604"/>
            <ac:spMk id="231" creationId="{EFE1DBFC-E996-69E3-FC4D-1C985DB6B85E}"/>
          </ac:spMkLst>
        </pc:spChg>
        <pc:spChg chg="mod">
          <ac:chgData name="Reuel Ngo" userId="630da983-9bc0-4db9-b496-b90fbcc97014" providerId="ADAL" clId="{09730227-1908-4EA8-BA8E-5A59BE832678}" dt="2026-09-15T14:43:34.455" v="1410" actId="14100"/>
          <ac:spMkLst>
            <pc:docMk/>
            <pc:sldMk cId="3762799047" sldId="2147483604"/>
            <ac:spMk id="233" creationId="{495B6959-A874-F1E8-C702-30D7B8D7953E}"/>
          </ac:spMkLst>
        </pc:spChg>
        <pc:spChg chg="add mod ord">
          <ac:chgData name="Reuel Ngo" userId="630da983-9bc0-4db9-b496-b90fbcc97014" providerId="ADAL" clId="{09730227-1908-4EA8-BA8E-5A59BE832678}" dt="2026-09-15T14:43:48.489" v="1411" actId="14100"/>
          <ac:spMkLst>
            <pc:docMk/>
            <pc:sldMk cId="3762799047" sldId="2147483604"/>
            <ac:spMk id="246" creationId="{CF4CF25D-0E46-9E7C-2325-0408DC6690AC}"/>
          </ac:spMkLst>
        </pc:spChg>
      </pc:sldChg>
      <pc:sldMasterChg chg="addSldLayout delSldLayout modSldLayout">
        <pc:chgData name="Reuel Ngo" userId="630da983-9bc0-4db9-b496-b90fbcc97014" providerId="ADAL" clId="{09730227-1908-4EA8-BA8E-5A59BE832678}" dt="2026-08-30T07:22:11.645" v="123" actId="26606"/>
        <pc:sldMasterMkLst>
          <pc:docMk/>
          <pc:sldMasterMk cId="2745112312" sldId="2147483648"/>
        </pc:sldMasterMkLst>
        <pc:sldLayoutChg chg="add">
          <pc:chgData name="Reuel Ngo" userId="630da983-9bc0-4db9-b496-b90fbcc97014" providerId="ADAL" clId="{09730227-1908-4EA8-BA8E-5A59BE832678}" dt="2026-08-30T07:22:11.645" v="123" actId="26606"/>
          <pc:sldLayoutMkLst>
            <pc:docMk/>
            <pc:sldMasterMk cId="2745112312" sldId="2147483648"/>
            <pc:sldLayoutMk cId="3376464678" sldId="2147483660"/>
          </pc:sldLayoutMkLst>
        </pc:sldLayoutChg>
      </pc:sldMasterChg>
      <pc:sldMasterChg chg="addSldLayout delSldLayout modSldLayout">
        <pc:chgData name="Reuel Ngo" userId="630da983-9bc0-4db9-b496-b90fbcc97014" providerId="ADAL" clId="{09730227-1908-4EA8-BA8E-5A59BE832678}" dt="2026-09-15T14:29:21.320" v="1321" actId="47"/>
        <pc:sldMasterMkLst>
          <pc:docMk/>
          <pc:sldMasterMk cId="4145694923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1C98F7-DB5B-4907-A2D9-20876A51E04E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A861D-D931-44E1-9D86-203E511FF5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99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957D-5E34-31C2-CBD1-AA278E6D4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A3913-AAFF-76FE-5432-EF5F174B3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13E46-B142-FD82-24F4-AA932A7BD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F774A-019D-F5F3-21CA-64506016E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3DC979-DB89-490C-8E37-453566DBDF6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28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A861D-D931-44E1-9D86-203E511FF5F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986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BB10-C7DF-8DFC-C6E2-ED1EEBE31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962AC-D22A-8D1B-CBDC-C254BDA75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EFC5A-7546-1A6E-CC08-4929C15B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FE113-7EA1-D608-CBA0-80A682FB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71F85-1D20-95BE-038C-A983D8AD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41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DEDE-CB96-33FA-F03D-EAC716E6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D8D48-6B5C-E211-7C2B-C1C1CD23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1152-03BF-F291-A132-92663A56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E56C-C4AD-47C8-CE5A-6B9D65E8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B95FE-7354-2395-4BAE-C304D1EB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06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98DA-A2B2-5650-FEB2-D674286AE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2B71C-BF23-83C8-A03F-F4AE663CA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B981F-403C-A821-D63D-DF8E50A6D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8AB1B-DFA7-68A6-8209-9D765CE1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90853-836F-D662-7295-D42B090F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6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0435-CAF0-7983-FA46-D27BDF27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E59E6-77F4-D685-0AA4-756DC1252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F3B55-301E-17C0-14A1-4EECB7E23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5DD1C-A0A7-ADEB-44AD-C4A02BAAE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8403D-336A-E51A-7DA6-B5A022816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9915F-4C6F-EDD4-00CF-D4ED9866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53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7B25-39B5-1A77-303B-4EA48907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83011-1770-A956-3E46-19D4B2C9D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77A15-F498-1799-3AB6-05EB04471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795ED4-F0F9-51E6-6DDA-4423B7E94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26284F-6286-C7CF-5F07-BC016F01C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34245-699D-67CC-1596-1F7332EF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43BE28-FDFD-CF9E-54E9-CBB7B2F2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C59E4-F062-5503-D5B2-5803D61A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91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9DD63-AD31-8F94-6309-9DF1BE00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2280-E775-8D91-B04E-D02F53DC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6592B6-76EA-8277-91DA-EDD141A0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14224-20AD-7B00-A364-EF1B1500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745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0B0E8-E342-6C55-FE3A-8F5DC4DF7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DCB75-800A-C1E7-ECC0-E4C5B535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2EE7C-A0E0-ACCE-2F3D-5C16F5B2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6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201A3-335A-D77C-AC1B-AEC9F4A47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543D-2B87-8AC1-72D4-F05E30A0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8EA68-389D-F590-AD60-F302CA009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ACBC1-8AD5-DE9D-738F-D2398FF75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07CE1-AF79-A34D-C837-5CC0F721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6C26A-6DA6-5EEC-11BA-58845FF3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86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8B4D-8733-32E4-9C7D-E651880B6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0E2F8A-D68D-DF2B-19DA-B3F1639A4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564622-B9CD-D4D0-F890-912FD38D9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71993-D76B-D0A2-0931-42016AFA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4AE66-7572-3CED-87F6-6ADFC4D03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22A32-BBC6-BF2B-14CE-217C0594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CA06-0588-EBC8-248D-66A1A6E7A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263EB-C322-147A-97CE-D92C2689C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14F08-FAD1-5EA0-9A12-471316C8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10A0F-1F0B-EBB2-9649-D42D3A0B2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328E-1100-4F2C-581A-308E707D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63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4D83B-316B-5F31-72A7-AA761A5B31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0DDAB-CC7B-A66E-03EC-F343B8971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E3784-BF97-91FE-6BA2-0E6389C0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774F4-2AD9-5CE8-4C57-C9211742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CC4F4-A954-0A0F-6470-23D72414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590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2E529C11-304F-8DA6-9BE6-0296BEF97247}"/>
              </a:ext>
            </a:extLst>
          </p:cNvPr>
          <p:cNvGrpSpPr/>
          <p:nvPr userDrawn="1"/>
        </p:nvGrpSpPr>
        <p:grpSpPr>
          <a:xfrm flipH="1">
            <a:off x="0" y="4253398"/>
            <a:ext cx="4404851" cy="2604602"/>
            <a:chOff x="27786080" y="8351519"/>
            <a:chExt cx="10618720" cy="6278882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2FD579C-74E6-7779-B4A9-D735EC0E1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7579"/>
            <a:stretch>
              <a:fillRect/>
            </a:stretch>
          </p:blipFill>
          <p:spPr>
            <a:xfrm flipH="1" flipV="1">
              <a:off x="27786080" y="9190514"/>
              <a:ext cx="7925348" cy="5439887"/>
            </a:xfrm>
            <a:custGeom>
              <a:avLst/>
              <a:gdLst>
                <a:gd name="connsiteX0" fmla="*/ 7925348 w 7925348"/>
                <a:gd name="connsiteY0" fmla="*/ 5439887 h 5439887"/>
                <a:gd name="connsiteX1" fmla="*/ 0 w 7925348"/>
                <a:gd name="connsiteY1" fmla="*/ 5439887 h 5439887"/>
                <a:gd name="connsiteX2" fmla="*/ 0 w 7925348"/>
                <a:gd name="connsiteY2" fmla="*/ 0 h 5439887"/>
                <a:gd name="connsiteX3" fmla="*/ 7925348 w 7925348"/>
                <a:gd name="connsiteY3" fmla="*/ 0 h 5439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25348" h="5439887">
                  <a:moveTo>
                    <a:pt x="7925348" y="5439887"/>
                  </a:moveTo>
                  <a:lnTo>
                    <a:pt x="0" y="5439887"/>
                  </a:lnTo>
                  <a:lnTo>
                    <a:pt x="0" y="0"/>
                  </a:lnTo>
                  <a:lnTo>
                    <a:pt x="7925348" y="0"/>
                  </a:lnTo>
                  <a:close/>
                </a:path>
              </a:pathLst>
            </a:custGeom>
          </p:spPr>
        </p:pic>
        <p:pic>
          <p:nvPicPr>
            <p:cNvPr id="24" name="Picture 23" descr="A close up of a cube&#10;&#10;Description automatically generated">
              <a:extLst>
                <a:ext uri="{FF2B5EF4-FFF2-40B4-BE49-F238E27FC236}">
                  <a16:creationId xmlns:a16="http://schemas.microsoft.com/office/drawing/2014/main" id="{84BEA1FD-8977-C53D-E9DA-887FB3EFA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flipH="1" flipV="1">
              <a:off x="33155254" y="8351519"/>
              <a:ext cx="5249546" cy="6278881"/>
            </a:xfrm>
            <a:custGeom>
              <a:avLst/>
              <a:gdLst>
                <a:gd name="connsiteX0" fmla="*/ 5249546 w 5249546"/>
                <a:gd name="connsiteY0" fmla="*/ 6278881 h 6278881"/>
                <a:gd name="connsiteX1" fmla="*/ 0 w 5249546"/>
                <a:gd name="connsiteY1" fmla="*/ 6278881 h 6278881"/>
                <a:gd name="connsiteX2" fmla="*/ 0 w 5249546"/>
                <a:gd name="connsiteY2" fmla="*/ 0 h 6278881"/>
                <a:gd name="connsiteX3" fmla="*/ 5249546 w 5249546"/>
                <a:gd name="connsiteY3" fmla="*/ 0 h 627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49546" h="6278881">
                  <a:moveTo>
                    <a:pt x="5249546" y="6278881"/>
                  </a:moveTo>
                  <a:lnTo>
                    <a:pt x="0" y="6278881"/>
                  </a:lnTo>
                  <a:lnTo>
                    <a:pt x="0" y="0"/>
                  </a:lnTo>
                  <a:lnTo>
                    <a:pt x="5249546" y="0"/>
                  </a:lnTo>
                  <a:close/>
                </a:path>
              </a:pathLst>
            </a:cu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9AE6E55-B066-2B29-EC93-C675DE1D19C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3298"/>
          <a:stretch/>
        </p:blipFill>
        <p:spPr>
          <a:xfrm>
            <a:off x="5208749" y="0"/>
            <a:ext cx="6983251" cy="6858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37336DD-6FD2-AC91-853A-9012BE0B454C}"/>
              </a:ext>
            </a:extLst>
          </p:cNvPr>
          <p:cNvGrpSpPr/>
          <p:nvPr userDrawn="1"/>
        </p:nvGrpSpPr>
        <p:grpSpPr>
          <a:xfrm>
            <a:off x="8615750" y="0"/>
            <a:ext cx="3576250" cy="4167221"/>
            <a:chOff x="23497964" y="-1"/>
            <a:chExt cx="5364375" cy="6250832"/>
          </a:xfrm>
        </p:grpSpPr>
        <p:pic>
          <p:nvPicPr>
            <p:cNvPr id="19" name="Picture 18" descr="A yellow and orange wavy paper&#10;&#10;Description automatically generated">
              <a:extLst>
                <a:ext uri="{FF2B5EF4-FFF2-40B4-BE49-F238E27FC236}">
                  <a16:creationId xmlns:a16="http://schemas.microsoft.com/office/drawing/2014/main" id="{A5FD826E-9408-A466-1873-497F6AF1E6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3497964" y="-1"/>
              <a:ext cx="5364375" cy="6250832"/>
            </a:xfrm>
            <a:custGeom>
              <a:avLst/>
              <a:gdLst>
                <a:gd name="connsiteX0" fmla="*/ 0 w 7137944"/>
                <a:gd name="connsiteY0" fmla="*/ 0 h 8317594"/>
                <a:gd name="connsiteX1" fmla="*/ 7137944 w 7137944"/>
                <a:gd name="connsiteY1" fmla="*/ 0 h 8317594"/>
                <a:gd name="connsiteX2" fmla="*/ 7137944 w 7137944"/>
                <a:gd name="connsiteY2" fmla="*/ 8317594 h 8317594"/>
                <a:gd name="connsiteX3" fmla="*/ 0 w 7137944"/>
                <a:gd name="connsiteY3" fmla="*/ 8317594 h 8317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7944" h="8317594">
                  <a:moveTo>
                    <a:pt x="0" y="0"/>
                  </a:moveTo>
                  <a:lnTo>
                    <a:pt x="7137944" y="0"/>
                  </a:lnTo>
                  <a:lnTo>
                    <a:pt x="7137944" y="8317594"/>
                  </a:lnTo>
                  <a:lnTo>
                    <a:pt x="0" y="8317594"/>
                  </a:lnTo>
                  <a:close/>
                </a:path>
              </a:pathLst>
            </a:custGeom>
          </p:spPr>
        </p:pic>
        <p:pic>
          <p:nvPicPr>
            <p:cNvPr id="20" name="Picture 19" descr="A colorful sphere with squares on it&#10;&#10;Description automatically generated">
              <a:extLst>
                <a:ext uri="{FF2B5EF4-FFF2-40B4-BE49-F238E27FC236}">
                  <a16:creationId xmlns:a16="http://schemas.microsoft.com/office/drawing/2014/main" id="{B9518BFE-3B50-00C7-BD38-1536E34872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612021" y="1229047"/>
              <a:ext cx="1230793" cy="1230776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B9AB260-7484-CABF-4A1B-D6DFEAF38ED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759" t="-9634"/>
          <a:stretch/>
        </p:blipFill>
        <p:spPr>
          <a:xfrm>
            <a:off x="5826136" y="1854200"/>
            <a:ext cx="6365864" cy="5003800"/>
          </a:xfrm>
          <a:prstGeom prst="rect">
            <a:avLst/>
          </a:prstGeom>
        </p:spPr>
      </p:pic>
      <p:pic>
        <p:nvPicPr>
          <p:cNvPr id="27" name="Picture 26" descr="A logo on a black background&#10;&#10;Description automatically generated">
            <a:extLst>
              <a:ext uri="{FF2B5EF4-FFF2-40B4-BE49-F238E27FC236}">
                <a16:creationId xmlns:a16="http://schemas.microsoft.com/office/drawing/2014/main" id="{28516A6F-16C5-CC18-A4D4-ACFAB51725C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636" y="295487"/>
            <a:ext cx="2284865" cy="1024094"/>
          </a:xfrm>
          <a:prstGeom prst="rect">
            <a:avLst/>
          </a:prstGeom>
        </p:spPr>
      </p:pic>
      <p:sp useBgFill="1"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7E887F-B8CD-3D8D-4714-A3D957BAB74A}"/>
              </a:ext>
            </a:extLst>
          </p:cNvPr>
          <p:cNvSpPr/>
          <p:nvPr userDrawn="1"/>
        </p:nvSpPr>
        <p:spPr bwMode="auto">
          <a:xfrm>
            <a:off x="312616" y="2250831"/>
            <a:ext cx="8190523" cy="2922954"/>
          </a:xfrm>
          <a:prstGeom prst="roundRect">
            <a:avLst>
              <a:gd name="adj" fmla="val 3867"/>
            </a:avLst>
          </a:prstGeom>
          <a:ln w="15875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B6D726-581C-C515-C483-0865B370FEA9}"/>
              </a:ext>
            </a:extLst>
          </p:cNvPr>
          <p:cNvSpPr/>
          <p:nvPr userDrawn="1"/>
        </p:nvSpPr>
        <p:spPr bwMode="auto">
          <a:xfrm>
            <a:off x="312616" y="4003040"/>
            <a:ext cx="8190523" cy="1117600"/>
          </a:xfrm>
          <a:prstGeom prst="rect">
            <a:avLst/>
          </a:prstGeom>
          <a:gradFill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CFB22F-8FFF-334C-C82A-19B40CFBC414}"/>
              </a:ext>
            </a:extLst>
          </p:cNvPr>
          <p:cNvSpPr/>
          <p:nvPr userDrawn="1"/>
        </p:nvSpPr>
        <p:spPr bwMode="auto">
          <a:xfrm>
            <a:off x="312616" y="2250831"/>
            <a:ext cx="8190523" cy="2922954"/>
          </a:xfrm>
          <a:prstGeom prst="roundRect">
            <a:avLst>
              <a:gd name="adj" fmla="val 3867"/>
            </a:avLst>
          </a:prstGeom>
          <a:noFill/>
          <a:ln w="15875">
            <a:gradFill>
              <a:gsLst>
                <a:gs pos="0">
                  <a:schemeClr val="bg1"/>
                </a:gs>
                <a:gs pos="97203">
                  <a:schemeClr val="bg1"/>
                </a:gs>
                <a:gs pos="61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97536" rIns="121920" bIns="975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621679" fontAlgn="base">
              <a:spcBef>
                <a:spcPct val="0"/>
              </a:spcBef>
              <a:spcAft>
                <a:spcPct val="0"/>
              </a:spcAft>
            </a:pPr>
            <a:endParaRPr lang="en-GB" sz="1333" err="1">
              <a:solidFill>
                <a:srgbClr val="FFFFFF"/>
              </a:solidFill>
              <a:ea typeface="Segoe Sans Display" pitchFamily="2" charset="0"/>
              <a:cs typeface="Segoe Sans Display" pitchFamily="2" charset="0"/>
            </a:endParaRP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7F5546D9-C99A-1C04-0655-66F5341180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656" y="2697203"/>
            <a:ext cx="7595719" cy="1130466"/>
          </a:xfrm>
          <a:prstGeom prst="rect">
            <a:avLst/>
          </a:prstGeom>
          <a:noFill/>
        </p:spPr>
        <p:txBody>
          <a:bodyPr lIns="0" rIns="0" anchor="b" anchorCtr="0"/>
          <a:lstStyle>
            <a:lvl1pPr marL="0" algn="l" defTabSz="373183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None/>
              <a:defRPr lang="en-US" sz="4800" b="0" kern="1200" cap="none" spc="-21" baseline="0" dirty="0">
                <a:ln w="3175">
                  <a:noFill/>
                </a:ln>
                <a:solidFill>
                  <a:schemeClr val="bg1"/>
                </a:solidFill>
                <a:effectLst>
                  <a:outerShdw blurRad="127000" dist="101600" dir="2700000" algn="tl">
                    <a:srgbClr val="000000">
                      <a:alpha val="26000"/>
                    </a:srgbClr>
                  </a:outerShdw>
                </a:effectLst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add title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81E0289-C04C-A66A-220E-548AB1810A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8863" y="4157892"/>
            <a:ext cx="7595719" cy="775832"/>
          </a:xfrm>
          <a:prstGeom prst="rect">
            <a:avLst/>
          </a:prstGeom>
          <a:noFill/>
        </p:spPr>
        <p:txBody>
          <a:bodyPr lIns="0" rIns="0" anchor="t" anchorCtr="0"/>
          <a:lstStyle>
            <a:lvl1pPr marL="0" algn="l" defTabSz="373183" rtl="0" eaLnBrk="1" latinLnBrk="0" hangingPunct="1">
              <a:lnSpc>
                <a:spcPct val="150000"/>
              </a:lnSpc>
              <a:spcBef>
                <a:spcPts val="0"/>
              </a:spcBef>
              <a:buSzPct val="90000"/>
              <a:buNone/>
              <a:defRPr lang="en-US" sz="2133" b="0" kern="1200" cap="none" spc="-21" baseline="0" dirty="0">
                <a:ln w="3175">
                  <a:noFill/>
                </a:ln>
                <a:solidFill>
                  <a:schemeClr val="bg1"/>
                </a:solidFill>
                <a:effectLst>
                  <a:outerShdw blurRad="127000" dist="101600" dir="2700000" algn="tl">
                    <a:srgbClr val="000000">
                      <a:alpha val="26000"/>
                    </a:srgbClr>
                  </a:outerShdw>
                </a:effectLst>
                <a:latin typeface="Segoe Sans Display Light" pitchFamily="2" charset="0"/>
                <a:ea typeface="+mn-ea"/>
                <a:cs typeface="Segoe Sans Display Light" pitchFamily="2" charset="0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en-US"/>
              <a:t>Click to add subtitle/ Speaker name</a:t>
            </a:r>
          </a:p>
        </p:txBody>
      </p:sp>
      <p:pic>
        <p:nvPicPr>
          <p:cNvPr id="28" name="Picture 27" descr="A close up of a sphere&#10;&#10;Description automatically generated">
            <a:extLst>
              <a:ext uri="{FF2B5EF4-FFF2-40B4-BE49-F238E27FC236}">
                <a16:creationId xmlns:a16="http://schemas.microsoft.com/office/drawing/2014/main" id="{C10FCC9C-CA48-911E-6BF1-72FD9346DED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alphaModFix amt="6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561478" y="1917700"/>
            <a:ext cx="561582" cy="56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6467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990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848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178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140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32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437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358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985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771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41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3106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9632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080397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080397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51065696-BF77-547A-924A-9F4AB38AD4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28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569630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2705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3697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C87E-4CC9-0F44-6DF9-7F6E2A04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155222B-26E4-2F43-D7F5-FC0452891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DBCD25-6DFA-052F-4ED9-1E8C8737F9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0206464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5C81B-AF62-5676-26EF-EF52EA56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5F17-6B87-6514-E4B2-AA2371B94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34968-DDD7-D7C8-AF05-77D69448B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093606-9AD3-4F11-81E8-9682FB56D5F7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DDE60-D307-2ACB-0ADE-F99BBC0EA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A1D4-28F3-2F9C-CD95-B0F81DF19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1F19E-3C64-494C-807F-7350946925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5112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94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6" r:id="rId13"/>
    <p:sldLayoutId id="2147483677" r:id="rId14"/>
    <p:sldLayoutId id="2147483678" r:id="rId15"/>
    <p:sldLayoutId id="214748368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DA46E-F061-0334-0FC7-FDF2517E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53B1CA-C7CA-A291-370B-82B42B993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>
            <a:normAutofit fontScale="92500"/>
          </a:bodyPr>
          <a:lstStyle/>
          <a:p>
            <a:r>
              <a:rPr lang="en-GB" dirty="0"/>
              <a:t>M365 Copilot Agent Builder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0CE25-33DE-FC53-727B-119F9C8C95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AutoShape 6" descr="Dŵr Cymru Welsh Water Logo">
            <a:extLst>
              <a:ext uri="{FF2B5EF4-FFF2-40B4-BE49-F238E27FC236}">
                <a16:creationId xmlns:a16="http://schemas.microsoft.com/office/drawing/2014/main" id="{8A43F54A-8191-9733-DC60-A3F1656AAA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5" name="AutoShape 2" descr="SOUTHERN WATER'S APPLEY SEWER WORKS COULD CONTINUE UNTIL MARCH 2022 ...">
            <a:extLst>
              <a:ext uri="{FF2B5EF4-FFF2-40B4-BE49-F238E27FC236}">
                <a16:creationId xmlns:a16="http://schemas.microsoft.com/office/drawing/2014/main" id="{ED55737B-5C50-3AAB-EDB2-A0857BD867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09425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D34D-2A20-4E2A-DC49-115A51928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49A481F-6EC6-629A-EC1F-266DDBB75540}"/>
              </a:ext>
            </a:extLst>
          </p:cNvPr>
          <p:cNvSpPr txBox="1">
            <a:spLocks/>
          </p:cNvSpPr>
          <p:nvPr/>
        </p:nvSpPr>
        <p:spPr>
          <a:xfrm>
            <a:off x="660835" y="2063402"/>
            <a:ext cx="3664423" cy="186690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en-GB" sz="5400"/>
              <a:t>Agenda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2B4775-0479-BD66-4590-4314110FE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40680" y="2155698"/>
            <a:ext cx="327625" cy="291080"/>
            <a:chOff x="4934601" y="1082687"/>
            <a:chExt cx="392141" cy="3921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9EBFAA5-0BC8-EE77-314F-0C12784B2F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934601" y="1082687"/>
              <a:ext cx="392141" cy="392144"/>
            </a:xfrm>
            <a:prstGeom prst="ellipse">
              <a:avLst/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</p:spPr>
          <p:txBody>
            <a:bodyPr wrap="none" lIns="146957" tIns="25718" rIns="146957" bIns="27432" rtlCol="0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F9158EF8-12BA-AEDB-1B78-4DFC231D0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01200" y="1149282"/>
              <a:ext cx="258945" cy="258944"/>
            </a:xfrm>
            <a:prstGeom prst="rect">
              <a:avLst/>
            </a:prstGeom>
          </p:spPr>
        </p:pic>
      </p:grpSp>
      <p:sp>
        <p:nvSpPr>
          <p:cNvPr id="39" name="Rounded Rectangle 14">
            <a:extLst>
              <a:ext uri="{FF2B5EF4-FFF2-40B4-BE49-F238E27FC236}">
                <a16:creationId xmlns:a16="http://schemas.microsoft.com/office/drawing/2014/main" id="{09208628-C623-10EB-21DE-61D8EBEEF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937760" y="1737360"/>
            <a:ext cx="6400800" cy="3383280"/>
          </a:xfrm>
          <a:prstGeom prst="roundRect">
            <a:avLst>
              <a:gd name="adj" fmla="val 3882"/>
            </a:avLst>
          </a:prstGeom>
          <a:ln w="19050" cap="rnd"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1520AE-6775-284E-5249-32114F595BF9}"/>
              </a:ext>
            </a:extLst>
          </p:cNvPr>
          <p:cNvSpPr txBox="1"/>
          <p:nvPr/>
        </p:nvSpPr>
        <p:spPr>
          <a:xfrm>
            <a:off x="3048625" y="3510409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>
                <a:effectLst/>
              </a:rPr>
              <a:t> </a:t>
            </a:r>
            <a:endParaRPr lang="en-GB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79B3D9-0640-49B6-7619-ABE960B5A8B5}"/>
              </a:ext>
            </a:extLst>
          </p:cNvPr>
          <p:cNvSpPr txBox="1"/>
          <p:nvPr/>
        </p:nvSpPr>
        <p:spPr>
          <a:xfrm>
            <a:off x="3046127" y="3564828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>
                <a:effectLst/>
              </a:rPr>
              <a:t> </a:t>
            </a:r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1D3C41-5540-5C68-4631-FCBFCBEB2616}"/>
              </a:ext>
            </a:extLst>
          </p:cNvPr>
          <p:cNvSpPr txBox="1"/>
          <p:nvPr/>
        </p:nvSpPr>
        <p:spPr>
          <a:xfrm>
            <a:off x="5943600" y="2147377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b="1" dirty="0"/>
              <a:t>Recap: M365 Copilot Agent Builder</a:t>
            </a:r>
            <a:endParaRPr lang="en-GB" sz="20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E771283-624D-8F2D-5DF5-0EF755594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40680" y="4411157"/>
            <a:ext cx="327625" cy="291080"/>
            <a:chOff x="4934601" y="1082687"/>
            <a:chExt cx="392141" cy="3921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68E9ACD-F1E9-CB4B-8FAB-406642A4A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934601" y="1082687"/>
              <a:ext cx="392141" cy="392144"/>
            </a:xfrm>
            <a:prstGeom prst="ellipse">
              <a:avLst/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</p:spPr>
          <p:txBody>
            <a:bodyPr wrap="none" lIns="146957" tIns="25718" rIns="146957" bIns="27432" rtlCol="0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2887A2F4-166A-73F8-5693-8155A01488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01200" y="1149282"/>
              <a:ext cx="258945" cy="258944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9FF6AF47-47D7-37B9-1D75-D458D3CB6E8C}"/>
              </a:ext>
            </a:extLst>
          </p:cNvPr>
          <p:cNvSpPr txBox="1"/>
          <p:nvPr/>
        </p:nvSpPr>
        <p:spPr>
          <a:xfrm>
            <a:off x="5943600" y="4402836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b="1" dirty="0"/>
              <a:t>Build an Agent – Hands-On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5D967-C5B4-0ADD-EBE1-AAFBE70BB63E}"/>
              </a:ext>
            </a:extLst>
          </p:cNvPr>
          <p:cNvSpPr txBox="1"/>
          <p:nvPr/>
        </p:nvSpPr>
        <p:spPr>
          <a:xfrm>
            <a:off x="5943600" y="3275106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b="1" dirty="0"/>
              <a:t>Hands on: Scenario Brief &amp; Objective</a:t>
            </a:r>
            <a:endParaRPr lang="en-GB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541173B-0A45-35CE-8268-1BAC7B57C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40680" y="3283428"/>
            <a:ext cx="327625" cy="291080"/>
            <a:chOff x="4934601" y="1082687"/>
            <a:chExt cx="392141" cy="39214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C2F5A3-FC50-5F99-B9E9-077A4AC7A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934601" y="1082687"/>
              <a:ext cx="392141" cy="392144"/>
            </a:xfrm>
            <a:prstGeom prst="ellipse">
              <a:avLst/>
            </a:prstGeom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</p:spPr>
          <p:txBody>
            <a:bodyPr wrap="none" lIns="146957" tIns="25718" rIns="146957" bIns="27432" rtlCol="0">
              <a:noAutofit/>
            </a:bodyPr>
            <a:lstStyle/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4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53147">
                      <a:srgbClr val="FFFFFF"/>
                    </a:gs>
                    <a:gs pos="28000">
                      <a:srgbClr val="FFFFFF"/>
                    </a:gs>
                  </a:gsLst>
                  <a:path path="circle">
                    <a:fillToRect l="100000" b="100000"/>
                  </a:path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457AECDA-DA12-3C8F-4346-4DE67EF52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01200" y="1149282"/>
              <a:ext cx="258945" cy="258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22381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2.96296E-6 L -0.04271 2.96296E-6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D1D4-88EC-459D-9E1C-8A1837DB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FA2B61D-7EFF-41BB-99FB-06C2B5035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6862" y="462740"/>
            <a:ext cx="11017250" cy="554038"/>
          </a:xfrm>
        </p:spPr>
        <p:txBody>
          <a:bodyPr>
            <a:noAutofit/>
          </a:bodyPr>
          <a:lstStyle/>
          <a:p>
            <a:r>
              <a:rPr lang="en-US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Recap: Agent Builder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9AE6F-D2C6-492B-B2C9-6584E0B0EBF4}"/>
              </a:ext>
            </a:extLst>
          </p:cNvPr>
          <p:cNvSpPr txBox="1"/>
          <p:nvPr/>
        </p:nvSpPr>
        <p:spPr>
          <a:xfrm>
            <a:off x="509588" y="1511468"/>
            <a:ext cx="629265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Agent Builder in Microsoft 365 Copilot is a lightweight</a:t>
            </a:r>
            <a:r>
              <a:rPr lang="en-US" sz="2000" dirty="0">
                <a:solidFill>
                  <a:srgbClr val="000000"/>
                </a:solidFill>
                <a:latin typeface="Segoe UI Semibold"/>
                <a:cs typeface="Segoe UI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method to build </a:t>
            </a:r>
            <a:r>
              <a:rPr lang="en-US" sz="2000" dirty="0">
                <a:solidFill>
                  <a:srgbClr val="000000"/>
                </a:solidFill>
                <a:latin typeface="Segoe UI Semibold"/>
                <a:cs typeface="Segoe UI"/>
              </a:rPr>
              <a:t>knowledge retrieval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/>
              </a:rPr>
              <a:t> agents for scenario-specific use cases.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81F97E-BCF1-4092-888D-09AAE410B41C}"/>
              </a:ext>
            </a:extLst>
          </p:cNvPr>
          <p:cNvSpPr txBox="1"/>
          <p:nvPr/>
        </p:nvSpPr>
        <p:spPr>
          <a:xfrm>
            <a:off x="509588" y="2889504"/>
            <a:ext cx="546662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 w="3175">
                  <a:noFill/>
                </a:ln>
                <a:gradFill flip="none" rotWithShape="1">
                  <a:gsLst>
                    <a:gs pos="100000">
                      <a:srgbClr val="318581"/>
                    </a:gs>
                    <a:gs pos="0">
                      <a:srgbClr val="F65567"/>
                    </a:gs>
                    <a:gs pos="32000">
                      <a:srgbClr val="AC35AF"/>
                    </a:gs>
                    <a:gs pos="68000">
                      <a:srgbClr val="0A6BBA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Agent Builder at a glance: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E2713A-3E79-4559-8BA2-13FA2A193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981" y="3438875"/>
            <a:ext cx="296738" cy="296738"/>
          </a:xfrm>
          <a:prstGeom prst="ellipse">
            <a:avLst/>
          </a:prstGeom>
          <a:gradFill flip="none" rotWithShape="1">
            <a:gsLst>
              <a:gs pos="0">
                <a:srgbClr val="0A6BBA"/>
              </a:gs>
              <a:gs pos="79000">
                <a:srgbClr val="318581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81218-6BC8-422B-A57D-F5C7339D3E7C}"/>
              </a:ext>
            </a:extLst>
          </p:cNvPr>
          <p:cNvSpPr txBox="1"/>
          <p:nvPr/>
        </p:nvSpPr>
        <p:spPr>
          <a:xfrm>
            <a:off x="1040526" y="3317244"/>
            <a:ext cx="4937760" cy="54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Build it fast: describe the agent in natural language, configure it manually, or start from a template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DE34B8-8F72-4005-B008-1C937D231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981" y="4023265"/>
            <a:ext cx="296738" cy="296738"/>
          </a:xfrm>
          <a:prstGeom prst="ellipse">
            <a:avLst/>
          </a:prstGeom>
          <a:gradFill flip="none" rotWithShape="1">
            <a:gsLst>
              <a:gs pos="0">
                <a:srgbClr val="AC35AF"/>
              </a:gs>
              <a:gs pos="80000">
                <a:srgbClr val="0A6BBA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190E9D-5462-46D4-B709-04F086EE159F}"/>
              </a:ext>
            </a:extLst>
          </p:cNvPr>
          <p:cNvSpPr txBox="1"/>
          <p:nvPr/>
        </p:nvSpPr>
        <p:spPr>
          <a:xfrm>
            <a:off x="1040526" y="3901634"/>
            <a:ext cx="4937760" cy="54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Where to use: Copilot chat on microsoft365.com, office.com and Teams desktop/web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6413D1-8C71-440D-AE21-0823F55F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981" y="4612162"/>
            <a:ext cx="296738" cy="296738"/>
          </a:xfrm>
          <a:prstGeom prst="ellipse">
            <a:avLst/>
          </a:prstGeom>
          <a:gradFill flip="none" rotWithShape="1">
            <a:gsLst>
              <a:gs pos="0">
                <a:srgbClr val="F65567"/>
              </a:gs>
              <a:gs pos="8000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F27FE-3A62-4A04-A853-0FDA9EBD58FA}"/>
              </a:ext>
            </a:extLst>
          </p:cNvPr>
          <p:cNvSpPr txBox="1"/>
          <p:nvPr/>
        </p:nvSpPr>
        <p:spPr>
          <a:xfrm>
            <a:off x="1040527" y="4486024"/>
            <a:ext cx="4937760" cy="54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Knowledge sources (up to 20): websites, SharePoint, OneDrive, Teams chats, files and connectors</a:t>
            </a:r>
          </a:p>
        </p:txBody>
      </p:sp>
      <p:sp>
        <p:nvSpPr>
          <p:cNvPr id="30" name="Oval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981" y="5192045"/>
            <a:ext cx="296738" cy="296738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80000">
                <a:srgbClr val="AC35AF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0527" y="5070414"/>
            <a:ext cx="4937760" cy="54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Skills (preview, up to 8): packaged instructions and tools that teach an agent how to do a task</a:t>
            </a:r>
          </a:p>
        </p:txBody>
      </p:sp>
      <p:sp>
        <p:nvSpPr>
          <p:cNvPr id="31" name="Oval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33981" y="5776437"/>
            <a:ext cx="296738" cy="296738"/>
          </a:xfrm>
          <a:prstGeom prst="ellipse">
            <a:avLst/>
          </a:prstGeom>
          <a:gradFill flip="none" rotWithShape="1">
            <a:gsLst>
              <a:gs pos="0">
                <a:srgbClr val="FFC000"/>
              </a:gs>
              <a:gs pos="80000">
                <a:srgbClr val="EE0000"/>
              </a:gs>
            </a:gsLst>
            <a:path path="circle">
              <a:fillToRect l="100000" t="100000"/>
            </a:path>
            <a:tileRect r="-100000" b="-100000"/>
          </a:gradFill>
          <a:ln w="63897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0527" y="5654806"/>
            <a:ext cx="4937760" cy="54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661C5"/>
              </a:buClr>
              <a:buSzPct val="9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Capabilities: image generation, plus creating documents, charts and simple 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DA280-8241-4AC3-B4C4-4F16FAADBBBA}"/>
              </a:ext>
            </a:extLst>
          </p:cNvPr>
          <p:cNvSpPr txBox="1"/>
          <p:nvPr/>
        </p:nvSpPr>
        <p:spPr>
          <a:xfrm>
            <a:off x="0" y="6504050"/>
            <a:ext cx="68128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Agent Builder in Microsoft 365 Copilot | Microsoft Learn</a:t>
            </a: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C26400-05E4-98A1-C655-08EC2CE4AE8E}"/>
              </a:ext>
            </a:extLst>
          </p:cNvPr>
          <p:cNvSpPr/>
          <p:nvPr/>
        </p:nvSpPr>
        <p:spPr>
          <a:xfrm>
            <a:off x="6922687" y="666572"/>
            <a:ext cx="4937760" cy="5837478"/>
          </a:xfrm>
          <a:prstGeom prst="roundRect">
            <a:avLst>
              <a:gd name="adj" fmla="val 5987"/>
            </a:avLst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433488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677DC5-11B8-5A4D-DFCA-D792FB8F2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4320" y="950976"/>
            <a:ext cx="11643360" cy="5678424"/>
          </a:xfrm>
          <a:prstGeom prst="roundRect">
            <a:avLst>
              <a:gd name="adj" fmla="val 3061"/>
            </a:avLst>
          </a:prstGeom>
          <a:solidFill>
            <a:schemeClr val="bg1"/>
          </a:solidFill>
          <a:ln w="12700">
            <a:solidFill>
              <a:schemeClr val="bg1">
                <a:alpha val="50000"/>
              </a:schemeClr>
            </a:solidFill>
            <a:headEnd type="none" w="med" len="med"/>
            <a:tailEnd type="none" w="med" len="med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0">
                    <a:srgbClr val="FF5C39"/>
                  </a:gs>
                  <a:gs pos="25000">
                    <a:srgbClr val="F4364C"/>
                  </a:gs>
                  <a:gs pos="75000">
                    <a:srgbClr val="0078D4"/>
                  </a:gs>
                  <a:gs pos="50000">
                    <a:srgbClr val="C03BC4"/>
                  </a:gs>
                  <a:gs pos="100000">
                    <a:srgbClr val="14938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1" name="Title"/>
          <p:cNvSpPr txBox="1"/>
          <p:nvPr/>
        </p:nvSpPr>
        <p:spPr>
          <a:xfrm>
            <a:off x="585216" y="384048"/>
            <a:ext cx="867308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3000" b="1" dirty="0">
                <a:solidFill>
                  <a:srgbClr val="1B2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Scenario Brief: Community Resilience Grant</a:t>
            </a:r>
          </a:p>
        </p:txBody>
      </p:sp>
      <p:pic>
        <p:nvPicPr>
          <p:cNvPr id="103" name="CPO Logo" descr="Community Partnerships Office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60" y="1166745"/>
            <a:ext cx="2811805" cy="1141222"/>
          </a:xfrm>
          <a:prstGeom prst="rect">
            <a:avLst/>
          </a:prstGeom>
        </p:spPr>
      </p:pic>
      <p:sp>
        <p:nvSpPr>
          <p:cNvPr id="104" name="Fact 0"/>
          <p:cNvSpPr/>
          <p:nvPr/>
        </p:nvSpPr>
        <p:spPr>
          <a:xfrm>
            <a:off x="585216" y="2496820"/>
            <a:ext cx="3520440" cy="603504"/>
          </a:xfrm>
          <a:prstGeom prst="roundRect">
            <a:avLst>
              <a:gd name="adj" fmla="val 25000"/>
            </a:avLst>
          </a:prstGeom>
          <a:noFill/>
          <a:ln w="12700">
            <a:gradFill flip="none" rotWithShape="1">
              <a:gsLst>
                <a:gs pos="0">
                  <a:srgbClr val="C03BC4"/>
                </a:gs>
                <a:gs pos="100000">
                  <a:srgbClr val="0078D4"/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Segoe UI Semibold"/>
              </a:rPr>
              <a:t>Up to 80% of qualifying costs</a:t>
            </a:r>
          </a:p>
        </p:txBody>
      </p:sp>
      <p:sp>
        <p:nvSpPr>
          <p:cNvPr id="105" name="Fact 1"/>
          <p:cNvSpPr/>
          <p:nvPr/>
        </p:nvSpPr>
        <p:spPr>
          <a:xfrm>
            <a:off x="4334256" y="2496820"/>
            <a:ext cx="3520440" cy="603504"/>
          </a:xfrm>
          <a:prstGeom prst="roundRect">
            <a:avLst>
              <a:gd name="adj" fmla="val 25000"/>
            </a:avLst>
          </a:prstGeom>
          <a:noFill/>
          <a:ln w="12700">
            <a:gradFill flip="none" rotWithShape="1">
              <a:gsLst>
                <a:gs pos="0">
                  <a:srgbClr val="C03BC4"/>
                </a:gs>
                <a:gs pos="100000">
                  <a:srgbClr val="0078D4"/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Segoe UI Semibold"/>
              </a:rPr>
              <a:t>Capped at S$50,000 per project</a:t>
            </a:r>
          </a:p>
        </p:txBody>
      </p:sp>
      <p:sp>
        <p:nvSpPr>
          <p:cNvPr id="106" name="Fact 2"/>
          <p:cNvSpPr/>
          <p:nvPr/>
        </p:nvSpPr>
        <p:spPr>
          <a:xfrm>
            <a:off x="8083296" y="2601464"/>
            <a:ext cx="3520440" cy="394216"/>
          </a:xfrm>
          <a:prstGeom prst="roundRect">
            <a:avLst>
              <a:gd name="adj" fmla="val 25000"/>
            </a:avLst>
          </a:prstGeom>
          <a:noFill/>
          <a:ln w="12700">
            <a:gradFill flip="none" rotWithShape="1">
              <a:gsLst>
                <a:gs pos="0">
                  <a:srgbClr val="C03BC4"/>
                </a:gs>
                <a:gs pos="100000">
                  <a:srgbClr val="0078D4"/>
                </a:gs>
              </a:gsLst>
              <a:lin ang="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000000"/>
                </a:solidFill>
                <a:latin typeface="Segoe UI Semibold"/>
              </a:rPr>
              <a:t>Singapore-registered organisations</a:t>
            </a:r>
          </a:p>
        </p:txBody>
      </p:sp>
      <p:sp>
        <p:nvSpPr>
          <p:cNvPr id="107" name="Section"/>
          <p:cNvSpPr txBox="1"/>
          <p:nvPr/>
        </p:nvSpPr>
        <p:spPr>
          <a:xfrm>
            <a:off x="585216" y="3140071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1B2A4A"/>
                </a:solidFill>
              </a:rPr>
              <a:t>Personas</a:t>
            </a:r>
          </a:p>
        </p:txBody>
      </p:sp>
      <p:sp>
        <p:nvSpPr>
          <p:cNvPr id="108" name="Card 0"/>
          <p:cNvSpPr/>
          <p:nvPr/>
        </p:nvSpPr>
        <p:spPr>
          <a:xfrm>
            <a:off x="585216" y="3469255"/>
            <a:ext cx="3520440" cy="29010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txBody>
          <a:bodyPr wrap="square" lIns="91440" rIns="91440" anchor="ctr">
            <a:noAutofit/>
          </a:bodyPr>
          <a:lstStyle/>
          <a:p>
            <a:endParaRPr/>
          </a:p>
        </p:txBody>
      </p:sp>
      <p:sp>
        <p:nvSpPr>
          <p:cNvPr id="111" name="Name 0"/>
          <p:cNvSpPr txBox="1"/>
          <p:nvPr/>
        </p:nvSpPr>
        <p:spPr>
          <a:xfrm>
            <a:off x="841248" y="501700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00" b="1" dirty="0">
                <a:solidFill>
                  <a:srgbClr val="0A6BBA"/>
                </a:solidFill>
              </a:rPr>
              <a:t>Community Partnership Officer</a:t>
            </a:r>
          </a:p>
        </p:txBody>
      </p:sp>
      <p:sp>
        <p:nvSpPr>
          <p:cNvPr id="112" name="Desc 0"/>
          <p:cNvSpPr txBox="1"/>
          <p:nvPr/>
        </p:nvSpPr>
        <p:spPr>
          <a:xfrm>
            <a:off x="841248" y="535305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0" dirty="0">
                <a:solidFill>
                  <a:srgbClr val="44546A"/>
                </a:solidFill>
              </a:rPr>
              <a:t>First point of contact, answers applicant enquiries and runs eligibility and readiness checks</a:t>
            </a:r>
          </a:p>
        </p:txBody>
      </p:sp>
      <p:sp>
        <p:nvSpPr>
          <p:cNvPr id="113" name="Card 1"/>
          <p:cNvSpPr/>
          <p:nvPr/>
        </p:nvSpPr>
        <p:spPr>
          <a:xfrm>
            <a:off x="4334256" y="3469255"/>
            <a:ext cx="3520440" cy="29010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txBody>
          <a:bodyPr wrap="square" lIns="91440" rIns="91440" anchor="ctr">
            <a:noAutofit/>
          </a:bodyPr>
          <a:lstStyle/>
          <a:p>
            <a:endParaRPr/>
          </a:p>
        </p:txBody>
      </p:sp>
      <p:sp>
        <p:nvSpPr>
          <p:cNvPr id="116" name="Name 1"/>
          <p:cNvSpPr txBox="1"/>
          <p:nvPr/>
        </p:nvSpPr>
        <p:spPr>
          <a:xfrm>
            <a:off x="4590288" y="501700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00" b="1" dirty="0">
                <a:solidFill>
                  <a:srgbClr val="6B2FA0"/>
                </a:solidFill>
              </a:rPr>
              <a:t>Community Partnership Manager</a:t>
            </a:r>
          </a:p>
        </p:txBody>
      </p:sp>
      <p:sp>
        <p:nvSpPr>
          <p:cNvPr id="117" name="Desc 1"/>
          <p:cNvSpPr txBox="1"/>
          <p:nvPr/>
        </p:nvSpPr>
        <p:spPr>
          <a:xfrm>
            <a:off x="4590288" y="535305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0" dirty="0">
                <a:solidFill>
                  <a:srgbClr val="44546A"/>
                </a:solidFill>
              </a:rPr>
              <a:t>Takes care of operations</a:t>
            </a:r>
          </a:p>
        </p:txBody>
      </p:sp>
      <p:sp>
        <p:nvSpPr>
          <p:cNvPr id="118" name="Card 2"/>
          <p:cNvSpPr/>
          <p:nvPr/>
        </p:nvSpPr>
        <p:spPr>
          <a:xfrm>
            <a:off x="8083296" y="3469255"/>
            <a:ext cx="3520440" cy="290106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</a:ln>
        </p:spPr>
        <p:txBody>
          <a:bodyPr wrap="square" lIns="91440" rIns="91440" anchor="ctr">
            <a:noAutofit/>
          </a:bodyPr>
          <a:lstStyle/>
          <a:p>
            <a:endParaRPr/>
          </a:p>
        </p:txBody>
      </p:sp>
      <p:sp>
        <p:nvSpPr>
          <p:cNvPr id="120" name="Glyph 2"/>
          <p:cNvSpPr/>
          <p:nvPr/>
        </p:nvSpPr>
        <p:spPr>
          <a:xfrm>
            <a:off x="9642348" y="4267200"/>
            <a:ext cx="402336" cy="402336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rIns="91440" anchor="ctr">
            <a:noAutofit/>
          </a:bodyPr>
          <a:lstStyle/>
          <a:p>
            <a:endParaRPr/>
          </a:p>
        </p:txBody>
      </p:sp>
      <p:sp>
        <p:nvSpPr>
          <p:cNvPr id="121" name="Name 2"/>
          <p:cNvSpPr txBox="1"/>
          <p:nvPr/>
        </p:nvSpPr>
        <p:spPr>
          <a:xfrm>
            <a:off x="8339328" y="5017008"/>
            <a:ext cx="300837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500" b="1" dirty="0">
                <a:solidFill>
                  <a:srgbClr val="318581"/>
                </a:solidFill>
              </a:rPr>
              <a:t>Programme Lead</a:t>
            </a:r>
          </a:p>
        </p:txBody>
      </p:sp>
      <p:sp>
        <p:nvSpPr>
          <p:cNvPr id="122" name="Desc 2"/>
          <p:cNvSpPr txBox="1"/>
          <p:nvPr/>
        </p:nvSpPr>
        <p:spPr>
          <a:xfrm>
            <a:off x="8339328" y="5353050"/>
            <a:ext cx="300837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200" b="0" dirty="0">
                <a:solidFill>
                  <a:srgbClr val="44546A"/>
                </a:solidFill>
              </a:rPr>
              <a:t>Owns the grant portfolio, funding decisions, reporting, outcomes and guidelines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30815-2174-C948-C10B-5317C6728C67}"/>
              </a:ext>
            </a:extLst>
          </p:cNvPr>
          <p:cNvSpPr txBox="1"/>
          <p:nvPr/>
        </p:nvSpPr>
        <p:spPr>
          <a:xfrm>
            <a:off x="3365500" y="1172768"/>
            <a:ext cx="8238236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32742">
              <a:spcBef>
                <a:spcPts val="600"/>
              </a:spcBef>
              <a:buClr>
                <a:srgbClr val="8661C5"/>
              </a:buClr>
              <a:buSzPct val="90000"/>
              <a:defRPr/>
            </a:pPr>
            <a:r>
              <a:rPr lang="en-US" sz="2000" dirty="0">
                <a:solidFill>
                  <a:srgbClr val="000000"/>
                </a:solidFill>
                <a:latin typeface="Segoe UI Semibold"/>
                <a:cs typeface="Segoe UI"/>
              </a:rPr>
              <a:t>The Community Resilience Grant funds ground-up projects that help Singapore communities prepare for, respond to and recover from disruptions.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B3E425-6A1D-E510-E261-7A1A6F33F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016" y="3665220"/>
            <a:ext cx="1219200" cy="1219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0840F0-62BC-C9E7-77B0-3C828786E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957" y="3604641"/>
            <a:ext cx="1325118" cy="13251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27D1D2-FBB4-B70F-5379-AAAEABCE93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013" y="3665220"/>
            <a:ext cx="1148846" cy="11488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36DEB-C772-EBC3-B2C6-E8F545B4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906D-F4C1-887A-E8B2-9E7FFD7B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CE8F3-E56B-8A6F-0078-4FA22D2A827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2813" y="2017713"/>
            <a:ext cx="10364787" cy="9479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WOG Laptop</a:t>
            </a:r>
          </a:p>
          <a:p>
            <a:r>
              <a:rPr lang="en-US" dirty="0"/>
              <a:t>M365 Copilot Premium</a:t>
            </a:r>
          </a:p>
        </p:txBody>
      </p:sp>
    </p:spTree>
    <p:extLst>
      <p:ext uri="{BB962C8B-B14F-4D97-AF65-F5344CB8AC3E}">
        <p14:creationId xmlns:p14="http://schemas.microsoft.com/office/powerpoint/2010/main" val="126732158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25BC5-C417-E06E-6AC6-3B3C7D6E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: Rounded Corners 245">
            <a:extLst>
              <a:ext uri="{FF2B5EF4-FFF2-40B4-BE49-F238E27FC236}">
                <a16:creationId xmlns:a16="http://schemas.microsoft.com/office/drawing/2014/main" id="{CF4CF25D-0E46-9E7C-2325-0408DC669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274320" y="950976"/>
            <a:ext cx="11643360" cy="5268849"/>
          </a:xfrm>
          <a:prstGeom prst="roundRect">
            <a:avLst>
              <a:gd name="adj" fmla="val 3061"/>
            </a:avLst>
          </a:prstGeom>
          <a:solidFill>
            <a:schemeClr val="bg1"/>
          </a:solidFill>
          <a:ln w="12700">
            <a:solidFill>
              <a:schemeClr val="bg1">
                <a:alpha val="50000"/>
              </a:schemeClr>
            </a:solidFill>
            <a:headEnd type="none" w="med" len="med"/>
            <a:tailEnd type="none" w="med" len="med"/>
          </a:ln>
          <a:effectLst>
            <a:outerShdw blurRad="635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0">
                    <a:srgbClr val="FF5C39"/>
                  </a:gs>
                  <a:gs pos="25000">
                    <a:srgbClr val="F4364C"/>
                  </a:gs>
                  <a:gs pos="75000">
                    <a:srgbClr val="0078D4"/>
                  </a:gs>
                  <a:gs pos="50000">
                    <a:srgbClr val="C03BC4"/>
                  </a:gs>
                  <a:gs pos="100000">
                    <a:srgbClr val="14938C"/>
                  </a:gs>
                </a:gsLst>
                <a:lin ang="0" scaled="1"/>
                <a:tileRect/>
              </a:gradFill>
              <a:effectLst/>
              <a:uLnTx/>
              <a:uFillTx/>
              <a:latin typeface="Segoe UI Semibold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01" name="Title">
            <a:extLst>
              <a:ext uri="{FF2B5EF4-FFF2-40B4-BE49-F238E27FC236}">
                <a16:creationId xmlns:a16="http://schemas.microsoft.com/office/drawing/2014/main" id="{F0EBFEF0-DE1E-5168-D70B-29E014A040A8}"/>
              </a:ext>
            </a:extLst>
          </p:cNvPr>
          <p:cNvSpPr txBox="1"/>
          <p:nvPr/>
        </p:nvSpPr>
        <p:spPr>
          <a:xfrm>
            <a:off x="585216" y="384048"/>
            <a:ext cx="867308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3000" b="1" dirty="0">
                <a:solidFill>
                  <a:srgbClr val="1B2A4A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Effective Instructions for Agents</a:t>
            </a:r>
          </a:p>
        </p:txBody>
      </p:sp>
      <p:sp>
        <p:nvSpPr>
          <p:cNvPr id="135" name="Shape 7">
            <a:extLst>
              <a:ext uri="{FF2B5EF4-FFF2-40B4-BE49-F238E27FC236}">
                <a16:creationId xmlns:a16="http://schemas.microsoft.com/office/drawing/2014/main" id="{8C0A13F5-DF97-E7B0-45C6-5F01C9F0576A}"/>
              </a:ext>
            </a:extLst>
          </p:cNvPr>
          <p:cNvSpPr/>
          <p:nvPr/>
        </p:nvSpPr>
        <p:spPr>
          <a:xfrm>
            <a:off x="384048" y="1133856"/>
            <a:ext cx="512064" cy="512064"/>
          </a:xfrm>
          <a:prstGeom prst="ellipse">
            <a:avLst/>
          </a:prstGeom>
          <a:solidFill>
            <a:srgbClr val="0867D3"/>
          </a:solidFill>
          <a:ln w="12700">
            <a:solidFill>
              <a:srgbClr val="0867D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6" name="Text 8">
            <a:extLst>
              <a:ext uri="{FF2B5EF4-FFF2-40B4-BE49-F238E27FC236}">
                <a16:creationId xmlns:a16="http://schemas.microsoft.com/office/drawing/2014/main" id="{0A8AB803-6F06-205C-5228-CC3D57FA57D9}"/>
              </a:ext>
            </a:extLst>
          </p:cNvPr>
          <p:cNvSpPr/>
          <p:nvPr/>
        </p:nvSpPr>
        <p:spPr>
          <a:xfrm>
            <a:off x="384048" y="1188720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300" dirty="0"/>
          </a:p>
        </p:txBody>
      </p:sp>
      <p:sp>
        <p:nvSpPr>
          <p:cNvPr id="137" name="Text 9">
            <a:extLst>
              <a:ext uri="{FF2B5EF4-FFF2-40B4-BE49-F238E27FC236}">
                <a16:creationId xmlns:a16="http://schemas.microsoft.com/office/drawing/2014/main" id="{30D97F76-D831-1713-9F84-43D3786F4A56}"/>
              </a:ext>
            </a:extLst>
          </p:cNvPr>
          <p:cNvSpPr/>
          <p:nvPr/>
        </p:nvSpPr>
        <p:spPr>
          <a:xfrm>
            <a:off x="987552" y="122529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82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for effective agent instructions</a:t>
            </a:r>
            <a:endParaRPr lang="en-US" sz="2000" dirty="0"/>
          </a:p>
        </p:txBody>
      </p:sp>
      <p:sp>
        <p:nvSpPr>
          <p:cNvPr id="138" name="Shape 10">
            <a:extLst>
              <a:ext uri="{FF2B5EF4-FFF2-40B4-BE49-F238E27FC236}">
                <a16:creationId xmlns:a16="http://schemas.microsoft.com/office/drawing/2014/main" id="{342C9756-4BFE-7DF0-B018-BA0198F86A10}"/>
              </a:ext>
            </a:extLst>
          </p:cNvPr>
          <p:cNvSpPr/>
          <p:nvPr/>
        </p:nvSpPr>
        <p:spPr>
          <a:xfrm>
            <a:off x="338328" y="1682496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8F5FF"/>
          </a:solidFill>
          <a:ln w="12700">
            <a:solidFill>
              <a:srgbClr val="E8F5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9" name="Shape 11">
            <a:extLst>
              <a:ext uri="{FF2B5EF4-FFF2-40B4-BE49-F238E27FC236}">
                <a16:creationId xmlns:a16="http://schemas.microsoft.com/office/drawing/2014/main" id="{4D531597-A825-9BE4-DDB9-7299F7760008}"/>
              </a:ext>
            </a:extLst>
          </p:cNvPr>
          <p:cNvSpPr/>
          <p:nvPr/>
        </p:nvSpPr>
        <p:spPr>
          <a:xfrm>
            <a:off x="457200" y="1810512"/>
            <a:ext cx="347472" cy="347472"/>
          </a:xfrm>
          <a:prstGeom prst="ellipse">
            <a:avLst/>
          </a:prstGeom>
          <a:solidFill>
            <a:srgbClr val="3499E7"/>
          </a:solidFill>
          <a:ln w="12700">
            <a:solidFill>
              <a:srgbClr val="3499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0" name="Text 12">
            <a:extLst>
              <a:ext uri="{FF2B5EF4-FFF2-40B4-BE49-F238E27FC236}">
                <a16:creationId xmlns:a16="http://schemas.microsoft.com/office/drawing/2014/main" id="{BBA3AF72-6C4D-B8F4-FDF2-C5657A33C420}"/>
              </a:ext>
            </a:extLst>
          </p:cNvPr>
          <p:cNvSpPr/>
          <p:nvPr/>
        </p:nvSpPr>
        <p:spPr>
          <a:xfrm>
            <a:off x="457200" y="18196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44" name="Text 16">
            <a:extLst>
              <a:ext uri="{FF2B5EF4-FFF2-40B4-BE49-F238E27FC236}">
                <a16:creationId xmlns:a16="http://schemas.microsoft.com/office/drawing/2014/main" id="{6CFE8586-BF58-E9A6-6DF6-4E85B8F7146F}"/>
              </a:ext>
            </a:extLst>
          </p:cNvPr>
          <p:cNvSpPr/>
          <p:nvPr/>
        </p:nvSpPr>
        <p:spPr>
          <a:xfrm>
            <a:off x="457200" y="2295144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purpose</a:t>
            </a:r>
            <a:endParaRPr lang="en-US" sz="1280" dirty="0"/>
          </a:p>
        </p:txBody>
      </p:sp>
      <p:sp>
        <p:nvSpPr>
          <p:cNvPr id="145" name="Text 17">
            <a:extLst>
              <a:ext uri="{FF2B5EF4-FFF2-40B4-BE49-F238E27FC236}">
                <a16:creationId xmlns:a16="http://schemas.microsoft.com/office/drawing/2014/main" id="{69D1F984-C9C1-1AC2-FE18-E632E88B850E}"/>
              </a:ext>
            </a:extLst>
          </p:cNvPr>
          <p:cNvSpPr/>
          <p:nvPr/>
        </p:nvSpPr>
        <p:spPr>
          <a:xfrm>
            <a:off x="457200" y="26700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exactly what the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must accomplish.</a:t>
            </a:r>
            <a:endParaRPr lang="en-US" sz="1060" dirty="0"/>
          </a:p>
        </p:txBody>
      </p:sp>
      <p:sp>
        <p:nvSpPr>
          <p:cNvPr id="146" name="Shape 18">
            <a:extLst>
              <a:ext uri="{FF2B5EF4-FFF2-40B4-BE49-F238E27FC236}">
                <a16:creationId xmlns:a16="http://schemas.microsoft.com/office/drawing/2014/main" id="{74779448-69A6-2A31-49CC-04352521D935}"/>
              </a:ext>
            </a:extLst>
          </p:cNvPr>
          <p:cNvSpPr/>
          <p:nvPr/>
        </p:nvSpPr>
        <p:spPr>
          <a:xfrm>
            <a:off x="429768" y="3291840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7" name="Text 19">
            <a:extLst>
              <a:ext uri="{FF2B5EF4-FFF2-40B4-BE49-F238E27FC236}">
                <a16:creationId xmlns:a16="http://schemas.microsoft.com/office/drawing/2014/main" id="{8C52E419-0C3E-9C1C-5510-346176AB8FD5}"/>
              </a:ext>
            </a:extLst>
          </p:cNvPr>
          <p:cNvSpPr/>
          <p:nvPr/>
        </p:nvSpPr>
        <p:spPr>
          <a:xfrm>
            <a:off x="512064" y="3328416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“Be specific about the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you want.”</a:t>
            </a:r>
            <a:endParaRPr lang="en-US" sz="980" dirty="0"/>
          </a:p>
        </p:txBody>
      </p:sp>
      <p:sp>
        <p:nvSpPr>
          <p:cNvPr id="148" name="Shape 20">
            <a:extLst>
              <a:ext uri="{FF2B5EF4-FFF2-40B4-BE49-F238E27FC236}">
                <a16:creationId xmlns:a16="http://schemas.microsoft.com/office/drawing/2014/main" id="{BE32999D-F646-1202-ECA4-5C710EA0D422}"/>
              </a:ext>
            </a:extLst>
          </p:cNvPr>
          <p:cNvSpPr/>
          <p:nvPr/>
        </p:nvSpPr>
        <p:spPr>
          <a:xfrm>
            <a:off x="2496312" y="1682496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6F9F4"/>
          </a:solidFill>
          <a:ln w="12700">
            <a:solidFill>
              <a:srgbClr val="E6F9F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9" name="Shape 21">
            <a:extLst>
              <a:ext uri="{FF2B5EF4-FFF2-40B4-BE49-F238E27FC236}">
                <a16:creationId xmlns:a16="http://schemas.microsoft.com/office/drawing/2014/main" id="{01861C8E-1A60-E5BE-82A5-17AFD3B7FC00}"/>
              </a:ext>
            </a:extLst>
          </p:cNvPr>
          <p:cNvSpPr/>
          <p:nvPr/>
        </p:nvSpPr>
        <p:spPr>
          <a:xfrm>
            <a:off x="2615184" y="1810512"/>
            <a:ext cx="347472" cy="347472"/>
          </a:xfrm>
          <a:prstGeom prst="ellipse">
            <a:avLst/>
          </a:prstGeom>
          <a:solidFill>
            <a:srgbClr val="23A7B5"/>
          </a:solidFill>
          <a:ln w="12700">
            <a:solidFill>
              <a:srgbClr val="23A7B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0" name="Text 22">
            <a:extLst>
              <a:ext uri="{FF2B5EF4-FFF2-40B4-BE49-F238E27FC236}">
                <a16:creationId xmlns:a16="http://schemas.microsoft.com/office/drawing/2014/main" id="{11792453-44A7-E0FE-19AC-84F51BADB72E}"/>
              </a:ext>
            </a:extLst>
          </p:cNvPr>
          <p:cNvSpPr/>
          <p:nvPr/>
        </p:nvSpPr>
        <p:spPr>
          <a:xfrm>
            <a:off x="2615184" y="18196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55" name="Text 27">
            <a:extLst>
              <a:ext uri="{FF2B5EF4-FFF2-40B4-BE49-F238E27FC236}">
                <a16:creationId xmlns:a16="http://schemas.microsoft.com/office/drawing/2014/main" id="{73309EA2-CFF8-DB6A-7273-5C5B8F4E2FEE}"/>
              </a:ext>
            </a:extLst>
          </p:cNvPr>
          <p:cNvSpPr/>
          <p:nvPr/>
        </p:nvSpPr>
        <p:spPr>
          <a:xfrm>
            <a:off x="2615184" y="2295144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clear, actionable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1280" dirty="0"/>
          </a:p>
        </p:txBody>
      </p:sp>
      <p:sp>
        <p:nvSpPr>
          <p:cNvPr id="156" name="Text 28">
            <a:extLst>
              <a:ext uri="{FF2B5EF4-FFF2-40B4-BE49-F238E27FC236}">
                <a16:creationId xmlns:a16="http://schemas.microsoft.com/office/drawing/2014/main" id="{D290F67B-2570-E7F2-2211-6F88410A5660}"/>
              </a:ext>
            </a:extLst>
          </p:cNvPr>
          <p:cNvSpPr/>
          <p:nvPr/>
        </p:nvSpPr>
        <p:spPr>
          <a:xfrm>
            <a:off x="2615184" y="26700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precise verbs such as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ask, search, check, send,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use.</a:t>
            </a:r>
            <a:endParaRPr lang="en-US" sz="1060" dirty="0"/>
          </a:p>
        </p:txBody>
      </p:sp>
      <p:sp>
        <p:nvSpPr>
          <p:cNvPr id="157" name="Shape 29">
            <a:extLst>
              <a:ext uri="{FF2B5EF4-FFF2-40B4-BE49-F238E27FC236}">
                <a16:creationId xmlns:a16="http://schemas.microsoft.com/office/drawing/2014/main" id="{48FFB218-1CF9-D6CE-CD49-8738B992627B}"/>
              </a:ext>
            </a:extLst>
          </p:cNvPr>
          <p:cNvSpPr/>
          <p:nvPr/>
        </p:nvSpPr>
        <p:spPr>
          <a:xfrm>
            <a:off x="2587752" y="3291840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8" name="Text 30">
            <a:extLst>
              <a:ext uri="{FF2B5EF4-FFF2-40B4-BE49-F238E27FC236}">
                <a16:creationId xmlns:a16="http://schemas.microsoft.com/office/drawing/2014/main" id="{087A1ECD-84E7-F7B8-FB96-80EB5D9C47E3}"/>
              </a:ext>
            </a:extLst>
          </p:cNvPr>
          <p:cNvSpPr/>
          <p:nvPr/>
        </p:nvSpPr>
        <p:spPr>
          <a:xfrm>
            <a:off x="2670048" y="3328416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“Clear actions help the agent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 the right steps.”</a:t>
            </a:r>
            <a:endParaRPr lang="en-US" sz="980" dirty="0"/>
          </a:p>
        </p:txBody>
      </p:sp>
      <p:sp>
        <p:nvSpPr>
          <p:cNvPr id="159" name="Shape 31">
            <a:extLst>
              <a:ext uri="{FF2B5EF4-FFF2-40B4-BE49-F238E27FC236}">
                <a16:creationId xmlns:a16="http://schemas.microsoft.com/office/drawing/2014/main" id="{25A731C0-488B-6A35-7764-F0D13177BF50}"/>
              </a:ext>
            </a:extLst>
          </p:cNvPr>
          <p:cNvSpPr/>
          <p:nvPr/>
        </p:nvSpPr>
        <p:spPr>
          <a:xfrm>
            <a:off x="4654296" y="1682496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8F5FF"/>
          </a:solidFill>
          <a:ln w="12700">
            <a:solidFill>
              <a:srgbClr val="E8F5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0" name="Shape 32">
            <a:extLst>
              <a:ext uri="{FF2B5EF4-FFF2-40B4-BE49-F238E27FC236}">
                <a16:creationId xmlns:a16="http://schemas.microsoft.com/office/drawing/2014/main" id="{03809334-2F17-A22D-A77B-9BFC8B39749C}"/>
              </a:ext>
            </a:extLst>
          </p:cNvPr>
          <p:cNvSpPr/>
          <p:nvPr/>
        </p:nvSpPr>
        <p:spPr>
          <a:xfrm>
            <a:off x="4773168" y="1810512"/>
            <a:ext cx="347472" cy="347472"/>
          </a:xfrm>
          <a:prstGeom prst="ellipse">
            <a:avLst/>
          </a:prstGeom>
          <a:solidFill>
            <a:srgbClr val="3499E7"/>
          </a:solidFill>
          <a:ln w="12700">
            <a:solidFill>
              <a:srgbClr val="3499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1" name="Text 33">
            <a:extLst>
              <a:ext uri="{FF2B5EF4-FFF2-40B4-BE49-F238E27FC236}">
                <a16:creationId xmlns:a16="http://schemas.microsoft.com/office/drawing/2014/main" id="{6B2D875E-0E4C-3CC3-5FCE-C4825FA900D5}"/>
              </a:ext>
            </a:extLst>
          </p:cNvPr>
          <p:cNvSpPr/>
          <p:nvPr/>
        </p:nvSpPr>
        <p:spPr>
          <a:xfrm>
            <a:off x="4773168" y="1819656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69" name="Text 41">
            <a:extLst>
              <a:ext uri="{FF2B5EF4-FFF2-40B4-BE49-F238E27FC236}">
                <a16:creationId xmlns:a16="http://schemas.microsoft.com/office/drawing/2014/main" id="{33E515B7-195B-E19D-8354-08C49CE31139}"/>
              </a:ext>
            </a:extLst>
          </p:cNvPr>
          <p:cNvSpPr/>
          <p:nvPr/>
        </p:nvSpPr>
        <p:spPr>
          <a:xfrm>
            <a:off x="4773168" y="2295144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workflows</a:t>
            </a:r>
            <a:endParaRPr lang="en-US" sz="1280" dirty="0"/>
          </a:p>
        </p:txBody>
      </p:sp>
      <p:sp>
        <p:nvSpPr>
          <p:cNvPr id="170" name="Text 42">
            <a:extLst>
              <a:ext uri="{FF2B5EF4-FFF2-40B4-BE49-F238E27FC236}">
                <a16:creationId xmlns:a16="http://schemas.microsoft.com/office/drawing/2014/main" id="{832842CB-1FB2-C9B8-58CB-3C13A6B8EDAB}"/>
              </a:ext>
            </a:extLst>
          </p:cNvPr>
          <p:cNvSpPr/>
          <p:nvPr/>
        </p:nvSpPr>
        <p:spPr>
          <a:xfrm>
            <a:off x="4773168" y="267004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complex tasks into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steps with Goal,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Action, and Transition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sequence matters.</a:t>
            </a:r>
            <a:endParaRPr lang="en-US" sz="1060" dirty="0"/>
          </a:p>
        </p:txBody>
      </p:sp>
      <p:sp>
        <p:nvSpPr>
          <p:cNvPr id="171" name="Shape 43">
            <a:extLst>
              <a:ext uri="{FF2B5EF4-FFF2-40B4-BE49-F238E27FC236}">
                <a16:creationId xmlns:a16="http://schemas.microsoft.com/office/drawing/2014/main" id="{2791BA6C-781C-6CB4-1B4F-AE5060ACAEAC}"/>
              </a:ext>
            </a:extLst>
          </p:cNvPr>
          <p:cNvSpPr/>
          <p:nvPr/>
        </p:nvSpPr>
        <p:spPr>
          <a:xfrm>
            <a:off x="4745736" y="3291840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2" name="Text 44">
            <a:extLst>
              <a:ext uri="{FF2B5EF4-FFF2-40B4-BE49-F238E27FC236}">
                <a16:creationId xmlns:a16="http://schemas.microsoft.com/office/drawing/2014/main" id="{F7C3D1BD-7ACD-B6B1-728F-273F84C6C67C}"/>
              </a:ext>
            </a:extLst>
          </p:cNvPr>
          <p:cNvSpPr/>
          <p:nvPr/>
        </p:nvSpPr>
        <p:spPr>
          <a:xfrm>
            <a:off x="4828032" y="3328416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“Define the flow from start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finish.”</a:t>
            </a:r>
            <a:endParaRPr lang="en-US" sz="980" dirty="0"/>
          </a:p>
        </p:txBody>
      </p:sp>
      <p:sp>
        <p:nvSpPr>
          <p:cNvPr id="173" name="Shape 45">
            <a:extLst>
              <a:ext uri="{FF2B5EF4-FFF2-40B4-BE49-F238E27FC236}">
                <a16:creationId xmlns:a16="http://schemas.microsoft.com/office/drawing/2014/main" id="{4FAFF063-0D35-F1A8-7516-64E116CF3753}"/>
              </a:ext>
            </a:extLst>
          </p:cNvPr>
          <p:cNvSpPr/>
          <p:nvPr/>
        </p:nvSpPr>
        <p:spPr>
          <a:xfrm>
            <a:off x="338328" y="3904488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6F9F4"/>
          </a:solidFill>
          <a:ln w="12700">
            <a:solidFill>
              <a:srgbClr val="E6F9F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4" name="Shape 46">
            <a:extLst>
              <a:ext uri="{FF2B5EF4-FFF2-40B4-BE49-F238E27FC236}">
                <a16:creationId xmlns:a16="http://schemas.microsoft.com/office/drawing/2014/main" id="{22CFE895-DB28-400A-C2AD-1F3DADD60854}"/>
              </a:ext>
            </a:extLst>
          </p:cNvPr>
          <p:cNvSpPr/>
          <p:nvPr/>
        </p:nvSpPr>
        <p:spPr>
          <a:xfrm>
            <a:off x="457200" y="4032504"/>
            <a:ext cx="347472" cy="347472"/>
          </a:xfrm>
          <a:prstGeom prst="ellipse">
            <a:avLst/>
          </a:prstGeom>
          <a:solidFill>
            <a:srgbClr val="23A7B5"/>
          </a:solidFill>
          <a:ln w="12700">
            <a:solidFill>
              <a:srgbClr val="23A7B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5" name="Text 47">
            <a:extLst>
              <a:ext uri="{FF2B5EF4-FFF2-40B4-BE49-F238E27FC236}">
                <a16:creationId xmlns:a16="http://schemas.microsoft.com/office/drawing/2014/main" id="{8FBFFB43-AA79-999F-12B1-80D3E0BAE82D}"/>
              </a:ext>
            </a:extLst>
          </p:cNvPr>
          <p:cNvSpPr/>
          <p:nvPr/>
        </p:nvSpPr>
        <p:spPr>
          <a:xfrm>
            <a:off x="457200" y="40416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79" name="Text 51">
            <a:extLst>
              <a:ext uri="{FF2B5EF4-FFF2-40B4-BE49-F238E27FC236}">
                <a16:creationId xmlns:a16="http://schemas.microsoft.com/office/drawing/2014/main" id="{4C275106-82A1-7B6B-6627-B51FC38C7DEE}"/>
              </a:ext>
            </a:extLst>
          </p:cNvPr>
          <p:cNvSpPr/>
          <p:nvPr/>
        </p:nvSpPr>
        <p:spPr>
          <a:xfrm>
            <a:off x="457200" y="4517136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task at a time</a:t>
            </a:r>
            <a:endParaRPr lang="en-US" sz="1280" dirty="0"/>
          </a:p>
        </p:txBody>
      </p:sp>
      <p:sp>
        <p:nvSpPr>
          <p:cNvPr id="180" name="Text 52">
            <a:extLst>
              <a:ext uri="{FF2B5EF4-FFF2-40B4-BE49-F238E27FC236}">
                <a16:creationId xmlns:a16="http://schemas.microsoft.com/office/drawing/2014/main" id="{93CAC8A6-D077-5610-8A9E-0013EA531678}"/>
              </a:ext>
            </a:extLst>
          </p:cNvPr>
          <p:cNvSpPr/>
          <p:nvPr/>
        </p:nvSpPr>
        <p:spPr>
          <a:xfrm>
            <a:off x="457200" y="48920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multi-action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into individual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rather than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them.</a:t>
            </a:r>
            <a:endParaRPr lang="en-US" sz="1060" dirty="0"/>
          </a:p>
        </p:txBody>
      </p:sp>
      <p:sp>
        <p:nvSpPr>
          <p:cNvPr id="181" name="Shape 53">
            <a:extLst>
              <a:ext uri="{FF2B5EF4-FFF2-40B4-BE49-F238E27FC236}">
                <a16:creationId xmlns:a16="http://schemas.microsoft.com/office/drawing/2014/main" id="{B71FC305-F27C-5FB8-4BC7-E9038BD1CA80}"/>
              </a:ext>
            </a:extLst>
          </p:cNvPr>
          <p:cNvSpPr/>
          <p:nvPr/>
        </p:nvSpPr>
        <p:spPr>
          <a:xfrm>
            <a:off x="429768" y="5513832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2" name="Text 54">
            <a:extLst>
              <a:ext uri="{FF2B5EF4-FFF2-40B4-BE49-F238E27FC236}">
                <a16:creationId xmlns:a16="http://schemas.microsoft.com/office/drawing/2014/main" id="{1B822CD2-302D-9640-EFAE-4FB035AEE23A}"/>
              </a:ext>
            </a:extLst>
          </p:cNvPr>
          <p:cNvSpPr/>
          <p:nvPr/>
        </p:nvSpPr>
        <p:spPr>
          <a:xfrm>
            <a:off x="512064" y="555040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“One clear task at a time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accuracy.”</a:t>
            </a:r>
            <a:endParaRPr lang="en-US" sz="980" dirty="0"/>
          </a:p>
        </p:txBody>
      </p:sp>
      <p:sp>
        <p:nvSpPr>
          <p:cNvPr id="183" name="Shape 55">
            <a:extLst>
              <a:ext uri="{FF2B5EF4-FFF2-40B4-BE49-F238E27FC236}">
                <a16:creationId xmlns:a16="http://schemas.microsoft.com/office/drawing/2014/main" id="{57FAA472-7C7D-14F2-79DA-3F034A14973A}"/>
              </a:ext>
            </a:extLst>
          </p:cNvPr>
          <p:cNvSpPr/>
          <p:nvPr/>
        </p:nvSpPr>
        <p:spPr>
          <a:xfrm>
            <a:off x="2496312" y="3904488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8F5FF"/>
          </a:solidFill>
          <a:ln w="12700">
            <a:solidFill>
              <a:srgbClr val="E8F5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4" name="Shape 56">
            <a:extLst>
              <a:ext uri="{FF2B5EF4-FFF2-40B4-BE49-F238E27FC236}">
                <a16:creationId xmlns:a16="http://schemas.microsoft.com/office/drawing/2014/main" id="{14477913-B61C-7317-691D-A35090A25F1F}"/>
              </a:ext>
            </a:extLst>
          </p:cNvPr>
          <p:cNvSpPr/>
          <p:nvPr/>
        </p:nvSpPr>
        <p:spPr>
          <a:xfrm>
            <a:off x="2615184" y="4032504"/>
            <a:ext cx="347472" cy="347472"/>
          </a:xfrm>
          <a:prstGeom prst="ellipse">
            <a:avLst/>
          </a:prstGeom>
          <a:solidFill>
            <a:srgbClr val="3499E7"/>
          </a:solidFill>
          <a:ln w="12700">
            <a:solidFill>
              <a:srgbClr val="3499E7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5" name="Text 57">
            <a:extLst>
              <a:ext uri="{FF2B5EF4-FFF2-40B4-BE49-F238E27FC236}">
                <a16:creationId xmlns:a16="http://schemas.microsoft.com/office/drawing/2014/main" id="{8222ACE1-4F36-0ACE-3EAF-E2574644DE1D}"/>
              </a:ext>
            </a:extLst>
          </p:cNvPr>
          <p:cNvSpPr/>
          <p:nvPr/>
        </p:nvSpPr>
        <p:spPr>
          <a:xfrm>
            <a:off x="2615184" y="40416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90" name="Text 62">
            <a:extLst>
              <a:ext uri="{FF2B5EF4-FFF2-40B4-BE49-F238E27FC236}">
                <a16:creationId xmlns:a16="http://schemas.microsoft.com/office/drawing/2014/main" id="{50DC6CAB-023F-D69B-BC66-01AA7978746D}"/>
              </a:ext>
            </a:extLst>
          </p:cNvPr>
          <p:cNvSpPr/>
          <p:nvPr/>
        </p:nvSpPr>
        <p:spPr>
          <a:xfrm>
            <a:off x="2615184" y="4517136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the response</a:t>
            </a:r>
            <a:endParaRPr lang="en-US" sz="1280" dirty="0"/>
          </a:p>
        </p:txBody>
      </p:sp>
      <p:sp>
        <p:nvSpPr>
          <p:cNvPr id="191" name="Text 63">
            <a:extLst>
              <a:ext uri="{FF2B5EF4-FFF2-40B4-BE49-F238E27FC236}">
                <a16:creationId xmlns:a16="http://schemas.microsoft.com/office/drawing/2014/main" id="{DBDA0756-7ABF-B9A4-B266-1C996B47A867}"/>
              </a:ext>
            </a:extLst>
          </p:cNvPr>
          <p:cNvSpPr/>
          <p:nvPr/>
        </p:nvSpPr>
        <p:spPr>
          <a:xfrm>
            <a:off x="2615184" y="48920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Explicitly define tone,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verbosity, and output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format.</a:t>
            </a:r>
            <a:endParaRPr lang="en-US" sz="1060" dirty="0"/>
          </a:p>
        </p:txBody>
      </p:sp>
      <p:sp>
        <p:nvSpPr>
          <p:cNvPr id="192" name="Shape 64">
            <a:extLst>
              <a:ext uri="{FF2B5EF4-FFF2-40B4-BE49-F238E27FC236}">
                <a16:creationId xmlns:a16="http://schemas.microsoft.com/office/drawing/2014/main" id="{6A06CD77-EC7A-9C02-9CB1-BC553A555D33}"/>
              </a:ext>
            </a:extLst>
          </p:cNvPr>
          <p:cNvSpPr/>
          <p:nvPr/>
        </p:nvSpPr>
        <p:spPr>
          <a:xfrm>
            <a:off x="2587752" y="5513832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3" name="Text 65">
            <a:extLst>
              <a:ext uri="{FF2B5EF4-FFF2-40B4-BE49-F238E27FC236}">
                <a16:creationId xmlns:a16="http://schemas.microsoft.com/office/drawing/2014/main" id="{7DDA5051-7776-E3D8-E840-1F030D68FAB6}"/>
              </a:ext>
            </a:extLst>
          </p:cNvPr>
          <p:cNvSpPr/>
          <p:nvPr/>
        </p:nvSpPr>
        <p:spPr>
          <a:xfrm>
            <a:off x="2670048" y="555040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“Tell the agent how you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 the response to look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sound.”</a:t>
            </a:r>
            <a:endParaRPr lang="en-US" sz="980" dirty="0"/>
          </a:p>
        </p:txBody>
      </p:sp>
      <p:sp>
        <p:nvSpPr>
          <p:cNvPr id="194" name="Shape 66">
            <a:extLst>
              <a:ext uri="{FF2B5EF4-FFF2-40B4-BE49-F238E27FC236}">
                <a16:creationId xmlns:a16="http://schemas.microsoft.com/office/drawing/2014/main" id="{03A76662-61A8-3771-76D9-13F50669A1DE}"/>
              </a:ext>
            </a:extLst>
          </p:cNvPr>
          <p:cNvSpPr/>
          <p:nvPr/>
        </p:nvSpPr>
        <p:spPr>
          <a:xfrm>
            <a:off x="4654296" y="3904488"/>
            <a:ext cx="2039112" cy="2121408"/>
          </a:xfrm>
          <a:prstGeom prst="roundRect">
            <a:avLst>
              <a:gd name="adj" fmla="val 5381"/>
            </a:avLst>
          </a:prstGeom>
          <a:solidFill>
            <a:srgbClr val="E6F9F4"/>
          </a:solidFill>
          <a:ln w="12700">
            <a:solidFill>
              <a:srgbClr val="E6F9F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5" name="Shape 67">
            <a:extLst>
              <a:ext uri="{FF2B5EF4-FFF2-40B4-BE49-F238E27FC236}">
                <a16:creationId xmlns:a16="http://schemas.microsoft.com/office/drawing/2014/main" id="{1EE4B219-EEFD-76F3-9744-5EE31DFC8756}"/>
              </a:ext>
            </a:extLst>
          </p:cNvPr>
          <p:cNvSpPr/>
          <p:nvPr/>
        </p:nvSpPr>
        <p:spPr>
          <a:xfrm>
            <a:off x="4773168" y="4032504"/>
            <a:ext cx="347472" cy="347472"/>
          </a:xfrm>
          <a:prstGeom prst="ellipse">
            <a:avLst/>
          </a:prstGeom>
          <a:solidFill>
            <a:srgbClr val="23A7B5"/>
          </a:solidFill>
          <a:ln w="12700">
            <a:solidFill>
              <a:srgbClr val="23A7B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6" name="Text 68">
            <a:extLst>
              <a:ext uri="{FF2B5EF4-FFF2-40B4-BE49-F238E27FC236}">
                <a16:creationId xmlns:a16="http://schemas.microsoft.com/office/drawing/2014/main" id="{CCB299DB-7DA9-2BD3-DC98-0FACF2A338A4}"/>
              </a:ext>
            </a:extLst>
          </p:cNvPr>
          <p:cNvSpPr/>
          <p:nvPr/>
        </p:nvSpPr>
        <p:spPr>
          <a:xfrm>
            <a:off x="4773168" y="4041648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207" name="Text 79">
            <a:extLst>
              <a:ext uri="{FF2B5EF4-FFF2-40B4-BE49-F238E27FC236}">
                <a16:creationId xmlns:a16="http://schemas.microsoft.com/office/drawing/2014/main" id="{D30A8D0F-8884-A60C-D7E5-40FD8A5A144E}"/>
              </a:ext>
            </a:extLst>
          </p:cNvPr>
          <p:cNvSpPr/>
          <p:nvPr/>
        </p:nvSpPr>
        <p:spPr>
          <a:xfrm>
            <a:off x="4773168" y="4517136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examples &amp; Domain Vocabulary</a:t>
            </a:r>
            <a:endParaRPr lang="en-US" sz="1280" dirty="0"/>
          </a:p>
        </p:txBody>
      </p:sp>
      <p:sp>
        <p:nvSpPr>
          <p:cNvPr id="208" name="Text 80">
            <a:extLst>
              <a:ext uri="{FF2B5EF4-FFF2-40B4-BE49-F238E27FC236}">
                <a16:creationId xmlns:a16="http://schemas.microsoft.com/office/drawing/2014/main" id="{8F3C48A4-52A9-B5F3-7C29-907ADA3856E2}"/>
              </a:ext>
            </a:extLst>
          </p:cNvPr>
          <p:cNvSpPr/>
          <p:nvPr/>
        </p:nvSpPr>
        <p:spPr>
          <a:xfrm>
            <a:off x="4773168" y="489204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examples for complex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scenarios and include a final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 for completeness.</a:t>
            </a:r>
            <a:endParaRPr lang="en-US" sz="1060" dirty="0"/>
          </a:p>
        </p:txBody>
      </p:sp>
      <p:sp>
        <p:nvSpPr>
          <p:cNvPr id="209" name="Shape 81">
            <a:extLst>
              <a:ext uri="{FF2B5EF4-FFF2-40B4-BE49-F238E27FC236}">
                <a16:creationId xmlns:a16="http://schemas.microsoft.com/office/drawing/2014/main" id="{8D726572-76ED-D6E4-2FBB-ED162FC10F7D}"/>
              </a:ext>
            </a:extLst>
          </p:cNvPr>
          <p:cNvSpPr/>
          <p:nvPr/>
        </p:nvSpPr>
        <p:spPr>
          <a:xfrm>
            <a:off x="4745736" y="5513832"/>
            <a:ext cx="1856232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0" name="Text 82">
            <a:extLst>
              <a:ext uri="{FF2B5EF4-FFF2-40B4-BE49-F238E27FC236}">
                <a16:creationId xmlns:a16="http://schemas.microsoft.com/office/drawing/2014/main" id="{25164F05-1255-9050-46B2-F83DEB170109}"/>
              </a:ext>
            </a:extLst>
          </p:cNvPr>
          <p:cNvSpPr/>
          <p:nvPr/>
        </p:nvSpPr>
        <p:spPr>
          <a:xfrm>
            <a:off x="4828032" y="5550408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“Examples reduce ambiguity</a:t>
            </a:r>
            <a:endParaRPr lang="en-US" sz="980" dirty="0"/>
          </a:p>
          <a:p>
            <a:pPr marL="0" indent="0">
              <a:buNone/>
            </a:pPr>
            <a:r>
              <a:rPr lang="en-US" sz="98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improve reliability.”</a:t>
            </a:r>
            <a:endParaRPr lang="en-US" sz="980" dirty="0"/>
          </a:p>
        </p:txBody>
      </p:sp>
      <p:sp>
        <p:nvSpPr>
          <p:cNvPr id="218" name="Text 90">
            <a:extLst>
              <a:ext uri="{FF2B5EF4-FFF2-40B4-BE49-F238E27FC236}">
                <a16:creationId xmlns:a16="http://schemas.microsoft.com/office/drawing/2014/main" id="{642FD6EC-DD0B-B99B-2448-E62F9B08B297}"/>
              </a:ext>
            </a:extLst>
          </p:cNvPr>
          <p:cNvSpPr/>
          <p:nvPr/>
        </p:nvSpPr>
        <p:spPr>
          <a:xfrm>
            <a:off x="7187184" y="1197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82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2100" dirty="0"/>
          </a:p>
        </p:txBody>
      </p:sp>
      <p:sp>
        <p:nvSpPr>
          <p:cNvPr id="219" name="Text 91">
            <a:extLst>
              <a:ext uri="{FF2B5EF4-FFF2-40B4-BE49-F238E27FC236}">
                <a16:creationId xmlns:a16="http://schemas.microsoft.com/office/drawing/2014/main" id="{F0AF5ECD-C205-94B2-280C-D3D8BF32F692}"/>
              </a:ext>
            </a:extLst>
          </p:cNvPr>
          <p:cNvSpPr/>
          <p:nvPr/>
        </p:nvSpPr>
        <p:spPr>
          <a:xfrm>
            <a:off x="7187184" y="15087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871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weak instruction to a strong, effective one.</a:t>
            </a:r>
            <a:endParaRPr lang="en-US" sz="1200" dirty="0"/>
          </a:p>
        </p:txBody>
      </p:sp>
      <p:sp>
        <p:nvSpPr>
          <p:cNvPr id="220" name="Shape 92">
            <a:extLst>
              <a:ext uri="{FF2B5EF4-FFF2-40B4-BE49-F238E27FC236}">
                <a16:creationId xmlns:a16="http://schemas.microsoft.com/office/drawing/2014/main" id="{35EC4BA8-3B95-4A66-741E-84B2EE2EF6C6}"/>
              </a:ext>
            </a:extLst>
          </p:cNvPr>
          <p:cNvSpPr/>
          <p:nvPr/>
        </p:nvSpPr>
        <p:spPr>
          <a:xfrm>
            <a:off x="7104888" y="1792224"/>
            <a:ext cx="2103120" cy="4233672"/>
          </a:xfrm>
          <a:prstGeom prst="roundRect">
            <a:avLst>
              <a:gd name="adj" fmla="val 5217"/>
            </a:avLst>
          </a:prstGeom>
          <a:solidFill>
            <a:srgbClr val="FDEDEB"/>
          </a:solidFill>
          <a:ln w="12700">
            <a:solidFill>
              <a:srgbClr val="FDED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1" name="Shape 93">
            <a:extLst>
              <a:ext uri="{FF2B5EF4-FFF2-40B4-BE49-F238E27FC236}">
                <a16:creationId xmlns:a16="http://schemas.microsoft.com/office/drawing/2014/main" id="{43116377-600A-7DD5-A161-0DC37E9BE72E}"/>
              </a:ext>
            </a:extLst>
          </p:cNvPr>
          <p:cNvSpPr/>
          <p:nvPr/>
        </p:nvSpPr>
        <p:spPr>
          <a:xfrm>
            <a:off x="7232904" y="1883664"/>
            <a:ext cx="384048" cy="384048"/>
          </a:xfrm>
          <a:prstGeom prst="ellipse">
            <a:avLst/>
          </a:prstGeom>
          <a:solidFill>
            <a:srgbClr val="E84D3D"/>
          </a:solidFill>
          <a:ln w="12700">
            <a:solidFill>
              <a:srgbClr val="E84D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2" name="Text 94">
            <a:extLst>
              <a:ext uri="{FF2B5EF4-FFF2-40B4-BE49-F238E27FC236}">
                <a16:creationId xmlns:a16="http://schemas.microsoft.com/office/drawing/2014/main" id="{747E7294-0604-6520-E7EE-AD87ADB2D2FF}"/>
              </a:ext>
            </a:extLst>
          </p:cNvPr>
          <p:cNvSpPr/>
          <p:nvPr/>
        </p:nvSpPr>
        <p:spPr>
          <a:xfrm>
            <a:off x="7232904" y="189280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2300" dirty="0"/>
          </a:p>
        </p:txBody>
      </p:sp>
      <p:sp>
        <p:nvSpPr>
          <p:cNvPr id="223" name="Text 95">
            <a:extLst>
              <a:ext uri="{FF2B5EF4-FFF2-40B4-BE49-F238E27FC236}">
                <a16:creationId xmlns:a16="http://schemas.microsoft.com/office/drawing/2014/main" id="{2E19014E-3E8E-AC9A-39EA-2CC1CA7CA7C9}"/>
              </a:ext>
            </a:extLst>
          </p:cNvPr>
          <p:cNvSpPr/>
          <p:nvPr/>
        </p:nvSpPr>
        <p:spPr>
          <a:xfrm>
            <a:off x="7726680" y="193852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5A11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instruction</a:t>
            </a:r>
            <a:endParaRPr lang="en-US" sz="1300" dirty="0"/>
          </a:p>
        </p:txBody>
      </p:sp>
      <p:sp>
        <p:nvSpPr>
          <p:cNvPr id="224" name="Shape 96">
            <a:extLst>
              <a:ext uri="{FF2B5EF4-FFF2-40B4-BE49-F238E27FC236}">
                <a16:creationId xmlns:a16="http://schemas.microsoft.com/office/drawing/2014/main" id="{074F8C3B-E663-1349-5714-C31A6D666E1B}"/>
              </a:ext>
            </a:extLst>
          </p:cNvPr>
          <p:cNvSpPr/>
          <p:nvPr/>
        </p:nvSpPr>
        <p:spPr>
          <a:xfrm>
            <a:off x="7205472" y="2331720"/>
            <a:ext cx="1810512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5D8D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5" name="Text 97">
            <a:extLst>
              <a:ext uri="{FF2B5EF4-FFF2-40B4-BE49-F238E27FC236}">
                <a16:creationId xmlns:a16="http://schemas.microsoft.com/office/drawing/2014/main" id="{9FDDE546-AE70-E711-FDFC-7797E19646E2}"/>
              </a:ext>
            </a:extLst>
          </p:cNvPr>
          <p:cNvSpPr/>
          <p:nvPr/>
        </p:nvSpPr>
        <p:spPr>
          <a:xfrm>
            <a:off x="7333488" y="2450592"/>
            <a:ext cx="15270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2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“Help users with IT issues</a:t>
            </a:r>
            <a:endParaRPr lang="en-US" sz="1120" dirty="0"/>
          </a:p>
          <a:p>
            <a:pPr marL="0" indent="0">
              <a:buNone/>
            </a:pPr>
            <a:r>
              <a:rPr lang="en-US" sz="112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create a ticket if</a:t>
            </a:r>
            <a:endParaRPr lang="en-US" sz="1120" dirty="0"/>
          </a:p>
          <a:p>
            <a:pPr marL="0" indent="0">
              <a:buNone/>
            </a:pPr>
            <a:r>
              <a:rPr lang="en-US" sz="1120" i="1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needed.”</a:t>
            </a:r>
            <a:endParaRPr lang="en-US" sz="1120" dirty="0"/>
          </a:p>
        </p:txBody>
      </p:sp>
      <p:sp>
        <p:nvSpPr>
          <p:cNvPr id="228" name="Shape 100">
            <a:extLst>
              <a:ext uri="{FF2B5EF4-FFF2-40B4-BE49-F238E27FC236}">
                <a16:creationId xmlns:a16="http://schemas.microsoft.com/office/drawing/2014/main" id="{A35967F0-08F7-E8EC-A0BD-0128CE7294ED}"/>
              </a:ext>
            </a:extLst>
          </p:cNvPr>
          <p:cNvSpPr/>
          <p:nvPr/>
        </p:nvSpPr>
        <p:spPr>
          <a:xfrm>
            <a:off x="9153144" y="3364992"/>
            <a:ext cx="310896" cy="420624"/>
          </a:xfrm>
          <a:prstGeom prst="chevron">
            <a:avLst/>
          </a:prstGeom>
          <a:solidFill>
            <a:schemeClr val="tx1"/>
          </a:solidFill>
          <a:ln w="12700">
            <a:solidFill>
              <a:srgbClr val="BFD3E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9" name="Shape 101">
            <a:extLst>
              <a:ext uri="{FF2B5EF4-FFF2-40B4-BE49-F238E27FC236}">
                <a16:creationId xmlns:a16="http://schemas.microsoft.com/office/drawing/2014/main" id="{93B887FD-C446-2EDB-5BF7-8D627940BCE0}"/>
              </a:ext>
            </a:extLst>
          </p:cNvPr>
          <p:cNvSpPr/>
          <p:nvPr/>
        </p:nvSpPr>
        <p:spPr>
          <a:xfrm>
            <a:off x="9454896" y="1792223"/>
            <a:ext cx="2331720" cy="4233671"/>
          </a:xfrm>
          <a:prstGeom prst="roundRect">
            <a:avLst>
              <a:gd name="adj" fmla="val 4706"/>
            </a:avLst>
          </a:prstGeom>
          <a:solidFill>
            <a:srgbClr val="E7F9F1"/>
          </a:solidFill>
          <a:ln w="12700">
            <a:solidFill>
              <a:srgbClr val="E7F9F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0" name="Shape 102">
            <a:extLst>
              <a:ext uri="{FF2B5EF4-FFF2-40B4-BE49-F238E27FC236}">
                <a16:creationId xmlns:a16="http://schemas.microsoft.com/office/drawing/2014/main" id="{E66B29B9-E063-CF16-ACE5-AEF5D2A3D793}"/>
              </a:ext>
            </a:extLst>
          </p:cNvPr>
          <p:cNvSpPr/>
          <p:nvPr/>
        </p:nvSpPr>
        <p:spPr>
          <a:xfrm>
            <a:off x="9582912" y="1883664"/>
            <a:ext cx="384048" cy="384048"/>
          </a:xfrm>
          <a:prstGeom prst="ellipse">
            <a:avLst/>
          </a:prstGeom>
          <a:solidFill>
            <a:srgbClr val="1E9A39"/>
          </a:solidFill>
          <a:ln w="12700">
            <a:solidFill>
              <a:srgbClr val="1E9A39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1" name="Text 103">
            <a:extLst>
              <a:ext uri="{FF2B5EF4-FFF2-40B4-BE49-F238E27FC236}">
                <a16:creationId xmlns:a16="http://schemas.microsoft.com/office/drawing/2014/main" id="{EFE1DBFC-E996-69E3-FC4D-1C985DB6B85E}"/>
              </a:ext>
            </a:extLst>
          </p:cNvPr>
          <p:cNvSpPr/>
          <p:nvPr/>
        </p:nvSpPr>
        <p:spPr>
          <a:xfrm>
            <a:off x="9582912" y="190195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32" name="Text 104">
            <a:extLst>
              <a:ext uri="{FF2B5EF4-FFF2-40B4-BE49-F238E27FC236}">
                <a16:creationId xmlns:a16="http://schemas.microsoft.com/office/drawing/2014/main" id="{B4792D97-CDFA-D3C9-2B12-C031503FFA0D}"/>
              </a:ext>
            </a:extLst>
          </p:cNvPr>
          <p:cNvSpPr/>
          <p:nvPr/>
        </p:nvSpPr>
        <p:spPr>
          <a:xfrm>
            <a:off x="10085832" y="193852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82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instruction</a:t>
            </a:r>
            <a:endParaRPr lang="en-US" sz="1300" dirty="0"/>
          </a:p>
        </p:txBody>
      </p:sp>
      <p:sp>
        <p:nvSpPr>
          <p:cNvPr id="233" name="Shape 105">
            <a:extLst>
              <a:ext uri="{FF2B5EF4-FFF2-40B4-BE49-F238E27FC236}">
                <a16:creationId xmlns:a16="http://schemas.microsoft.com/office/drawing/2014/main" id="{495B6959-A874-F1E8-C702-30D7B8D7953E}"/>
              </a:ext>
            </a:extLst>
          </p:cNvPr>
          <p:cNvSpPr/>
          <p:nvPr/>
        </p:nvSpPr>
        <p:spPr>
          <a:xfrm>
            <a:off x="9537192" y="2295144"/>
            <a:ext cx="2157984" cy="363931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CFE9D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4" name="Text 106">
            <a:extLst>
              <a:ext uri="{FF2B5EF4-FFF2-40B4-BE49-F238E27FC236}">
                <a16:creationId xmlns:a16="http://schemas.microsoft.com/office/drawing/2014/main" id="{6BEC5D8A-0872-6826-1AB2-FC46ABCA1A6B}"/>
              </a:ext>
            </a:extLst>
          </p:cNvPr>
          <p:cNvSpPr/>
          <p:nvPr/>
        </p:nvSpPr>
        <p:spPr>
          <a:xfrm>
            <a:off x="9674352" y="24140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86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Objective</a:t>
            </a:r>
            <a:endParaRPr lang="en-US" sz="1120" dirty="0"/>
          </a:p>
        </p:txBody>
      </p:sp>
      <p:sp>
        <p:nvSpPr>
          <p:cNvPr id="235" name="Text 107">
            <a:extLst>
              <a:ext uri="{FF2B5EF4-FFF2-40B4-BE49-F238E27FC236}">
                <a16:creationId xmlns:a16="http://schemas.microsoft.com/office/drawing/2014/main" id="{2C00E0AC-7A79-C907-E194-E1022E4FBCA4}"/>
              </a:ext>
            </a:extLst>
          </p:cNvPr>
          <p:cNvSpPr/>
          <p:nvPr/>
        </p:nvSpPr>
        <p:spPr>
          <a:xfrm>
            <a:off x="9674352" y="2596896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 users resolve common IT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quickly.</a:t>
            </a:r>
            <a:endParaRPr lang="en-US" sz="980" dirty="0"/>
          </a:p>
        </p:txBody>
      </p:sp>
      <p:sp>
        <p:nvSpPr>
          <p:cNvPr id="236" name="Text 108">
            <a:extLst>
              <a:ext uri="{FF2B5EF4-FFF2-40B4-BE49-F238E27FC236}">
                <a16:creationId xmlns:a16="http://schemas.microsoft.com/office/drawing/2014/main" id="{E76F5809-9D58-5399-2FD7-6ECDEE21721F}"/>
              </a:ext>
            </a:extLst>
          </p:cNvPr>
          <p:cNvSpPr/>
          <p:nvPr/>
        </p:nvSpPr>
        <p:spPr>
          <a:xfrm>
            <a:off x="9674352" y="29443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86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Workflow</a:t>
            </a:r>
            <a:endParaRPr lang="en-US" sz="1120" dirty="0"/>
          </a:p>
        </p:txBody>
      </p:sp>
      <p:sp>
        <p:nvSpPr>
          <p:cNvPr id="237" name="Text 109">
            <a:extLst>
              <a:ext uri="{FF2B5EF4-FFF2-40B4-BE49-F238E27FC236}">
                <a16:creationId xmlns:a16="http://schemas.microsoft.com/office/drawing/2014/main" id="{F9FE38EF-DFEB-675D-B1C4-FE8B47817728}"/>
              </a:ext>
            </a:extLst>
          </p:cNvPr>
          <p:cNvSpPr/>
          <p:nvPr/>
        </p:nvSpPr>
        <p:spPr>
          <a:xfrm>
            <a:off x="9674352" y="313639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Ask for missing details only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when needed.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Check for known outages.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Search the approved knowledge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base for a solution.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If unresolved, confirm with the user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before creating a support ticket.</a:t>
            </a:r>
            <a:endParaRPr lang="en-US" sz="920" dirty="0"/>
          </a:p>
        </p:txBody>
      </p:sp>
      <p:sp>
        <p:nvSpPr>
          <p:cNvPr id="238" name="Text 110">
            <a:extLst>
              <a:ext uri="{FF2B5EF4-FFF2-40B4-BE49-F238E27FC236}">
                <a16:creationId xmlns:a16="http://schemas.microsoft.com/office/drawing/2014/main" id="{C09301B3-78FF-6FE5-1053-4C40A3C4F748}"/>
              </a:ext>
            </a:extLst>
          </p:cNvPr>
          <p:cNvSpPr/>
          <p:nvPr/>
        </p:nvSpPr>
        <p:spPr>
          <a:xfrm>
            <a:off x="9674352" y="434340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086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Response rules</a:t>
            </a:r>
            <a:endParaRPr lang="en-US" sz="1120" dirty="0"/>
          </a:p>
        </p:txBody>
      </p:sp>
      <p:sp>
        <p:nvSpPr>
          <p:cNvPr id="239" name="Text 111">
            <a:extLst>
              <a:ext uri="{FF2B5EF4-FFF2-40B4-BE49-F238E27FC236}">
                <a16:creationId xmlns:a16="http://schemas.microsoft.com/office/drawing/2014/main" id="{CBDFB8FD-1D25-C012-568E-DEBB4C0F0F3A}"/>
              </a:ext>
            </a:extLst>
          </p:cNvPr>
          <p:cNvSpPr/>
          <p:nvPr/>
        </p:nvSpPr>
        <p:spPr>
          <a:xfrm>
            <a:off x="9674352" y="4535424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Professional and concise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Use short bullets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Ask one question at a time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 Verify all required ticket details</a:t>
            </a:r>
            <a:endParaRPr lang="en-US" sz="910" dirty="0"/>
          </a:p>
          <a:p>
            <a:pPr marL="0" indent="0">
              <a:buNone/>
            </a:pPr>
            <a:r>
              <a:rPr lang="en-US" sz="910" dirty="0">
                <a:solidFill>
                  <a:srgbClr val="1736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before submission</a:t>
            </a:r>
            <a:endParaRPr lang="en-US" sz="910" dirty="0"/>
          </a:p>
        </p:txBody>
      </p:sp>
      <p:sp>
        <p:nvSpPr>
          <p:cNvPr id="244" name="Slide Number Placeholder 0">
            <a:extLst>
              <a:ext uri="{FF2B5EF4-FFF2-40B4-BE49-F238E27FC236}">
                <a16:creationId xmlns:a16="http://schemas.microsoft.com/office/drawing/2014/main" id="{58F92A6C-D132-EB97-21BE-0D3103583CC5}"/>
              </a:ext>
            </a:extLst>
          </p:cNvPr>
          <p:cNvSpPr txBox="1">
            <a:spLocks/>
          </p:cNvSpPr>
          <p:nvPr/>
        </p:nvSpPr>
        <p:spPr>
          <a:xfrm>
            <a:off x="11704320" y="6510528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99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FCD3AC6483D14F9B2866D616EA94AB" ma:contentTypeVersion="11" ma:contentTypeDescription="Create a new document." ma:contentTypeScope="" ma:versionID="13036b64429b5c688893c27d4a367a21">
  <xsd:schema xmlns:xsd="http://www.w3.org/2001/XMLSchema" xmlns:xs="http://www.w3.org/2001/XMLSchema" xmlns:p="http://schemas.microsoft.com/office/2006/metadata/properties" xmlns:ns1="http://schemas.microsoft.com/sharepoint/v3" xmlns:ns2="e5770e9d-5b49-472e-8de3-9c0190553112" targetNamespace="http://schemas.microsoft.com/office/2006/metadata/properties" ma:root="true" ma:fieldsID="73f20dac0e77174d8b086b57a0cae245" ns1:_="" ns2:_="">
    <xsd:import namespace="http://schemas.microsoft.com/sharepoint/v3"/>
    <xsd:import namespace="e5770e9d-5b49-472e-8de3-9c01905531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770e9d-5b49-472e-8de3-9c01905531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220B68-7A6D-4C3C-BBB2-A01231E2D630}">
  <ds:schemaRefs>
    <ds:schemaRef ds:uri="e5770e9d-5b49-472e-8de3-9c01905531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0249F10-19D3-45E6-A02E-9AAB70D0FF9E}">
  <ds:schemaRefs>
    <ds:schemaRef ds:uri="e5770e9d-5b49-472e-8de3-9c01905531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A5BBA5E-F6E6-4C7D-81B4-026CD3E0D5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2625</TotalTime>
  <Words>545</Words>
  <Application>Microsoft Office PowerPoint</Application>
  <PresentationFormat>Widescreen</PresentationFormat>
  <Paragraphs>113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Segoe Sans Display</vt:lpstr>
      <vt:lpstr>Segoe Sans Display Light</vt:lpstr>
      <vt:lpstr>Segoe Sans Display Semibold</vt:lpstr>
      <vt:lpstr>Segoe UI</vt:lpstr>
      <vt:lpstr>Segoe UI Semibold</vt:lpstr>
      <vt:lpstr>Office Theme</vt:lpstr>
      <vt:lpstr>1_office theme</vt:lpstr>
      <vt:lpstr>PowerPoint Presentation</vt:lpstr>
      <vt:lpstr>PowerPoint Presentation</vt:lpstr>
      <vt:lpstr>Recap: Agent Builder</vt:lpstr>
      <vt:lpstr>PowerPoint Presentation</vt:lpstr>
      <vt:lpstr>Pre-requisites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Mahon</dc:creator>
  <cp:lastModifiedBy>Reuel Ngo</cp:lastModifiedBy>
  <cp:revision>3</cp:revision>
  <dcterms:created xsi:type="dcterms:W3CDTF">2025-07-25T13:58:21Z</dcterms:created>
  <dcterms:modified xsi:type="dcterms:W3CDTF">2026-09-17T03:11:53Z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0x010100B1FCD3AC6483D14F9B2866D616EA94AB</vt:lpwstr>
  </property>
</Properties>
</file>