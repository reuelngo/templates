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147483610" r:id="rId5"/>
    <p:sldId id="2147483611" r:id="rId6"/>
    <p:sldId id="2147483603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10EC5C-3176-BFB5-0B0C-6E9590CFC589}" name="Guillaume Chichery" initials="GC" userId="S::guchiche@microsoft.com::3f1e3c13-7c57-43ec-807f-a09d2e61632f" providerId="AD"/>
  <p188:author id="{164B71DD-A373-C464-3C0F-355F85E43F2B}" name="Hadar Locker" initials="HL" userId="S::halock@microsoft.com::838a431d-a672-40f1-b2d5-396b3ee6b9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D3BCD1-4E52-4C59-82A2-ED8E4B19BBB0}" v="69" dt="2026-09-20T09:36:53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8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uel Ngo" userId="630da983-9bc0-4db9-b496-b90fbcc97014" providerId="ADAL" clId="{09730227-1908-4EA8-BA8E-5A59BE832678}"/>
    <pc:docChg chg="undo custSel addSld delSld modSld delMainMaster modMainMaster delSection modSection">
      <pc:chgData name="Reuel Ngo" userId="630da983-9bc0-4db9-b496-b90fbcc97014" providerId="ADAL" clId="{09730227-1908-4EA8-BA8E-5A59BE832678}" dt="2026-09-21T07:00:55.547" v="3957" actId="20577"/>
      <pc:docMkLst>
        <pc:docMk/>
      </pc:docMkLst>
      <pc:sldChg chg="add del">
        <pc:chgData name="Reuel Ngo" userId="630da983-9bc0-4db9-b496-b90fbcc97014" providerId="ADAL" clId="{09730227-1908-4EA8-BA8E-5A59BE832678}" dt="2026-09-20T10:23:22.844" v="3894" actId="47"/>
        <pc:sldMkLst>
          <pc:docMk/>
          <pc:sldMk cId="3376623146" sldId="2147483186"/>
        </pc:sldMkLst>
      </pc:sldChg>
      <pc:sldChg chg="addSp delSp modSp mod modClrScheme chgLayout">
        <pc:chgData name="Reuel Ngo" userId="630da983-9bc0-4db9-b496-b90fbcc97014" providerId="ADAL" clId="{09730227-1908-4EA8-BA8E-5A59BE832678}" dt="2026-09-20T09:36:52.615" v="3892" actId="22"/>
        <pc:sldMkLst>
          <pc:docMk/>
          <pc:sldMk cId="3046522038" sldId="2147483603"/>
        </pc:sldMkLst>
        <pc:spChg chg="add mod">
          <ac:chgData name="Reuel Ngo" userId="630da983-9bc0-4db9-b496-b90fbcc97014" providerId="ADAL" clId="{09730227-1908-4EA8-BA8E-5A59BE832678}" dt="2026-09-20T07:27:09.161" v="3836" actId="1076"/>
          <ac:spMkLst>
            <pc:docMk/>
            <pc:sldMk cId="3046522038" sldId="2147483603"/>
            <ac:spMk id="5" creationId="{A89D3D9A-7A77-041E-978C-3D38F9808B49}"/>
          </ac:spMkLst>
        </pc:spChg>
        <pc:spChg chg="mod">
          <ac:chgData name="Reuel Ngo" userId="630da983-9bc0-4db9-b496-b90fbcc97014" providerId="ADAL" clId="{09730227-1908-4EA8-BA8E-5A59BE832678}" dt="2026-09-20T06:59:16.293" v="3109" actId="1076"/>
          <ac:spMkLst>
            <pc:docMk/>
            <pc:sldMk cId="3046522038" sldId="2147483603"/>
            <ac:spMk id="6" creationId="{AD56ABB3-E05A-EB62-A83A-7D28B2B0D711}"/>
          </ac:spMkLst>
        </pc:spChg>
        <pc:spChg chg="add">
          <ac:chgData name="Reuel Ngo" userId="630da983-9bc0-4db9-b496-b90fbcc97014" providerId="ADAL" clId="{09730227-1908-4EA8-BA8E-5A59BE832678}" dt="2026-09-20T06:55:51.395" v="3048"/>
          <ac:spMkLst>
            <pc:docMk/>
            <pc:sldMk cId="3046522038" sldId="2147483603"/>
            <ac:spMk id="47" creationId="{A149B3A9-D3AC-0E81-4093-E3F2789564F4}"/>
          </ac:spMkLst>
        </pc:spChg>
        <pc:graphicFrameChg chg="add mod modGraphic">
          <ac:chgData name="Reuel Ngo" userId="630da983-9bc0-4db9-b496-b90fbcc97014" providerId="ADAL" clId="{09730227-1908-4EA8-BA8E-5A59BE832678}" dt="2026-09-20T09:12:38.803" v="3890" actId="20577"/>
          <ac:graphicFrameMkLst>
            <pc:docMk/>
            <pc:sldMk cId="3046522038" sldId="2147483603"/>
            <ac:graphicFrameMk id="2" creationId="{49B3C019-74EC-ADA7-9ED6-B87DF96DA836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10" creationId="{3F1D3A23-1B9A-ED26-0E46-F2B753BFB59B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12" creationId="{21964452-6903-061D-103B-7FD9EF10378C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18" creationId="{CE44632E-7CEE-D89B-5AC8-576386B9DB1E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21" creationId="{762F5EF0-A0F9-F80F-DC10-7F541259D766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26" creationId="{5E824D8D-AE6F-34EF-A2CF-4D59D7FF9CA7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29" creationId="{B355BD0F-D0FE-234A-E0DC-A96257EFE8EC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32" creationId="{2BEA83C2-5310-9ED7-6109-674109756492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35" creationId="{0AB3EE81-3296-B974-C7CE-4B38EEAE9687}"/>
          </ac:graphicFrameMkLst>
        </pc:graphicFrameChg>
        <pc:graphicFrameChg chg="add mod">
          <ac:chgData name="Reuel Ngo" userId="630da983-9bc0-4db9-b496-b90fbcc97014" providerId="ADAL" clId="{09730227-1908-4EA8-BA8E-5A59BE832678}" dt="2026-09-20T06:55:51.395" v="3048"/>
          <ac:graphicFrameMkLst>
            <pc:docMk/>
            <pc:sldMk cId="3046522038" sldId="2147483603"/>
            <ac:graphicFrameMk id="41" creationId="{1F497C15-1347-1714-F19C-7FE188C3DC25}"/>
          </ac:graphicFrameMkLst>
        </pc:graphicFrameChg>
        <pc:picChg chg="add del">
          <ac:chgData name="Reuel Ngo" userId="630da983-9bc0-4db9-b496-b90fbcc97014" providerId="ADAL" clId="{09730227-1908-4EA8-BA8E-5A59BE832678}" dt="2026-09-20T09:36:52.615" v="3892" actId="22"/>
          <ac:picMkLst>
            <pc:docMk/>
            <pc:sldMk cId="3046522038" sldId="2147483603"/>
            <ac:picMk id="7" creationId="{04DC40F3-4F9A-0A11-E80E-1307B103FE8A}"/>
          </ac:picMkLst>
        </pc:picChg>
      </pc:sldChg>
      <pc:sldChg chg="modSp add mod">
        <pc:chgData name="Reuel Ngo" userId="630da983-9bc0-4db9-b496-b90fbcc97014" providerId="ADAL" clId="{09730227-1908-4EA8-BA8E-5A59BE832678}" dt="2026-09-21T07:00:55.547" v="3957" actId="20577"/>
        <pc:sldMkLst>
          <pc:docMk/>
          <pc:sldMk cId="26412109" sldId="2147483610"/>
        </pc:sldMkLst>
        <pc:spChg chg="mod">
          <ac:chgData name="Reuel Ngo" userId="630da983-9bc0-4db9-b496-b90fbcc97014" providerId="ADAL" clId="{09730227-1908-4EA8-BA8E-5A59BE832678}" dt="2026-09-19T08:34:59.713" v="754" actId="20577"/>
          <ac:spMkLst>
            <pc:docMk/>
            <pc:sldMk cId="26412109" sldId="2147483610"/>
            <ac:spMk id="5" creationId="{6E6AEE57-2D5B-E623-6D15-C525E6331945}"/>
          </ac:spMkLst>
        </pc:spChg>
        <pc:spChg chg="mod">
          <ac:chgData name="Reuel Ngo" userId="630da983-9bc0-4db9-b496-b90fbcc97014" providerId="ADAL" clId="{09730227-1908-4EA8-BA8E-5A59BE832678}" dt="2026-09-20T08:14:08.212" v="3851" actId="20577"/>
          <ac:spMkLst>
            <pc:docMk/>
            <pc:sldMk cId="26412109" sldId="2147483610"/>
            <ac:spMk id="54" creationId="{F5A58A2A-A197-D5BB-3A38-8AF4326BDA04}"/>
          </ac:spMkLst>
        </pc:spChg>
        <pc:spChg chg="mod">
          <ac:chgData name="Reuel Ngo" userId="630da983-9bc0-4db9-b496-b90fbcc97014" providerId="ADAL" clId="{09730227-1908-4EA8-BA8E-5A59BE832678}" dt="2026-09-21T07:00:40.706" v="3923" actId="20577"/>
          <ac:spMkLst>
            <pc:docMk/>
            <pc:sldMk cId="26412109" sldId="2147483610"/>
            <ac:spMk id="61" creationId="{14D59D19-CEDF-5DBB-C6F0-C22C31BED7E7}"/>
          </ac:spMkLst>
        </pc:spChg>
        <pc:spChg chg="mod">
          <ac:chgData name="Reuel Ngo" userId="630da983-9bc0-4db9-b496-b90fbcc97014" providerId="ADAL" clId="{09730227-1908-4EA8-BA8E-5A59BE832678}" dt="2026-09-21T07:00:45.512" v="3935" actId="20577"/>
          <ac:spMkLst>
            <pc:docMk/>
            <pc:sldMk cId="26412109" sldId="2147483610"/>
            <ac:spMk id="62" creationId="{86BB8FD1-3D44-81F9-D307-F2BFA16B8890}"/>
          </ac:spMkLst>
        </pc:spChg>
        <pc:spChg chg="mod">
          <ac:chgData name="Reuel Ngo" userId="630da983-9bc0-4db9-b496-b90fbcc97014" providerId="ADAL" clId="{09730227-1908-4EA8-BA8E-5A59BE832678}" dt="2026-09-20T07:12:30.271" v="3230" actId="20577"/>
          <ac:spMkLst>
            <pc:docMk/>
            <pc:sldMk cId="26412109" sldId="2147483610"/>
            <ac:spMk id="63" creationId="{F00458EA-6978-2737-9A11-9199BA30BFC8}"/>
          </ac:spMkLst>
        </pc:spChg>
        <pc:spChg chg="mod">
          <ac:chgData name="Reuel Ngo" userId="630da983-9bc0-4db9-b496-b90fbcc97014" providerId="ADAL" clId="{09730227-1908-4EA8-BA8E-5A59BE832678}" dt="2026-09-20T10:27:56.746" v="3907" actId="20577"/>
          <ac:spMkLst>
            <pc:docMk/>
            <pc:sldMk cId="26412109" sldId="2147483610"/>
            <ac:spMk id="64" creationId="{DDB0844A-FAEC-CAB2-525D-48CFE5E45AC4}"/>
          </ac:spMkLst>
        </pc:spChg>
        <pc:spChg chg="mod">
          <ac:chgData name="Reuel Ngo" userId="630da983-9bc0-4db9-b496-b90fbcc97014" providerId="ADAL" clId="{09730227-1908-4EA8-BA8E-5A59BE832678}" dt="2026-09-21T07:00:51.189" v="3943" actId="20577"/>
          <ac:spMkLst>
            <pc:docMk/>
            <pc:sldMk cId="26412109" sldId="2147483610"/>
            <ac:spMk id="65" creationId="{144F961B-ACDC-EE19-3860-6D1F4E1278C5}"/>
          </ac:spMkLst>
        </pc:spChg>
        <pc:spChg chg="mod">
          <ac:chgData name="Reuel Ngo" userId="630da983-9bc0-4db9-b496-b90fbcc97014" providerId="ADAL" clId="{09730227-1908-4EA8-BA8E-5A59BE832678}" dt="2026-09-21T07:00:55.547" v="3957" actId="20577"/>
          <ac:spMkLst>
            <pc:docMk/>
            <pc:sldMk cId="26412109" sldId="2147483610"/>
            <ac:spMk id="69" creationId="{144F961B-ACDC-EE19-3860-6D1F4E1278C5}"/>
          </ac:spMkLst>
        </pc:spChg>
      </pc:sldChg>
      <pc:sldChg chg="addSp delSp modSp new mod">
        <pc:chgData name="Reuel Ngo" userId="630da983-9bc0-4db9-b496-b90fbcc97014" providerId="ADAL" clId="{09730227-1908-4EA8-BA8E-5A59BE832678}" dt="2026-09-20T07:19:07.442" v="3503" actId="113"/>
        <pc:sldMkLst>
          <pc:docMk/>
          <pc:sldMk cId="1546726487" sldId="2147483611"/>
        </pc:sldMkLst>
        <pc:spChg chg="mod">
          <ac:chgData name="Reuel Ngo" userId="630da983-9bc0-4db9-b496-b90fbcc97014" providerId="ADAL" clId="{09730227-1908-4EA8-BA8E-5A59BE832678}" dt="2026-09-20T07:18:57.672" v="3502" actId="20577"/>
          <ac:spMkLst>
            <pc:docMk/>
            <pc:sldMk cId="1546726487" sldId="2147483611"/>
            <ac:spMk id="2" creationId="{7292B801-225B-8B78-16B8-F672031CE65B}"/>
          </ac:spMkLst>
        </pc:spChg>
        <pc:spChg chg="mod">
          <ac:chgData name="Reuel Ngo" userId="630da983-9bc0-4db9-b496-b90fbcc97014" providerId="ADAL" clId="{09730227-1908-4EA8-BA8E-5A59BE832678}" dt="2026-09-20T07:17:59.333" v="3402" actId="1076"/>
          <ac:spMkLst>
            <pc:docMk/>
            <pc:sldMk cId="1546726487" sldId="2147483611"/>
            <ac:spMk id="3" creationId="{4BF88526-B4EF-0C19-8C2D-C53DF5F94347}"/>
          </ac:spMkLst>
        </pc:spChg>
        <pc:spChg chg="add mod">
          <ac:chgData name="Reuel Ngo" userId="630da983-9bc0-4db9-b496-b90fbcc97014" providerId="ADAL" clId="{09730227-1908-4EA8-BA8E-5A59BE832678}" dt="2026-09-20T07:17:48.043" v="3395" actId="113"/>
          <ac:spMkLst>
            <pc:docMk/>
            <pc:sldMk cId="1546726487" sldId="2147483611"/>
            <ac:spMk id="8" creationId="{824B3B60-F206-7B87-791A-DC410815C7CB}"/>
          </ac:spMkLst>
        </pc:spChg>
        <pc:spChg chg="add mod">
          <ac:chgData name="Reuel Ngo" userId="630da983-9bc0-4db9-b496-b90fbcc97014" providerId="ADAL" clId="{09730227-1908-4EA8-BA8E-5A59BE832678}" dt="2026-09-20T07:19:07.442" v="3503" actId="113"/>
          <ac:spMkLst>
            <pc:docMk/>
            <pc:sldMk cId="1546726487" sldId="2147483611"/>
            <ac:spMk id="10" creationId="{3BA5893F-71A9-9F4A-2350-0D58F612C9DE}"/>
          </ac:spMkLst>
        </pc:spChg>
        <pc:spChg chg="add mod">
          <ac:chgData name="Reuel Ngo" userId="630da983-9bc0-4db9-b496-b90fbcc97014" providerId="ADAL" clId="{09730227-1908-4EA8-BA8E-5A59BE832678}" dt="2026-09-20T07:16:41.843" v="3375" actId="1038"/>
          <ac:spMkLst>
            <pc:docMk/>
            <pc:sldMk cId="1546726487" sldId="2147483611"/>
            <ac:spMk id="11" creationId="{7AC7FA89-EB69-AA45-1118-46F92F9503EE}"/>
          </ac:spMkLst>
        </pc:spChg>
        <pc:spChg chg="add mod">
          <ac:chgData name="Reuel Ngo" userId="630da983-9bc0-4db9-b496-b90fbcc97014" providerId="ADAL" clId="{09730227-1908-4EA8-BA8E-5A59BE832678}" dt="2026-09-20T07:16:48.175" v="3378" actId="14100"/>
          <ac:spMkLst>
            <pc:docMk/>
            <pc:sldMk cId="1546726487" sldId="2147483611"/>
            <ac:spMk id="13" creationId="{BB2320B1-6B28-5EDA-3FF4-4FD9AA8C59D9}"/>
          </ac:spMkLst>
        </pc:spChg>
        <pc:spChg chg="add mod">
          <ac:chgData name="Reuel Ngo" userId="630da983-9bc0-4db9-b496-b90fbcc97014" providerId="ADAL" clId="{09730227-1908-4EA8-BA8E-5A59BE832678}" dt="2026-09-20T07:16:58.993" v="3382" actId="14100"/>
          <ac:spMkLst>
            <pc:docMk/>
            <pc:sldMk cId="1546726487" sldId="2147483611"/>
            <ac:spMk id="15" creationId="{5A9CDE25-1218-4EA6-BB02-B92F22CCBF27}"/>
          </ac:spMkLst>
        </pc:spChg>
        <pc:spChg chg="add del mod">
          <ac:chgData name="Reuel Ngo" userId="630da983-9bc0-4db9-b496-b90fbcc97014" providerId="ADAL" clId="{09730227-1908-4EA8-BA8E-5A59BE832678}" dt="2026-09-20T07:17:55.907" v="3401"/>
          <ac:spMkLst>
            <pc:docMk/>
            <pc:sldMk cId="1546726487" sldId="2147483611"/>
            <ac:spMk id="23" creationId="{E6CE9148-405A-AEDB-69C3-489F568424D7}"/>
          </ac:spMkLst>
        </pc:spChg>
        <pc:spChg chg="add mod">
          <ac:chgData name="Reuel Ngo" userId="630da983-9bc0-4db9-b496-b90fbcc97014" providerId="ADAL" clId="{09730227-1908-4EA8-BA8E-5A59BE832678}" dt="2026-09-20T07:18:33.491" v="3427" actId="115"/>
          <ac:spMkLst>
            <pc:docMk/>
            <pc:sldMk cId="1546726487" sldId="2147483611"/>
            <ac:spMk id="31" creationId="{AB59B514-AE5F-554D-FEC1-5831E4301974}"/>
          </ac:spMkLst>
        </pc:spChg>
        <pc:spChg chg="add mod">
          <ac:chgData name="Reuel Ngo" userId="630da983-9bc0-4db9-b496-b90fbcc97014" providerId="ADAL" clId="{09730227-1908-4EA8-BA8E-5A59BE832678}" dt="2026-09-20T07:18:50.783" v="3475" actId="1076"/>
          <ac:spMkLst>
            <pc:docMk/>
            <pc:sldMk cId="1546726487" sldId="2147483611"/>
            <ac:spMk id="33" creationId="{24C6B820-F713-D197-6714-4461ADDEA797}"/>
          </ac:spMkLst>
        </pc:spChg>
        <pc:picChg chg="add mod">
          <ac:chgData name="Reuel Ngo" userId="630da983-9bc0-4db9-b496-b90fbcc97014" providerId="ADAL" clId="{09730227-1908-4EA8-BA8E-5A59BE832678}" dt="2026-09-20T07:14:47.052" v="3239" actId="1076"/>
          <ac:picMkLst>
            <pc:docMk/>
            <pc:sldMk cId="1546726487" sldId="2147483611"/>
            <ac:picMk id="5" creationId="{FE3E99ED-734C-DB37-1100-5868B5F6649B}"/>
          </ac:picMkLst>
        </pc:picChg>
        <pc:picChg chg="add mod">
          <ac:chgData name="Reuel Ngo" userId="630da983-9bc0-4db9-b496-b90fbcc97014" providerId="ADAL" clId="{09730227-1908-4EA8-BA8E-5A59BE832678}" dt="2026-09-20T07:15:04.169" v="3242" actId="1076"/>
          <ac:picMkLst>
            <pc:docMk/>
            <pc:sldMk cId="1546726487" sldId="2147483611"/>
            <ac:picMk id="7" creationId="{15A94D90-4DD6-6BFF-A1DE-69B2384CB60F}"/>
          </ac:picMkLst>
        </pc:picChg>
        <pc:cxnChg chg="add mod">
          <ac:chgData name="Reuel Ngo" userId="630da983-9bc0-4db9-b496-b90fbcc97014" providerId="ADAL" clId="{09730227-1908-4EA8-BA8E-5A59BE832678}" dt="2026-09-20T07:18:09.063" v="3406" actId="14100"/>
          <ac:cxnSpMkLst>
            <pc:docMk/>
            <pc:sldMk cId="1546726487" sldId="2147483611"/>
            <ac:cxnSpMk id="17" creationId="{E0CB6630-15E5-FF6B-DBFF-A38673BDC07F}"/>
          </ac:cxnSpMkLst>
        </pc:cxnChg>
        <pc:cxnChg chg="add mod">
          <ac:chgData name="Reuel Ngo" userId="630da983-9bc0-4db9-b496-b90fbcc97014" providerId="ADAL" clId="{09730227-1908-4EA8-BA8E-5A59BE832678}" dt="2026-09-20T07:17:25.573" v="3391" actId="1582"/>
          <ac:cxnSpMkLst>
            <pc:docMk/>
            <pc:sldMk cId="1546726487" sldId="2147483611"/>
            <ac:cxnSpMk id="20" creationId="{30E84BB0-52CF-CCD1-95E4-067424319BB0}"/>
          </ac:cxnSpMkLst>
        </pc:cxnChg>
        <pc:cxnChg chg="add mod">
          <ac:chgData name="Reuel Ngo" userId="630da983-9bc0-4db9-b496-b90fbcc97014" providerId="ADAL" clId="{09730227-1908-4EA8-BA8E-5A59BE832678}" dt="2026-09-20T07:17:55.458" v="3399" actId="14100"/>
          <ac:cxnSpMkLst>
            <pc:docMk/>
            <pc:sldMk cId="1546726487" sldId="2147483611"/>
            <ac:cxnSpMk id="24" creationId="{9FC05E2A-EB56-3E1A-2EBE-171B379B39E5}"/>
          </ac:cxnSpMkLst>
        </pc:cxnChg>
      </pc:sldChg>
      <pc:sldChg chg="modSp add del">
        <pc:chgData name="Reuel Ngo" userId="630da983-9bc0-4db9-b496-b90fbcc97014" providerId="ADAL" clId="{09730227-1908-4EA8-BA8E-5A59BE832678}" dt="2026-09-20T07:02:57.972" v="3111" actId="47"/>
        <pc:sldMkLst>
          <pc:docMk/>
          <pc:sldMk cId="3310360520" sldId="2147483611"/>
        </pc:sldMkLst>
        <pc:graphicFrameChg chg="mod">
          <ac:chgData name="Reuel Ngo" userId="630da983-9bc0-4db9-b496-b90fbcc97014" providerId="ADAL" clId="{09730227-1908-4EA8-BA8E-5A59BE832678}" dt="2026-09-20T06:57:11.393" v="3063"/>
          <ac:graphicFrameMkLst>
            <pc:docMk/>
            <pc:sldMk cId="3310360520" sldId="2147483611"/>
            <ac:graphicFrameMk id="2" creationId="{2FBFBA3C-424E-B885-E360-F544EAEDDB29}"/>
          </ac:graphicFrameMkLst>
        </pc:graphicFrameChg>
      </pc:sldChg>
      <pc:sldMasterChg chg="addSldLayout delSldLayout modSldLayout">
        <pc:chgData name="Reuel Ngo" userId="630da983-9bc0-4db9-b496-b90fbcc97014" providerId="ADAL" clId="{09730227-1908-4EA8-BA8E-5A59BE832678}" dt="2026-09-20T16:09:33.389" v="3908" actId="478"/>
        <pc:sldMasterMkLst>
          <pc:docMk/>
          <pc:sldMasterMk cId="3571182573" sldId="2147483660"/>
        </pc:sldMasterMkLst>
        <pc:sldLayoutChg chg="add">
          <pc:chgData name="Reuel Ngo" userId="630da983-9bc0-4db9-b496-b90fbcc97014" providerId="ADAL" clId="{09730227-1908-4EA8-BA8E-5A59BE832678}" dt="2026-09-19T08:11:39.521" v="53" actId="26606"/>
          <pc:sldLayoutMkLst>
            <pc:docMk/>
            <pc:sldMasterMk cId="3571182573" sldId="2147483660"/>
            <pc:sldLayoutMk cId="1597919885" sldId="2147483741"/>
          </pc:sldLayoutMkLst>
        </pc:sldLayoutChg>
        <pc:sldLayoutChg chg="delSp add mod">
          <pc:chgData name="Reuel Ngo" userId="630da983-9bc0-4db9-b496-b90fbcc97014" providerId="ADAL" clId="{09730227-1908-4EA8-BA8E-5A59BE832678}" dt="2026-09-20T16:09:33.389" v="3908" actId="478"/>
          <pc:sldLayoutMkLst>
            <pc:docMk/>
            <pc:sldMasterMk cId="3571182573" sldId="2147483660"/>
            <pc:sldLayoutMk cId="645665788" sldId="2147483743"/>
          </pc:sldLayoutMkLst>
          <pc:picChg chg="del">
            <ac:chgData name="Reuel Ngo" userId="630da983-9bc0-4db9-b496-b90fbcc97014" providerId="ADAL" clId="{09730227-1908-4EA8-BA8E-5A59BE832678}" dt="2026-09-20T16:09:33.389" v="3908" actId="478"/>
            <ac:picMkLst>
              <pc:docMk/>
              <pc:sldMasterMk cId="3571182573" sldId="2147483660"/>
              <pc:sldLayoutMk cId="645665788" sldId="2147483743"/>
              <ac:picMk id="3" creationId="{8572B204-BCCE-7ECF-F80E-C2E2E2E2809D}"/>
            </ac:picMkLst>
          </pc:picChg>
        </pc:sldLayoutChg>
        <pc:sldLayoutChg chg="add">
          <pc:chgData name="Reuel Ngo" userId="630da983-9bc0-4db9-b496-b90fbcc97014" providerId="ADAL" clId="{09730227-1908-4EA8-BA8E-5A59BE832678}" dt="2026-09-19T08:11:39.521" v="53" actId="26606"/>
          <pc:sldLayoutMkLst>
            <pc:docMk/>
            <pc:sldMasterMk cId="3571182573" sldId="2147483660"/>
            <pc:sldLayoutMk cId="861133220" sldId="2147483749"/>
          </pc:sldLayoutMkLst>
        </pc:sldLayoutChg>
      </pc:sldMasterChg>
      <pc:sldMasterChg chg="del delSldLayout">
        <pc:chgData name="Reuel Ngo" userId="630da983-9bc0-4db9-b496-b90fbcc97014" providerId="ADAL" clId="{09730227-1908-4EA8-BA8E-5A59BE832678}" dt="2026-09-20T10:23:22.844" v="3894" actId="47"/>
        <pc:sldMasterMkLst>
          <pc:docMk/>
          <pc:sldMasterMk cId="339695440" sldId="2147483760"/>
        </pc:sldMasterMkLst>
        <pc:sldLayoutChg chg="del">
          <pc:chgData name="Reuel Ngo" userId="630da983-9bc0-4db9-b496-b90fbcc97014" providerId="ADAL" clId="{09730227-1908-4EA8-BA8E-5A59BE832678}" dt="2026-09-20T10:23:22.844" v="3894" actId="47"/>
          <pc:sldLayoutMkLst>
            <pc:docMk/>
            <pc:sldMasterMk cId="339695440" sldId="2147483760"/>
            <pc:sldLayoutMk cId="115233847" sldId="21474837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4386F-2813-4D62-A9E4-539E5681F7F5}" type="datetimeFigureOut">
              <a:rPr lang="en-IL" smtClean="0"/>
              <a:t>09/21/2026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75014-AD12-46A8-9267-3E8B3C6A9A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980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0951C-B246-43B8-8C53-44C86CC2E9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67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- Main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35526B3-1B77-DA7E-39AC-F0F77964EC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37956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12633-3910-C1C9-2412-C41C74064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849737"/>
            <a:ext cx="12379569" cy="400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43EC56-D14B-6EAD-DA40-597D7C1F8990}"/>
              </a:ext>
            </a:extLst>
          </p:cNvPr>
          <p:cNvSpPr/>
          <p:nvPr userDrawn="1"/>
        </p:nvSpPr>
        <p:spPr bwMode="auto">
          <a:xfrm>
            <a:off x="-2" y="844368"/>
            <a:ext cx="12379568" cy="3302698"/>
          </a:xfrm>
          <a:prstGeom prst="rect">
            <a:avLst/>
          </a:prstGeom>
          <a:gradFill flip="none" rotWithShape="1">
            <a:gsLst>
              <a:gs pos="52000">
                <a:srgbClr val="FFFFFF"/>
              </a:gs>
              <a:gs pos="42000">
                <a:srgbClr val="FFFFFF">
                  <a:lumMod val="100000"/>
                </a:srgbClr>
              </a:gs>
              <a:gs pos="0">
                <a:schemeClr val="bg1">
                  <a:alpha val="0"/>
                </a:schemeClr>
              </a:gs>
              <a:gs pos="64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CEAEC18-8489-693F-78F7-AC580E3166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CE6E8CE-8F11-3F60-9DA8-1FD661975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949" y="3033223"/>
            <a:ext cx="11025188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b="0" cap="none" spc="-50" dirty="0">
                <a:ln w="3175">
                  <a:noFill/>
                </a:ln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919885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Line Blan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99F44F77-05E4-2BD3-B5FF-9C3F5F02C9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>
            <a:spAutoFit/>
          </a:bodyPr>
          <a:lstStyle>
            <a:lvl1pPr>
              <a:defRPr lang="en-US" sz="3600" b="1" kern="1200" cap="none" spc="-50" baseline="0" dirty="0">
                <a:ln w="3175">
                  <a:noFill/>
                </a:ln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latin typeface="Segoe UI Semibold" panose="020B0702040204020203" pitchFamily="34" charset="0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02F9BD-EF25-7144-AB08-9EDFAA5C2CEA}"/>
              </a:ext>
            </a:extLst>
          </p:cNvPr>
          <p:cNvCxnSpPr/>
          <p:nvPr userDrawn="1"/>
        </p:nvCxnSpPr>
        <p:spPr>
          <a:xfrm>
            <a:off x="584200" y="1219200"/>
            <a:ext cx="1102518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951CD4-AF53-9893-F167-AD73B20E40D7}"/>
              </a:ext>
            </a:extLst>
          </p:cNvPr>
          <p:cNvSpPr txBox="1"/>
          <p:nvPr userDrawn="1"/>
        </p:nvSpPr>
        <p:spPr>
          <a:xfrm>
            <a:off x="3606600" y="6532848"/>
            <a:ext cx="497879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/>
              <a:t>Microsoft Confidential – Content for participants of the M365 Copilot EAP</a:t>
            </a:r>
          </a:p>
        </p:txBody>
      </p:sp>
      <p:pic>
        <p:nvPicPr>
          <p:cNvPr id="7" name="Picture 6" descr="Copilot icon">
            <a:extLst>
              <a:ext uri="{FF2B5EF4-FFF2-40B4-BE49-F238E27FC236}">
                <a16:creationId xmlns:a16="http://schemas.microsoft.com/office/drawing/2014/main" id="{AD1F238A-3925-1A08-735F-29FACCCD54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5956" y="441672"/>
            <a:ext cx="489674" cy="5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959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093B630B-98F0-A558-44D6-C08F95FB3C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12192000" cy="669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09156"/>
            <a:ext cx="11018521" cy="430887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199" y="1435497"/>
            <a:ext cx="11018521" cy="1268296"/>
          </a:xfr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+mn-lt"/>
              </a:defRPr>
            </a:lvl1pPr>
            <a:lvl2pPr>
              <a:defRPr sz="1600">
                <a:solidFill>
                  <a:srgbClr val="000000"/>
                </a:solidFill>
              </a:defRPr>
            </a:lvl2pPr>
            <a:lvl3pPr>
              <a:defRPr sz="1401">
                <a:solidFill>
                  <a:srgbClr val="000000"/>
                </a:solidFill>
              </a:defRPr>
            </a:lvl3pPr>
            <a:lvl4pPr>
              <a:defRPr sz="1200">
                <a:solidFill>
                  <a:srgbClr val="000000"/>
                </a:solidFill>
              </a:defRPr>
            </a:lvl4pPr>
            <a:lvl5pPr>
              <a:defRPr sz="100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3322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F5C40B06-A260-9D9D-4EAD-700D31A96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0" t="2850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41632"/>
          </a:xfrm>
        </p:spPr>
        <p:txBody>
          <a:bodyPr tIns="64008"/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859733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0311"/>
            <a:ext cx="11018520" cy="43088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0A04DA-4C2F-74A6-1E51-7838E3F551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8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8" r:id="rId2"/>
    <p:sldLayoutId id="2147483749" r:id="rId3"/>
    <p:sldLayoutId id="2147483759" r:id="rId4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0" kern="1200" cap="none" spc="-50" baseline="0" dirty="0">
          <a:ln w="3175">
            <a:noFill/>
          </a:ln>
          <a:gradFill>
            <a:gsLst>
              <a:gs pos="21000">
                <a:schemeClr val="accent1"/>
              </a:gs>
              <a:gs pos="100000">
                <a:schemeClr val="accent3"/>
              </a:gs>
            </a:gsLst>
            <a:lin ang="2400000" scaled="0"/>
          </a:gradFill>
          <a:effectLst/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313974-23A4-A8AB-7F16-C13C41BC9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1707" y="1546228"/>
            <a:ext cx="11285281" cy="4878744"/>
          </a:xfrm>
          <a:prstGeom prst="roundRect">
            <a:avLst>
              <a:gd name="adj" fmla="val 8370"/>
            </a:avLst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12">
            <a:extLst>
              <a:ext uri="{FF2B5EF4-FFF2-40B4-BE49-F238E27FC236}">
                <a16:creationId xmlns:a16="http://schemas.microsoft.com/office/drawing/2014/main" id="{3B66772A-2B30-7E7F-F6FA-1579928DC32F}"/>
              </a:ext>
            </a:extLst>
          </p:cNvPr>
          <p:cNvSpPr/>
          <p:nvPr/>
        </p:nvSpPr>
        <p:spPr bwMode="auto">
          <a:xfrm>
            <a:off x="3558618" y="1122406"/>
            <a:ext cx="5073284" cy="499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90500" dist="101600" dir="2700000" sx="101000" sy="101000" algn="tl" rotWithShape="0">
              <a:srgbClr val="F3484C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 min to present your scenario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3080-144B-C122-6F43-BB297EFA4E20}"/>
              </a:ext>
            </a:extLst>
          </p:cNvPr>
          <p:cNvSpPr txBox="1">
            <a:spLocks/>
          </p:cNvSpPr>
          <p:nvPr/>
        </p:nvSpPr>
        <p:spPr>
          <a:xfrm>
            <a:off x="588263" y="580311"/>
            <a:ext cx="11018520" cy="430887"/>
          </a:xfrm>
          <a:prstGeom prst="rect">
            <a:avLst/>
          </a:prstGeom>
        </p:spPr>
        <p:txBody>
          <a:bodyPr anchor="ctr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50" normalizeH="0" baseline="0" noProof="0">
                <a:ln w="3175"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rPr>
              <a:t>How are the presentations scored?</a:t>
            </a:r>
            <a:endParaRPr kumimoji="0" lang="en-IN" sz="3200" b="0" i="0" u="none" strike="noStrike" kern="1200" cap="none" spc="-50" normalizeH="0" baseline="0" noProof="0">
              <a:ln w="3175">
                <a:noFill/>
              </a:ln>
              <a:solidFill>
                <a:srgbClr val="080808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6E6AEE57-2D5B-E623-6D15-C525E6331945}"/>
              </a:ext>
            </a:extLst>
          </p:cNvPr>
          <p:cNvSpPr/>
          <p:nvPr/>
        </p:nvSpPr>
        <p:spPr bwMode="auto">
          <a:xfrm>
            <a:off x="3019506" y="6015420"/>
            <a:ext cx="6152989" cy="4990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 min for each presentation with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QnA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F966C-8774-9D30-491F-0BA183CCB403}"/>
              </a:ext>
            </a:extLst>
          </p:cNvPr>
          <p:cNvSpPr txBox="1"/>
          <p:nvPr/>
        </p:nvSpPr>
        <p:spPr>
          <a:xfrm>
            <a:off x="4918452" y="1206176"/>
            <a:ext cx="2358146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Semibold"/>
                <a:ea typeface="Segoe UI Semibold" panose="020B0502040204020203" pitchFamily="34" charset="0"/>
                <a:cs typeface="Segoe UI Semibold"/>
              </a:rPr>
              <a:t>A scale of 1-10 for each:</a:t>
            </a:r>
            <a:endParaRPr lang="en-US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 Semibold"/>
              <a:ea typeface="Segoe UI Semibold" panose="020B0502040204020203" pitchFamily="34" charset="0"/>
              <a:cs typeface="Segoe UI Semibold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A8C32DA-7796-96BB-5E72-DE2FA91A0273}"/>
              </a:ext>
            </a:extLst>
          </p:cNvPr>
          <p:cNvGrpSpPr/>
          <p:nvPr/>
        </p:nvGrpSpPr>
        <p:grpSpPr>
          <a:xfrm>
            <a:off x="623240" y="2385492"/>
            <a:ext cx="10957756" cy="1620807"/>
            <a:chOff x="670112" y="2969231"/>
            <a:chExt cx="10957756" cy="162080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DE1B40-58CB-9B03-F700-A856E32B8E4F}"/>
                </a:ext>
              </a:extLst>
            </p:cNvPr>
            <p:cNvSpPr/>
            <p:nvPr/>
          </p:nvSpPr>
          <p:spPr>
            <a:xfrm>
              <a:off x="1021112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5" name="Rectangle 34" descr="Light Bulb and Gear">
              <a:extLst>
                <a:ext uri="{FF2B5EF4-FFF2-40B4-BE49-F238E27FC236}">
                  <a16:creationId xmlns:a16="http://schemas.microsoft.com/office/drawing/2014/main" id="{FD08B7D0-A083-C7C6-19E9-ED871979CBD2}"/>
                </a:ext>
              </a:extLst>
            </p:cNvPr>
            <p:cNvSpPr/>
            <p:nvPr/>
          </p:nvSpPr>
          <p:spPr>
            <a:xfrm>
              <a:off x="1255112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3CB64C0-CEF4-D318-6BB4-6F31A3DDC0AD}"/>
                </a:ext>
              </a:extLst>
            </p:cNvPr>
            <p:cNvSpPr/>
            <p:nvPr/>
          </p:nvSpPr>
          <p:spPr>
            <a:xfrm>
              <a:off x="670112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Transformational Value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8A1555-C043-47A4-CF60-9071ED3E0982}"/>
                </a:ext>
              </a:extLst>
            </p:cNvPr>
            <p:cNvSpPr/>
            <p:nvPr/>
          </p:nvSpPr>
          <p:spPr>
            <a:xfrm>
              <a:off x="2833714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9" name="Rectangle 38" descr="Lightbulb">
              <a:extLst>
                <a:ext uri="{FF2B5EF4-FFF2-40B4-BE49-F238E27FC236}">
                  <a16:creationId xmlns:a16="http://schemas.microsoft.com/office/drawing/2014/main" id="{B890060D-1ACB-EC24-40DC-7EBB2346A0C3}"/>
                </a:ext>
              </a:extLst>
            </p:cNvPr>
            <p:cNvSpPr/>
            <p:nvPr/>
          </p:nvSpPr>
          <p:spPr>
            <a:xfrm>
              <a:off x="3067714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4E16D72-153A-53B1-C236-45EA5BA219FC}"/>
                </a:ext>
              </a:extLst>
            </p:cNvPr>
            <p:cNvSpPr/>
            <p:nvPr/>
          </p:nvSpPr>
          <p:spPr>
            <a:xfrm>
              <a:off x="2482714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Business Impact 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B2E466A-561D-0B9A-3C57-AE771E551F0B}"/>
                </a:ext>
              </a:extLst>
            </p:cNvPr>
            <p:cNvSpPr/>
            <p:nvPr/>
          </p:nvSpPr>
          <p:spPr>
            <a:xfrm>
              <a:off x="4646317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3" name="Rectangle 42" descr="Presentation with Checklist">
              <a:extLst>
                <a:ext uri="{FF2B5EF4-FFF2-40B4-BE49-F238E27FC236}">
                  <a16:creationId xmlns:a16="http://schemas.microsoft.com/office/drawing/2014/main" id="{A75F9889-7608-0CF7-1A51-8949F40C461A}"/>
                </a:ext>
              </a:extLst>
            </p:cNvPr>
            <p:cNvSpPr/>
            <p:nvPr/>
          </p:nvSpPr>
          <p:spPr>
            <a:xfrm>
              <a:off x="4880317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3A30C0A-921B-45C9-02D9-370D27B67FC6}"/>
                </a:ext>
              </a:extLst>
            </p:cNvPr>
            <p:cNvSpPr/>
            <p:nvPr/>
          </p:nvSpPr>
          <p:spPr>
            <a:xfrm>
              <a:off x="6458919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7" name="Rectangle 46" descr="Gears">
              <a:extLst>
                <a:ext uri="{FF2B5EF4-FFF2-40B4-BE49-F238E27FC236}">
                  <a16:creationId xmlns:a16="http://schemas.microsoft.com/office/drawing/2014/main" id="{E72BA57A-1B10-77B0-CE0C-907AEE01332E}"/>
                </a:ext>
              </a:extLst>
            </p:cNvPr>
            <p:cNvSpPr/>
            <p:nvPr/>
          </p:nvSpPr>
          <p:spPr>
            <a:xfrm>
              <a:off x="6692919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1D4F417-5DAE-EBAE-8ED4-E567E46620B8}"/>
                </a:ext>
              </a:extLst>
            </p:cNvPr>
            <p:cNvSpPr/>
            <p:nvPr/>
          </p:nvSpPr>
          <p:spPr>
            <a:xfrm>
              <a:off x="8271520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1" name="Rectangle 50" descr="Teacher">
              <a:extLst>
                <a:ext uri="{FF2B5EF4-FFF2-40B4-BE49-F238E27FC236}">
                  <a16:creationId xmlns:a16="http://schemas.microsoft.com/office/drawing/2014/main" id="{9BB47439-F679-F78B-FC2B-18AB4F0F16D9}"/>
                </a:ext>
              </a:extLst>
            </p:cNvPr>
            <p:cNvSpPr/>
            <p:nvPr/>
          </p:nvSpPr>
          <p:spPr>
            <a:xfrm>
              <a:off x="8505519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9398287-EA4D-665A-0332-4658F7B9405A}"/>
                </a:ext>
              </a:extLst>
            </p:cNvPr>
            <p:cNvSpPr/>
            <p:nvPr/>
          </p:nvSpPr>
          <p:spPr>
            <a:xfrm>
              <a:off x="4289286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Adoption Potential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5A58A2A-A197-D5BB-3A38-8AF4326BDA04}"/>
                </a:ext>
              </a:extLst>
            </p:cNvPr>
            <p:cNvSpPr/>
            <p:nvPr/>
          </p:nvSpPr>
          <p:spPr>
            <a:xfrm>
              <a:off x="6158918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Workflow Design</a:t>
              </a: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22753D4-77EF-1461-EBC5-E80E407B226E}"/>
                </a:ext>
              </a:extLst>
            </p:cNvPr>
            <p:cNvSpPr/>
            <p:nvPr/>
          </p:nvSpPr>
          <p:spPr>
            <a:xfrm>
              <a:off x="8012784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Presentation</a:t>
              </a:r>
            </a:p>
          </p:txBody>
        </p:sp>
        <p:sp>
          <p:nvSpPr>
            <p:cNvPr id="66" name="New 66">
              <a:extLst>
                <a:ext uri="{FF2B5EF4-FFF2-40B4-BE49-F238E27FC236}">
                  <a16:creationId xmlns:a16="http://schemas.microsoft.com/office/drawing/2014/main" id="{91D4F417-5DAE-EBAE-8ED4-E567E46620B8}"/>
                </a:ext>
              </a:extLst>
            </p:cNvPr>
            <p:cNvSpPr/>
            <p:nvPr/>
          </p:nvSpPr>
          <p:spPr>
            <a:xfrm>
              <a:off x="10086604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68" name="New 68">
              <a:extLst>
                <a:ext uri="{FF2B5EF4-FFF2-40B4-BE49-F238E27FC236}">
                  <a16:creationId xmlns:a16="http://schemas.microsoft.com/office/drawing/2014/main" id="{722753D4-77EF-1461-EBC5-E80E407B226E}"/>
                </a:ext>
              </a:extLst>
            </p:cNvPr>
            <p:cNvSpPr/>
            <p:nvPr/>
          </p:nvSpPr>
          <p:spPr>
            <a:xfrm>
              <a:off x="9827868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Would You Sponsor It?</a:t>
              </a:r>
            </a:p>
          </p:txBody>
        </p:sp>
      </p:grpSp>
      <p:sp>
        <p:nvSpPr>
          <p:cNvPr id="59" name="Left Brace 58">
            <a:extLst>
              <a:ext uri="{FF2B5EF4-FFF2-40B4-BE49-F238E27FC236}">
                <a16:creationId xmlns:a16="http://schemas.microsoft.com/office/drawing/2014/main" id="{E4AA69F6-E3D2-F40E-0640-6C2A80C78804}"/>
              </a:ext>
            </a:extLst>
          </p:cNvPr>
          <p:cNvSpPr/>
          <p:nvPr/>
        </p:nvSpPr>
        <p:spPr>
          <a:xfrm rot="5400000">
            <a:off x="5806463" y="-3042351"/>
            <a:ext cx="499046" cy="10163492"/>
          </a:xfrm>
          <a:prstGeom prst="leftBrace">
            <a:avLst>
              <a:gd name="adj1" fmla="val 90000"/>
              <a:gd name="adj2" fmla="val 50000"/>
            </a:avLst>
          </a:prstGeom>
          <a:ln w="15875">
            <a:solidFill>
              <a:srgbClr val="8661C5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14D59D19-CEDF-5DBB-C6F0-C22C31BED7E7}"/>
              </a:ext>
            </a:extLst>
          </p:cNvPr>
          <p:cNvSpPr/>
          <p:nvPr/>
        </p:nvSpPr>
        <p:spPr>
          <a:xfrm>
            <a:off x="945670" y="4298061"/>
            <a:ext cx="1153870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much does this workflow change the way people work, deliver services or achieve outcomes?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86BB8FD1-3D44-81F9-D307-F2BFA16B8890}"/>
              </a:ext>
            </a:extLst>
          </p:cNvPr>
          <p:cNvSpPr/>
          <p:nvPr/>
        </p:nvSpPr>
        <p:spPr>
          <a:xfrm>
            <a:off x="2578376" y="4298061"/>
            <a:ext cx="1514932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Who does the workflow Benefit and how does it benefit them?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F00458EA-6978-2737-9A11-9199BA30BFC8}"/>
              </a:ext>
            </a:extLst>
          </p:cNvPr>
          <p:cNvSpPr/>
          <p:nvPr/>
        </p:nvSpPr>
        <p:spPr>
          <a:xfrm>
            <a:off x="4512668" y="4298061"/>
            <a:ext cx="1259490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likely is it that users would use this solution?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DDB0844A-FAEC-CAB2-525D-48CFE5E45AC4}"/>
              </a:ext>
            </a:extLst>
          </p:cNvPr>
          <p:cNvSpPr/>
          <p:nvPr/>
        </p:nvSpPr>
        <p:spPr>
          <a:xfrm>
            <a:off x="6354426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well thought-out and realistic is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workflow’s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design for its intended purpose?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144F961B-ACDC-EE19-3860-6D1F4E1278C5}"/>
              </a:ext>
            </a:extLst>
          </p:cNvPr>
          <p:cNvSpPr/>
          <p:nvPr/>
        </p:nvSpPr>
        <p:spPr>
          <a:xfrm>
            <a:off x="8257759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effectively did the team communicate the problem, solution and value of their Workflow?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9" name="New 69">
            <a:extLst>
              <a:ext uri="{FF2B5EF4-FFF2-40B4-BE49-F238E27FC236}">
                <a16:creationId xmlns:a16="http://schemas.microsoft.com/office/drawing/2014/main" id="{144F961B-ACDC-EE19-3860-6D1F4E1278C5}"/>
              </a:ext>
            </a:extLst>
          </p:cNvPr>
          <p:cNvSpPr/>
          <p:nvPr/>
        </p:nvSpPr>
        <p:spPr>
          <a:xfrm>
            <a:off x="10072843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strongly would leadership support investing in and deploying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Workflow?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Graphic 3" descr="Coins outline">
            <a:extLst>
              <a:ext uri="{FF2B5EF4-FFF2-40B4-BE49-F238E27FC236}">
                <a16:creationId xmlns:a16="http://schemas.microsoft.com/office/drawing/2014/main" id="{8F982964-5CE9-8F32-5A57-F6391F99C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3732" y="2619492"/>
            <a:ext cx="630000" cy="630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41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B801-225B-8B78-16B8-F672031C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to fill out scorecard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8526-B4EF-0C19-8C2D-C53DF5F94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699" y="1220571"/>
            <a:ext cx="3359150" cy="430886"/>
          </a:xfrm>
        </p:spPr>
        <p:txBody>
          <a:bodyPr/>
          <a:lstStyle/>
          <a:p>
            <a:pPr marL="0" indent="0">
              <a:buNone/>
            </a:pPr>
            <a:r>
              <a:rPr lang="en-SG" sz="1400" b="1" dirty="0"/>
              <a:t>Fill in your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E99ED-734C-DB37-1100-5868B5F66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68" y="2190750"/>
            <a:ext cx="5257532" cy="3558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94D90-4DD6-6BFF-A1DE-69B2384C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452" y="2190750"/>
            <a:ext cx="5410798" cy="3662362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24B3B60-F206-7B87-791A-DC410815C7CB}"/>
              </a:ext>
            </a:extLst>
          </p:cNvPr>
          <p:cNvSpPr txBox="1">
            <a:spLocks/>
          </p:cNvSpPr>
          <p:nvPr/>
        </p:nvSpPr>
        <p:spPr>
          <a:xfrm>
            <a:off x="177800" y="6062246"/>
            <a:ext cx="3359150" cy="430886"/>
          </a:xfrm>
          <a:prstGeom prst="rect">
            <a:avLst/>
          </a:prstGeom>
        </p:spPr>
        <p:txBody>
          <a:bodyPr vert="horz" wrap="square" lIns="0" tIns="64008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400" b="1" dirty="0"/>
              <a:t>Fill in the Team 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BA5893F-71A9-9F4A-2350-0D58F612C9DE}"/>
              </a:ext>
            </a:extLst>
          </p:cNvPr>
          <p:cNvSpPr txBox="1">
            <a:spLocks/>
          </p:cNvSpPr>
          <p:nvPr/>
        </p:nvSpPr>
        <p:spPr>
          <a:xfrm>
            <a:off x="4997450" y="6176546"/>
            <a:ext cx="3359150" cy="430886"/>
          </a:xfrm>
          <a:prstGeom prst="rect">
            <a:avLst/>
          </a:prstGeom>
        </p:spPr>
        <p:txBody>
          <a:bodyPr vert="horz" wrap="square" lIns="0" tIns="64008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400" b="1" dirty="0"/>
              <a:t>Fill in the Scores (1 = Low, 10 = High)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C7FA89-EB69-AA45-1118-46F92F9503EE}"/>
              </a:ext>
            </a:extLst>
          </p:cNvPr>
          <p:cNvSpPr/>
          <p:nvPr/>
        </p:nvSpPr>
        <p:spPr bwMode="auto">
          <a:xfrm>
            <a:off x="1409699" y="2800350"/>
            <a:ext cx="695325" cy="2949022"/>
          </a:xfrm>
          <a:prstGeom prst="rect">
            <a:avLst/>
          </a:prstGeom>
          <a:noFill/>
          <a:ln w="38100">
            <a:solidFill>
              <a:srgbClr val="D83B0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SG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2320B1-6B28-5EDA-3FF4-4FD9AA8C59D9}"/>
              </a:ext>
            </a:extLst>
          </p:cNvPr>
          <p:cNvSpPr/>
          <p:nvPr/>
        </p:nvSpPr>
        <p:spPr bwMode="auto">
          <a:xfrm>
            <a:off x="2156813" y="2800350"/>
            <a:ext cx="3939187" cy="2949022"/>
          </a:xfrm>
          <a:prstGeom prst="rect">
            <a:avLst/>
          </a:prstGeom>
          <a:noFill/>
          <a:ln w="38100">
            <a:solidFill>
              <a:srgbClr val="D83B0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SG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9CDE25-1218-4EA6-BB02-B92F22CCBF27}"/>
              </a:ext>
            </a:extLst>
          </p:cNvPr>
          <p:cNvSpPr/>
          <p:nvPr/>
        </p:nvSpPr>
        <p:spPr bwMode="auto">
          <a:xfrm flipV="1">
            <a:off x="838469" y="2190750"/>
            <a:ext cx="5257532" cy="296726"/>
          </a:xfrm>
          <a:prstGeom prst="rect">
            <a:avLst/>
          </a:prstGeom>
          <a:noFill/>
          <a:ln w="38100">
            <a:solidFill>
              <a:srgbClr val="D83B0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SG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CB6630-15E5-FF6B-DBFF-A38673BDC07F}"/>
              </a:ext>
            </a:extLst>
          </p:cNvPr>
          <p:cNvCxnSpPr>
            <a:cxnSpLocks/>
          </p:cNvCxnSpPr>
          <p:nvPr/>
        </p:nvCxnSpPr>
        <p:spPr>
          <a:xfrm>
            <a:off x="1988598" y="1550491"/>
            <a:ext cx="781235" cy="796542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E84BB0-52CF-CCD1-95E4-067424319BB0}"/>
              </a:ext>
            </a:extLst>
          </p:cNvPr>
          <p:cNvCxnSpPr>
            <a:cxnSpLocks/>
          </p:cNvCxnSpPr>
          <p:nvPr/>
        </p:nvCxnSpPr>
        <p:spPr>
          <a:xfrm flipV="1">
            <a:off x="1357910" y="4667250"/>
            <a:ext cx="399451" cy="1394996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C05E2A-EB56-3E1A-2EBE-171B379B39E5}"/>
              </a:ext>
            </a:extLst>
          </p:cNvPr>
          <p:cNvCxnSpPr>
            <a:cxnSpLocks/>
          </p:cNvCxnSpPr>
          <p:nvPr/>
        </p:nvCxnSpPr>
        <p:spPr>
          <a:xfrm flipH="1" flipV="1">
            <a:off x="4056392" y="4140200"/>
            <a:ext cx="1649878" cy="2001561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59B514-AE5F-554D-FEC1-5831E4301974}"/>
              </a:ext>
            </a:extLst>
          </p:cNvPr>
          <p:cNvSpPr txBox="1">
            <a:spLocks/>
          </p:cNvSpPr>
          <p:nvPr/>
        </p:nvSpPr>
        <p:spPr>
          <a:xfrm>
            <a:off x="6495452" y="1733319"/>
            <a:ext cx="3359150" cy="430886"/>
          </a:xfrm>
          <a:prstGeom prst="rect">
            <a:avLst/>
          </a:prstGeom>
        </p:spPr>
        <p:txBody>
          <a:bodyPr vert="horz" wrap="square" lIns="0" tIns="64008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SG" sz="1400" b="1" u="sng" dirty="0"/>
              <a:t>Completed Example: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4C6B820-F713-D197-6714-4461ADDEA797}"/>
              </a:ext>
            </a:extLst>
          </p:cNvPr>
          <p:cNvSpPr txBox="1">
            <a:spLocks/>
          </p:cNvSpPr>
          <p:nvPr/>
        </p:nvSpPr>
        <p:spPr>
          <a:xfrm>
            <a:off x="285750" y="1827167"/>
            <a:ext cx="3359150" cy="430886"/>
          </a:xfrm>
          <a:prstGeom prst="rect">
            <a:avLst/>
          </a:prstGeom>
        </p:spPr>
        <p:txBody>
          <a:bodyPr vert="horz" wrap="square" lIns="0" tIns="64008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SG" sz="1400" b="1" u="sng" dirty="0"/>
              <a:t>Blank Judges Template</a:t>
            </a:r>
          </a:p>
        </p:txBody>
      </p:sp>
    </p:spTree>
    <p:extLst>
      <p:ext uri="{BB962C8B-B14F-4D97-AF65-F5344CB8AC3E}">
        <p14:creationId xmlns:p14="http://schemas.microsoft.com/office/powerpoint/2010/main" val="15467264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D56ABB3-E05A-EB62-A83A-7D28B2B0D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46" y="17542"/>
            <a:ext cx="1136599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Scoring </a:t>
            </a:r>
            <a:r>
              <a:rPr kumimoji="0" lang="en-SG" altLang="en-IL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Guide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Score each category from </a:t>
            </a:r>
            <a:r>
              <a:rPr kumimoji="0" lang="en-SG" altLang="en-IL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1</a:t>
            </a: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 - </a:t>
            </a:r>
            <a:r>
              <a:rPr kumimoji="0" lang="en-SG" altLang="en-IL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10</a:t>
            </a:r>
            <a:endParaRPr lang="en-SG" altLang="en-IL" sz="1600" b="1" u="sng" dirty="0"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Maximum </a:t>
            </a:r>
            <a:r>
              <a:rPr kumimoji="0" lang="en-IL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score per </a:t>
            </a: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Group</a:t>
            </a:r>
            <a:r>
              <a:rPr kumimoji="0" lang="en-IL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: </a:t>
            </a:r>
            <a:r>
              <a:rPr kumimoji="0" lang="en-SG" altLang="en-IL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60</a:t>
            </a:r>
            <a:r>
              <a:rPr kumimoji="0" lang="en-IL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. </a:t>
            </a:r>
            <a:endParaRPr kumimoji="0" lang="en-SG" altLang="en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L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Equal weight across all criteria</a:t>
            </a: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G" altLang="en-IL" sz="1600" dirty="0">
                <a:latin typeface="Aptos" panose="020B0004020202020204" pitchFamily="34" charset="0"/>
                <a:cs typeface="Segoe UI" panose="020B0502040204020203" pitchFamily="34" charset="0"/>
              </a:rPr>
              <a:t>Use descriptions in Rubric below as Guidance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Final score will be the </a:t>
            </a:r>
            <a:r>
              <a:rPr kumimoji="0" lang="en-SG" altLang="en-IL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Average Score</a:t>
            </a: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 across all judges</a:t>
            </a:r>
            <a:endParaRPr kumimoji="0" lang="en-IL" altLang="en-I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B3C019-74EC-ADA7-9ED6-B87DF96DA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785996"/>
              </p:ext>
            </p:extLst>
          </p:nvPr>
        </p:nvGraphicFramePr>
        <p:xfrm>
          <a:off x="410623" y="1617980"/>
          <a:ext cx="11365991" cy="49576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0178">
                  <a:extLst>
                    <a:ext uri="{9D8B030D-6E8A-4147-A177-3AD203B41FA5}">
                      <a16:colId xmlns:a16="http://schemas.microsoft.com/office/drawing/2014/main" val="2559043024"/>
                    </a:ext>
                  </a:extLst>
                </a:gridCol>
                <a:gridCol w="1757342">
                  <a:extLst>
                    <a:ext uri="{9D8B030D-6E8A-4147-A177-3AD203B41FA5}">
                      <a16:colId xmlns:a16="http://schemas.microsoft.com/office/drawing/2014/main" val="630258673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429409175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094136779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192283078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895729257"/>
                    </a:ext>
                  </a:extLst>
                </a:gridCol>
                <a:gridCol w="1616201">
                  <a:extLst>
                    <a:ext uri="{9D8B030D-6E8A-4147-A177-3AD203B41FA5}">
                      <a16:colId xmlns:a16="http://schemas.microsoft.com/office/drawing/2014/main" val="3302848208"/>
                    </a:ext>
                  </a:extLst>
                </a:gridCol>
              </a:tblGrid>
              <a:tr h="625122"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Transformational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Business Impact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Adoption Potential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Workflow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FFFFFF"/>
                          </a:solidFill>
                          <a:latin typeface="Segoe UI Semibold"/>
                          <a:ea typeface="+mn-ea"/>
                          <a:cs typeface="+mn-cs"/>
                        </a:rPr>
                        <a:t>Would You Fund It?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346481"/>
                  </a:ext>
                </a:extLst>
              </a:tr>
              <a:tr h="775152"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243A5E"/>
                          </a:solidFill>
                          <a:latin typeface="Segoe UI Semibold"/>
                          <a:ea typeface="+mn-ea"/>
                          <a:cs typeface="+mn-cs"/>
                        </a:rPr>
                        <a:t>1–2 (Poor)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Limited / no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Unclear impact and audience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Low adoption potential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Poorly designed, unrealistic workflow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Difficult to follow &amp; unclear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58343"/>
                  </a:ext>
                </a:extLst>
              </a:tr>
              <a:tr h="775152"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243A5E"/>
                          </a:solidFill>
                          <a:latin typeface="Segoe UI Semibold"/>
                          <a:ea typeface="+mn-ea"/>
                          <a:cs typeface="+mn-cs"/>
                        </a:rPr>
                        <a:t>3–4 (Fair)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Minor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Some clarity on impact and audience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Limited adoption potential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Weak design, with some plausible functionality defined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Basic explanation with limited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Weak investment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786993"/>
                  </a:ext>
                </a:extLst>
              </a:tr>
              <a:tr h="775152"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243A5E"/>
                          </a:solidFill>
                          <a:latin typeface="Segoe UI Semibold"/>
                          <a:ea typeface="+mn-ea"/>
                          <a:cs typeface="+mn-cs"/>
                        </a:rPr>
                        <a:t>5–6 (Good)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Clear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Clear impact with targeted audience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Moderate adoption potential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Well designed, with reasonably well-defined functionality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Clear presentation and understandable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Worth exploring or piloting further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654833"/>
                  </a:ext>
                </a:extLst>
              </a:tr>
              <a:tr h="775152"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243A5E"/>
                          </a:solidFill>
                          <a:latin typeface="Segoe UI Semibold"/>
                          <a:ea typeface="+mn-ea"/>
                          <a:cs typeface="+mn-cs"/>
                        </a:rPr>
                        <a:t>7–8 (Strong)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Major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Major impact with clear benefits and targeted audience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Major adoption potential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Thoughtfully designed workflow, realistic functionality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Engaging presentation with strong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Strong candidate for sponsorship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</a:lnT>
                    <a:lnB w="12700" cap="flat" cmpd="sng" algn="ctr">
                      <a:solidFill>
                        <a:srgbClr val="D6DF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603591"/>
                  </a:ext>
                </a:extLst>
              </a:tr>
              <a:tr h="775152">
                <a:tc>
                  <a:txBody>
                    <a:bodyPr/>
                    <a:lstStyle/>
                    <a:p>
                      <a:pPr marL="0" algn="ctr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1" kern="1200" dirty="0">
                          <a:solidFill>
                            <a:srgbClr val="243A5E"/>
                          </a:solidFill>
                          <a:latin typeface="Segoe UI Semibold"/>
                          <a:ea typeface="+mn-ea"/>
                          <a:cs typeface="+mn-cs"/>
                        </a:rPr>
                        <a:t>9–10 (Exceptional)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Completely changes how work is done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Critical impact with compelling value across a well-defined audience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Compelling adoption potential, strong demand for usage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Exceptionally designed &amp; purposeful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Outstanding storytelling, demo, and communication of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95000"/>
                        </a:lnSpc>
                        <a:buNone/>
                      </a:pPr>
                      <a:r>
                        <a:rPr lang="en-SG" sz="1400" b="0" kern="1200" dirty="0">
                          <a:solidFill>
                            <a:srgbClr val="333A45"/>
                          </a:solidFill>
                          <a:latin typeface="Segoe UI"/>
                          <a:ea typeface="+mn-ea"/>
                          <a:cs typeface="+mn-cs"/>
                        </a:rPr>
                        <a:t>Would actively champion and prioritise sponsorship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37843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1C7226-AE8C-2C70-DF80-577E3E9CB74E}"/>
              </a:ext>
            </a:extLst>
          </p:cNvPr>
          <p:cNvGraphicFramePr>
            <a:graphicFrameLocks noGrp="1"/>
          </p:cNvGraphicFramePr>
          <p:nvPr/>
        </p:nvGraphicFramePr>
        <p:xfrm>
          <a:off x="584200" y="1435100"/>
          <a:ext cx="11018838" cy="365760"/>
        </p:xfrm>
        <a:graphic>
          <a:graphicData uri="http://schemas.openxmlformats.org/drawingml/2006/table">
            <a:tbl>
              <a:tblPr/>
              <a:tblGrid>
                <a:gridCol w="11018838">
                  <a:extLst>
                    <a:ext uri="{9D8B030D-6E8A-4147-A177-3AD203B41FA5}">
                      <a16:colId xmlns:a16="http://schemas.microsoft.com/office/drawing/2014/main" val="3204645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158861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A89D3D9A-7A77-041E-978C-3D38F9808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355" y="187712"/>
            <a:ext cx="466560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G" altLang="en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There will be 3 winners in total. If there are any Ties, the Customer’s Judges get the final say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G" altLang="en-IL" sz="1600" dirty="0">
                <a:latin typeface="Aptos" panose="020B0004020202020204" pitchFamily="34" charset="0"/>
                <a:cs typeface="Segoe UI" panose="020B0502040204020203" pitchFamily="34" charset="0"/>
              </a:rPr>
              <a:t>You can call out 2 Teams for notable mentions, e.g. Most Creative, Most likely to fund.</a:t>
            </a:r>
            <a:endParaRPr kumimoji="0" lang="en-IL" altLang="en-I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220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ASTER - Data and AI">
  <a:themeElements>
    <a:clrScheme name="Data &amp; AI Day - Light">
      <a:dk1>
        <a:srgbClr val="080808"/>
      </a:dk1>
      <a:lt1>
        <a:srgbClr val="FFFFFF"/>
      </a:lt1>
      <a:dk2>
        <a:srgbClr val="243A5E"/>
      </a:dk2>
      <a:lt2>
        <a:srgbClr val="E6E6E6"/>
      </a:lt2>
      <a:accent1>
        <a:srgbClr val="0078D4"/>
      </a:accent1>
      <a:accent2>
        <a:srgbClr val="2A446F"/>
      </a:accent2>
      <a:accent3>
        <a:srgbClr val="C03BC4"/>
      </a:accent3>
      <a:accent4>
        <a:srgbClr val="FFB900"/>
      </a:accent4>
      <a:accent5>
        <a:srgbClr val="FF9349"/>
      </a:accent5>
      <a:accent6>
        <a:srgbClr val="9BF00B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Presentation1" id="{41CCA53D-B460-4B1C-BA96-5C805463CB5A}" vid="{90BF9D22-BCF9-4590-811A-E823EC0C85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03A98FD006944AFA4E9B8AC3F4D91" ma:contentTypeVersion="14" ma:contentTypeDescription="Create a new document." ma:contentTypeScope="" ma:versionID="b358e5742fbe3029d94f4428efa6375a">
  <xsd:schema xmlns:xsd="http://www.w3.org/2001/XMLSchema" xmlns:xs="http://www.w3.org/2001/XMLSchema" xmlns:p="http://schemas.microsoft.com/office/2006/metadata/properties" xmlns:ns1="http://schemas.microsoft.com/sharepoint/v3" xmlns:ns2="21af5337-3a82-474a-bd6e-2e2043c8f572" xmlns:ns3="684e6a25-f7ac-46a9-9895-b577fcffa790" targetNamespace="http://schemas.microsoft.com/office/2006/metadata/properties" ma:root="true" ma:fieldsID="f6edee7703363c60f473b38e3d84ea9c" ns1:_="" ns2:_="" ns3:_="">
    <xsd:import namespace="http://schemas.microsoft.com/sharepoint/v3"/>
    <xsd:import namespace="21af5337-3a82-474a-bd6e-2e2043c8f572"/>
    <xsd:import namespace="684e6a25-f7ac-46a9-9895-b577fcffa790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af5337-3a82-474a-bd6e-2e2043c8f572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e6a25-f7ac-46a9-9895-b577fcffa790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677e19f-8884-4058-9242-2a74237d3da7}" ma:internalName="TaxCatchAll" ma:showField="CatchAllData" ma:web="684e6a25-f7ac-46a9-9895-b577fcffa7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21af5337-3a82-474a-bd6e-2e2043c8f572">
      <Terms xmlns="http://schemas.microsoft.com/office/infopath/2007/PartnerControls"/>
    </lcf76f155ced4ddcb4097134ff3c332f>
    <TaxCatchAll xmlns="684e6a25-f7ac-46a9-9895-b577fcffa790" xsi:nil="true"/>
  </documentManagement>
</p:properties>
</file>

<file path=customXml/itemProps1.xml><?xml version="1.0" encoding="utf-8"?>
<ds:datastoreItem xmlns:ds="http://schemas.openxmlformats.org/officeDocument/2006/customXml" ds:itemID="{309C8634-2413-48B6-9A94-93BD319D1C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af5337-3a82-474a-bd6e-2e2043c8f572"/>
    <ds:schemaRef ds:uri="684e6a25-f7ac-46a9-9895-b577fcffa7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665722-431E-4ED1-9596-D59D7C34E8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FF3606-D171-4088-8C39-5AAA2247C135}">
  <ds:schemaRefs>
    <ds:schemaRef ds:uri="21af5337-3a82-474a-bd6e-2e2043c8f572"/>
    <ds:schemaRef ds:uri="684e6a25-f7ac-46a9-9895-b577fcffa79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420</Words>
  <Application>Microsoft Office PowerPoint</Application>
  <PresentationFormat>Widescreen</PresentationFormat>
  <Paragraphs>73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Segoe UI</vt:lpstr>
      <vt:lpstr>Segoe UI Semibold</vt:lpstr>
      <vt:lpstr>Wingdings</vt:lpstr>
      <vt:lpstr>MASTER - Data and AI</vt:lpstr>
      <vt:lpstr>PowerPoint Presentation</vt:lpstr>
      <vt:lpstr>How to fill out scorecard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Hadar Locker</dc:creator>
  <cp:lastModifiedBy>Reuel Ngo</cp:lastModifiedBy>
  <cp:revision>9</cp:revision>
  <dcterms:created xsi:type="dcterms:W3CDTF">2025-09-14T07:44:30Z</dcterms:created>
  <dcterms:modified xsi:type="dcterms:W3CDTF">2026-09-21T07:00:55Z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0x01010029803A98FD006944AFA4E9B8AC3F4D91</vt:lpwstr>
  </property>
  <property fmtid="{D5CDD505-2E9C-101B-9397-08002B2CF9AE}" pid="3" name="MediaServiceImageTags">
    <vt:lpwstr/>
  </property>
</Properties>
</file>